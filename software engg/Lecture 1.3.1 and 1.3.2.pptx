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8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48" r:id="rId1"/>
  </p:sldMasterIdLst>
  <p:notesMasterIdLst>
    <p:notesMasterId r:id="rId24"/>
  </p:notesMasterIdLst>
  <p:sldIdLst>
    <p:sldId id="362" r:id="rId2"/>
    <p:sldId id="363" r:id="rId3"/>
    <p:sldId id="297" r:id="rId4"/>
    <p:sldId id="364" r:id="rId5"/>
    <p:sldId id="365" r:id="rId6"/>
    <p:sldId id="284" r:id="rId7"/>
    <p:sldId id="306" r:id="rId8"/>
    <p:sldId id="256" r:id="rId9"/>
    <p:sldId id="257" r:id="rId10"/>
    <p:sldId id="266" r:id="rId11"/>
    <p:sldId id="258" r:id="rId12"/>
    <p:sldId id="259" r:id="rId13"/>
    <p:sldId id="260" r:id="rId14"/>
    <p:sldId id="261" r:id="rId15"/>
    <p:sldId id="267" r:id="rId16"/>
    <p:sldId id="262" r:id="rId17"/>
    <p:sldId id="263" r:id="rId18"/>
    <p:sldId id="288" r:id="rId19"/>
    <p:sldId id="343" r:id="rId20"/>
    <p:sldId id="366" r:id="rId21"/>
    <p:sldId id="367" r:id="rId22"/>
    <p:sldId id="368" r:id="rId23"/>
  </p:sldIdLst>
  <p:sldSz cx="9144000" cy="5143500" type="screen16x9"/>
  <p:notesSz cx="6858000" cy="9144000"/>
  <p:embeddedFontLst>
    <p:embeddedFont>
      <p:font typeface="Arial Black" panose="020B0A04020102020204" pitchFamily="34" charset="0"/>
      <p:bold r:id="rId25"/>
    </p:embeddedFont>
    <p:embeddedFont>
      <p:font typeface="Cambria" panose="02040503050406030204" pitchFamily="18" charset="0"/>
      <p:regular r:id="rId26"/>
      <p:bold r:id="rId27"/>
      <p:italic r:id="rId28"/>
      <p:boldItalic r:id="rId29"/>
    </p:embeddedFont>
    <p:embeddedFont>
      <p:font typeface="Lato" panose="020F0502020204030203" pitchFamily="34" charset="0"/>
      <p:regular r:id="rId30"/>
      <p:bold r:id="rId31"/>
      <p:italic r:id="rId32"/>
      <p:boldItalic r:id="rId33"/>
    </p:embeddedFont>
    <p:embeddedFont>
      <p:font typeface="Vladimir Script" panose="03050402040407070305" pitchFamily="66" charset="0"/>
      <p:regular r:id="rId3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48" roundtripDataSignature="AMtx7mgIfgr8mz0h5oJT84AK2itezMzV3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7377635-EB9D-4884-B79A-0D259F93817B}">
  <a:tblStyle styleId="{97377635-EB9D-4884-B79A-0D259F93817B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9E9E9"/>
          </a:solidFill>
        </a:fill>
      </a:tcStyle>
    </a:wholeTbl>
    <a:band1H>
      <a:tcTxStyle/>
      <a:tcStyle>
        <a:tcBdr/>
        <a:fill>
          <a:solidFill>
            <a:srgbClr val="D0D0D0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D0D0D0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927" autoAdjust="0"/>
    <p:restoredTop sz="94660"/>
  </p:normalViewPr>
  <p:slideViewPr>
    <p:cSldViewPr snapToGrid="0">
      <p:cViewPr varScale="1">
        <p:scale>
          <a:sx n="80" d="100"/>
          <a:sy n="80" d="100"/>
        </p:scale>
        <p:origin x="2152" y="12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955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2.fntdata"/><Relationship Id="rId21" Type="http://schemas.openxmlformats.org/officeDocument/2006/relationships/slide" Target="slides/slide20.xml"/><Relationship Id="rId34" Type="http://schemas.openxmlformats.org/officeDocument/2006/relationships/font" Target="fonts/font10.fntdata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1.fntdata"/><Relationship Id="rId33" Type="http://schemas.openxmlformats.org/officeDocument/2006/relationships/font" Target="fonts/font9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32" Type="http://schemas.openxmlformats.org/officeDocument/2006/relationships/font" Target="fonts/font8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4.fntdata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7.fntdata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3.fntdata"/><Relationship Id="rId30" Type="http://schemas.openxmlformats.org/officeDocument/2006/relationships/font" Target="fonts/font6.fntdata"/><Relationship Id="rId48" Type="http://customschemas.google.com/relationships/presentationmetadata" Target="metadata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2BC49D1-AD39-4F85-B299-0D4B3B988648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IN"/>
        </a:p>
      </dgm:t>
    </dgm:pt>
    <dgm:pt modelId="{56C12DD2-434E-46E7-A75C-3DE592CD9664}">
      <dgm:prSet/>
      <dgm:spPr/>
      <dgm:t>
        <a:bodyPr/>
        <a:lstStyle/>
        <a:p>
          <a:r>
            <a:rPr lang="en-US" b="1" i="0" baseline="0"/>
            <a:t>Customers (End Users)</a:t>
          </a:r>
          <a:endParaRPr lang="en-IN"/>
        </a:p>
      </dgm:t>
    </dgm:pt>
    <dgm:pt modelId="{3BABCBB0-B904-4F4B-ABD0-33351C05A76F}" type="parTrans" cxnId="{68574C36-8010-401E-B39E-1F10EBCD1791}">
      <dgm:prSet/>
      <dgm:spPr/>
      <dgm:t>
        <a:bodyPr/>
        <a:lstStyle/>
        <a:p>
          <a:endParaRPr lang="en-IN"/>
        </a:p>
      </dgm:t>
    </dgm:pt>
    <dgm:pt modelId="{AC7FFCD5-76F0-42E8-ACB5-20B04A596AA1}" type="sibTrans" cxnId="{68574C36-8010-401E-B39E-1F10EBCD1791}">
      <dgm:prSet/>
      <dgm:spPr/>
      <dgm:t>
        <a:bodyPr/>
        <a:lstStyle/>
        <a:p>
          <a:endParaRPr lang="en-IN"/>
        </a:p>
      </dgm:t>
    </dgm:pt>
    <dgm:pt modelId="{3F8D8000-B61A-4E53-A18D-A0F06CCA5CA1}">
      <dgm:prSet/>
      <dgm:spPr/>
      <dgm:t>
        <a:bodyPr/>
        <a:lstStyle/>
        <a:p>
          <a:r>
            <a:rPr lang="en-US" b="1" i="0" baseline="0"/>
            <a:t>Merchants / Sellers</a:t>
          </a:r>
          <a:endParaRPr lang="en-IN"/>
        </a:p>
      </dgm:t>
    </dgm:pt>
    <dgm:pt modelId="{3A1F60F6-7113-4FDC-9C04-64BC72B213CC}" type="parTrans" cxnId="{C175A591-89D4-4253-9B12-D14A470BBF07}">
      <dgm:prSet/>
      <dgm:spPr/>
      <dgm:t>
        <a:bodyPr/>
        <a:lstStyle/>
        <a:p>
          <a:endParaRPr lang="en-IN"/>
        </a:p>
      </dgm:t>
    </dgm:pt>
    <dgm:pt modelId="{BEB1C09D-86E5-4B88-9B03-DD80221573AD}" type="sibTrans" cxnId="{C175A591-89D4-4253-9B12-D14A470BBF07}">
      <dgm:prSet/>
      <dgm:spPr/>
      <dgm:t>
        <a:bodyPr/>
        <a:lstStyle/>
        <a:p>
          <a:endParaRPr lang="en-IN"/>
        </a:p>
      </dgm:t>
    </dgm:pt>
    <dgm:pt modelId="{57078D1E-3636-4ACC-9B5F-A01F64CA4086}">
      <dgm:prSet/>
      <dgm:spPr/>
      <dgm:t>
        <a:bodyPr/>
        <a:lstStyle/>
        <a:p>
          <a:r>
            <a:rPr lang="en-US" b="1" i="0" baseline="0"/>
            <a:t>Banks &amp; Financial Institutions</a:t>
          </a:r>
          <a:endParaRPr lang="en-IN"/>
        </a:p>
      </dgm:t>
    </dgm:pt>
    <dgm:pt modelId="{CF1F625D-3A88-4638-B6A2-757891B95E65}" type="parTrans" cxnId="{5365F46A-FB9B-496B-9701-92BF8492D914}">
      <dgm:prSet/>
      <dgm:spPr/>
      <dgm:t>
        <a:bodyPr/>
        <a:lstStyle/>
        <a:p>
          <a:endParaRPr lang="en-IN"/>
        </a:p>
      </dgm:t>
    </dgm:pt>
    <dgm:pt modelId="{D46C524D-CFF2-454C-8761-A148E4562745}" type="sibTrans" cxnId="{5365F46A-FB9B-496B-9701-92BF8492D914}">
      <dgm:prSet/>
      <dgm:spPr/>
      <dgm:t>
        <a:bodyPr/>
        <a:lstStyle/>
        <a:p>
          <a:endParaRPr lang="en-IN"/>
        </a:p>
      </dgm:t>
    </dgm:pt>
    <dgm:pt modelId="{97550BC6-8576-4875-9A21-7C9D86882F8D}">
      <dgm:prSet/>
      <dgm:spPr/>
      <dgm:t>
        <a:bodyPr/>
        <a:lstStyle/>
        <a:p>
          <a:r>
            <a:rPr lang="en-US" b="1" i="0" baseline="0"/>
            <a:t>Payment Gateway Providers</a:t>
          </a:r>
          <a:r>
            <a:rPr lang="en-US" b="0" i="0" baseline="0"/>
            <a:t> (Razorpay, PayPal, Paytm, etc.)</a:t>
          </a:r>
          <a:endParaRPr lang="en-IN"/>
        </a:p>
      </dgm:t>
    </dgm:pt>
    <dgm:pt modelId="{A5897AAA-164D-4B92-B154-E3ABEF43EB42}" type="parTrans" cxnId="{D3DDAB6C-A119-462B-8B3E-60A20BD16418}">
      <dgm:prSet/>
      <dgm:spPr/>
      <dgm:t>
        <a:bodyPr/>
        <a:lstStyle/>
        <a:p>
          <a:endParaRPr lang="en-IN"/>
        </a:p>
      </dgm:t>
    </dgm:pt>
    <dgm:pt modelId="{16310608-CB5B-49E8-A1CA-BCA90B0AC93D}" type="sibTrans" cxnId="{D3DDAB6C-A119-462B-8B3E-60A20BD16418}">
      <dgm:prSet/>
      <dgm:spPr/>
      <dgm:t>
        <a:bodyPr/>
        <a:lstStyle/>
        <a:p>
          <a:endParaRPr lang="en-IN"/>
        </a:p>
      </dgm:t>
    </dgm:pt>
    <dgm:pt modelId="{23F714FD-4F7D-4EA2-A7FE-5A9185AA6D47}">
      <dgm:prSet/>
      <dgm:spPr/>
      <dgm:t>
        <a:bodyPr/>
        <a:lstStyle/>
        <a:p>
          <a:r>
            <a:rPr lang="en-US" b="1" i="0" baseline="0"/>
            <a:t>System Administrators</a:t>
          </a:r>
          <a:endParaRPr lang="en-IN"/>
        </a:p>
      </dgm:t>
    </dgm:pt>
    <dgm:pt modelId="{2BC56DDE-B961-4DDF-A7EC-2B1434F4B6F2}" type="parTrans" cxnId="{241AB117-762D-4F2B-ABF2-5F4CF413F914}">
      <dgm:prSet/>
      <dgm:spPr/>
      <dgm:t>
        <a:bodyPr/>
        <a:lstStyle/>
        <a:p>
          <a:endParaRPr lang="en-IN"/>
        </a:p>
      </dgm:t>
    </dgm:pt>
    <dgm:pt modelId="{2164E628-9173-44EA-956B-F43E65F445AF}" type="sibTrans" cxnId="{241AB117-762D-4F2B-ABF2-5F4CF413F914}">
      <dgm:prSet/>
      <dgm:spPr/>
      <dgm:t>
        <a:bodyPr/>
        <a:lstStyle/>
        <a:p>
          <a:endParaRPr lang="en-IN"/>
        </a:p>
      </dgm:t>
    </dgm:pt>
    <dgm:pt modelId="{8ACC7340-808E-4B94-A88B-10AF18EDC575}">
      <dgm:prSet/>
      <dgm:spPr/>
      <dgm:t>
        <a:bodyPr/>
        <a:lstStyle/>
        <a:p>
          <a:r>
            <a:rPr lang="en-US" b="1" i="0" baseline="0"/>
            <a:t>Business Managers</a:t>
          </a:r>
          <a:endParaRPr lang="en-IN"/>
        </a:p>
      </dgm:t>
    </dgm:pt>
    <dgm:pt modelId="{FD8FD3A0-595F-48F1-965F-CF733DDD1A68}" type="parTrans" cxnId="{C69C556B-B57A-46C7-8A9F-C37514C39DD6}">
      <dgm:prSet/>
      <dgm:spPr/>
      <dgm:t>
        <a:bodyPr/>
        <a:lstStyle/>
        <a:p>
          <a:endParaRPr lang="en-IN"/>
        </a:p>
      </dgm:t>
    </dgm:pt>
    <dgm:pt modelId="{7918B3E3-174C-4B1D-8318-37B61C126815}" type="sibTrans" cxnId="{C69C556B-B57A-46C7-8A9F-C37514C39DD6}">
      <dgm:prSet/>
      <dgm:spPr/>
      <dgm:t>
        <a:bodyPr/>
        <a:lstStyle/>
        <a:p>
          <a:endParaRPr lang="en-IN"/>
        </a:p>
      </dgm:t>
    </dgm:pt>
    <dgm:pt modelId="{6F4CEB02-6F7C-4733-AD48-4C8B7F5EF80B}">
      <dgm:prSet/>
      <dgm:spPr/>
      <dgm:t>
        <a:bodyPr/>
        <a:lstStyle/>
        <a:p>
          <a:r>
            <a:rPr lang="en-US" b="1" i="0" baseline="0"/>
            <a:t>Security &amp; Compliance Authorities</a:t>
          </a:r>
          <a:endParaRPr lang="en-IN"/>
        </a:p>
      </dgm:t>
    </dgm:pt>
    <dgm:pt modelId="{BEF41059-15C4-4447-B0B4-A6D4ECE06661}" type="parTrans" cxnId="{E6AEE237-B453-41E4-8C52-9CD66C7B1F12}">
      <dgm:prSet/>
      <dgm:spPr/>
      <dgm:t>
        <a:bodyPr/>
        <a:lstStyle/>
        <a:p>
          <a:endParaRPr lang="en-IN"/>
        </a:p>
      </dgm:t>
    </dgm:pt>
    <dgm:pt modelId="{256FD742-3088-411C-9EE6-57E02A122549}" type="sibTrans" cxnId="{E6AEE237-B453-41E4-8C52-9CD66C7B1F12}">
      <dgm:prSet/>
      <dgm:spPr/>
      <dgm:t>
        <a:bodyPr/>
        <a:lstStyle/>
        <a:p>
          <a:endParaRPr lang="en-IN"/>
        </a:p>
      </dgm:t>
    </dgm:pt>
    <dgm:pt modelId="{CFC48394-0051-4825-BE43-0DBCC4CB8E24}" type="pres">
      <dgm:prSet presAssocID="{F2BC49D1-AD39-4F85-B299-0D4B3B988648}" presName="diagram" presStyleCnt="0">
        <dgm:presLayoutVars>
          <dgm:dir/>
          <dgm:resizeHandles val="exact"/>
        </dgm:presLayoutVars>
      </dgm:prSet>
      <dgm:spPr/>
    </dgm:pt>
    <dgm:pt modelId="{36F35CAA-4407-48BD-8A6D-3673F77B61CD}" type="pres">
      <dgm:prSet presAssocID="{56C12DD2-434E-46E7-A75C-3DE592CD9664}" presName="node" presStyleLbl="node1" presStyleIdx="0" presStyleCnt="7">
        <dgm:presLayoutVars>
          <dgm:bulletEnabled val="1"/>
        </dgm:presLayoutVars>
      </dgm:prSet>
      <dgm:spPr/>
    </dgm:pt>
    <dgm:pt modelId="{12EEE22C-83C9-42E4-AE27-AC4D35E61083}" type="pres">
      <dgm:prSet presAssocID="{AC7FFCD5-76F0-42E8-ACB5-20B04A596AA1}" presName="sibTrans" presStyleCnt="0"/>
      <dgm:spPr/>
    </dgm:pt>
    <dgm:pt modelId="{3FB16B7B-742D-4A3E-BB44-2EA1F0668030}" type="pres">
      <dgm:prSet presAssocID="{3F8D8000-B61A-4E53-A18D-A0F06CCA5CA1}" presName="node" presStyleLbl="node1" presStyleIdx="1" presStyleCnt="7">
        <dgm:presLayoutVars>
          <dgm:bulletEnabled val="1"/>
        </dgm:presLayoutVars>
      </dgm:prSet>
      <dgm:spPr/>
    </dgm:pt>
    <dgm:pt modelId="{63C16274-37D3-4757-807C-A87864B045E3}" type="pres">
      <dgm:prSet presAssocID="{BEB1C09D-86E5-4B88-9B03-DD80221573AD}" presName="sibTrans" presStyleCnt="0"/>
      <dgm:spPr/>
    </dgm:pt>
    <dgm:pt modelId="{02DA772D-8A4F-4562-9745-E5D531195254}" type="pres">
      <dgm:prSet presAssocID="{57078D1E-3636-4ACC-9B5F-A01F64CA4086}" presName="node" presStyleLbl="node1" presStyleIdx="2" presStyleCnt="7" custLinFactNeighborX="427" custLinFactNeighborY="814">
        <dgm:presLayoutVars>
          <dgm:bulletEnabled val="1"/>
        </dgm:presLayoutVars>
      </dgm:prSet>
      <dgm:spPr/>
    </dgm:pt>
    <dgm:pt modelId="{FAB0222F-38B5-4357-97AA-E82ACEB92F31}" type="pres">
      <dgm:prSet presAssocID="{D46C524D-CFF2-454C-8761-A148E4562745}" presName="sibTrans" presStyleCnt="0"/>
      <dgm:spPr/>
    </dgm:pt>
    <dgm:pt modelId="{C1F1BE47-F6A7-469B-B931-245E5B79CCCF}" type="pres">
      <dgm:prSet presAssocID="{97550BC6-8576-4875-9A21-7C9D86882F8D}" presName="node" presStyleLbl="node1" presStyleIdx="3" presStyleCnt="7">
        <dgm:presLayoutVars>
          <dgm:bulletEnabled val="1"/>
        </dgm:presLayoutVars>
      </dgm:prSet>
      <dgm:spPr/>
    </dgm:pt>
    <dgm:pt modelId="{FF2110B4-40B2-405E-8E3D-0F9C134C09A9}" type="pres">
      <dgm:prSet presAssocID="{16310608-CB5B-49E8-A1CA-BCA90B0AC93D}" presName="sibTrans" presStyleCnt="0"/>
      <dgm:spPr/>
    </dgm:pt>
    <dgm:pt modelId="{724403D6-9BB1-426B-BF55-1861E5876E70}" type="pres">
      <dgm:prSet presAssocID="{23F714FD-4F7D-4EA2-A7FE-5A9185AA6D47}" presName="node" presStyleLbl="node1" presStyleIdx="4" presStyleCnt="7">
        <dgm:presLayoutVars>
          <dgm:bulletEnabled val="1"/>
        </dgm:presLayoutVars>
      </dgm:prSet>
      <dgm:spPr/>
    </dgm:pt>
    <dgm:pt modelId="{6BDDF5E7-0B56-4DE6-B227-B00D0570AAFA}" type="pres">
      <dgm:prSet presAssocID="{2164E628-9173-44EA-956B-F43E65F445AF}" presName="sibTrans" presStyleCnt="0"/>
      <dgm:spPr/>
    </dgm:pt>
    <dgm:pt modelId="{A5E981D7-3B2D-4104-B5AC-1CF8C6484EA7}" type="pres">
      <dgm:prSet presAssocID="{8ACC7340-808E-4B94-A88B-10AF18EDC575}" presName="node" presStyleLbl="node1" presStyleIdx="5" presStyleCnt="7">
        <dgm:presLayoutVars>
          <dgm:bulletEnabled val="1"/>
        </dgm:presLayoutVars>
      </dgm:prSet>
      <dgm:spPr/>
    </dgm:pt>
    <dgm:pt modelId="{FFD05876-C2DC-4341-B835-3F4D99858EDC}" type="pres">
      <dgm:prSet presAssocID="{7918B3E3-174C-4B1D-8318-37B61C126815}" presName="sibTrans" presStyleCnt="0"/>
      <dgm:spPr/>
    </dgm:pt>
    <dgm:pt modelId="{C0611C32-B571-4AD4-88AD-06EBA9283ABF}" type="pres">
      <dgm:prSet presAssocID="{6F4CEB02-6F7C-4733-AD48-4C8B7F5EF80B}" presName="node" presStyleLbl="node1" presStyleIdx="6" presStyleCnt="7">
        <dgm:presLayoutVars>
          <dgm:bulletEnabled val="1"/>
        </dgm:presLayoutVars>
      </dgm:prSet>
      <dgm:spPr/>
    </dgm:pt>
  </dgm:ptLst>
  <dgm:cxnLst>
    <dgm:cxn modelId="{588ADE12-B50A-4D18-B453-3E2C208ED9A7}" type="presOf" srcId="{23F714FD-4F7D-4EA2-A7FE-5A9185AA6D47}" destId="{724403D6-9BB1-426B-BF55-1861E5876E70}" srcOrd="0" destOrd="0" presId="urn:microsoft.com/office/officeart/2005/8/layout/default"/>
    <dgm:cxn modelId="{EA6A2A14-7F76-43A1-B99B-F0424C749F3E}" type="presOf" srcId="{F2BC49D1-AD39-4F85-B299-0D4B3B988648}" destId="{CFC48394-0051-4825-BE43-0DBCC4CB8E24}" srcOrd="0" destOrd="0" presId="urn:microsoft.com/office/officeart/2005/8/layout/default"/>
    <dgm:cxn modelId="{241AB117-762D-4F2B-ABF2-5F4CF413F914}" srcId="{F2BC49D1-AD39-4F85-B299-0D4B3B988648}" destId="{23F714FD-4F7D-4EA2-A7FE-5A9185AA6D47}" srcOrd="4" destOrd="0" parTransId="{2BC56DDE-B961-4DDF-A7EC-2B1434F4B6F2}" sibTransId="{2164E628-9173-44EA-956B-F43E65F445AF}"/>
    <dgm:cxn modelId="{68574C36-8010-401E-B39E-1F10EBCD1791}" srcId="{F2BC49D1-AD39-4F85-B299-0D4B3B988648}" destId="{56C12DD2-434E-46E7-A75C-3DE592CD9664}" srcOrd="0" destOrd="0" parTransId="{3BABCBB0-B904-4F4B-ABD0-33351C05A76F}" sibTransId="{AC7FFCD5-76F0-42E8-ACB5-20B04A596AA1}"/>
    <dgm:cxn modelId="{E6AEE237-B453-41E4-8C52-9CD66C7B1F12}" srcId="{F2BC49D1-AD39-4F85-B299-0D4B3B988648}" destId="{6F4CEB02-6F7C-4733-AD48-4C8B7F5EF80B}" srcOrd="6" destOrd="0" parTransId="{BEF41059-15C4-4447-B0B4-A6D4ECE06661}" sibTransId="{256FD742-3088-411C-9EE6-57E02A122549}"/>
    <dgm:cxn modelId="{5365F46A-FB9B-496B-9701-92BF8492D914}" srcId="{F2BC49D1-AD39-4F85-B299-0D4B3B988648}" destId="{57078D1E-3636-4ACC-9B5F-A01F64CA4086}" srcOrd="2" destOrd="0" parTransId="{CF1F625D-3A88-4638-B6A2-757891B95E65}" sibTransId="{D46C524D-CFF2-454C-8761-A148E4562745}"/>
    <dgm:cxn modelId="{C69C556B-B57A-46C7-8A9F-C37514C39DD6}" srcId="{F2BC49D1-AD39-4F85-B299-0D4B3B988648}" destId="{8ACC7340-808E-4B94-A88B-10AF18EDC575}" srcOrd="5" destOrd="0" parTransId="{FD8FD3A0-595F-48F1-965F-CF733DDD1A68}" sibTransId="{7918B3E3-174C-4B1D-8318-37B61C126815}"/>
    <dgm:cxn modelId="{D3DDAB6C-A119-462B-8B3E-60A20BD16418}" srcId="{F2BC49D1-AD39-4F85-B299-0D4B3B988648}" destId="{97550BC6-8576-4875-9A21-7C9D86882F8D}" srcOrd="3" destOrd="0" parTransId="{A5897AAA-164D-4B92-B154-E3ABEF43EB42}" sibTransId="{16310608-CB5B-49E8-A1CA-BCA90B0AC93D}"/>
    <dgm:cxn modelId="{60F19671-A9DF-4CFC-AB9E-6A4F727325A2}" type="presOf" srcId="{8ACC7340-808E-4B94-A88B-10AF18EDC575}" destId="{A5E981D7-3B2D-4104-B5AC-1CF8C6484EA7}" srcOrd="0" destOrd="0" presId="urn:microsoft.com/office/officeart/2005/8/layout/default"/>
    <dgm:cxn modelId="{48146487-B884-46CA-99A3-7CF08F37EFAC}" type="presOf" srcId="{6F4CEB02-6F7C-4733-AD48-4C8B7F5EF80B}" destId="{C0611C32-B571-4AD4-88AD-06EBA9283ABF}" srcOrd="0" destOrd="0" presId="urn:microsoft.com/office/officeart/2005/8/layout/default"/>
    <dgm:cxn modelId="{C175A591-89D4-4253-9B12-D14A470BBF07}" srcId="{F2BC49D1-AD39-4F85-B299-0D4B3B988648}" destId="{3F8D8000-B61A-4E53-A18D-A0F06CCA5CA1}" srcOrd="1" destOrd="0" parTransId="{3A1F60F6-7113-4FDC-9C04-64BC72B213CC}" sibTransId="{BEB1C09D-86E5-4B88-9B03-DD80221573AD}"/>
    <dgm:cxn modelId="{FCB33FA7-97CE-4645-8AF2-31CA0AC89205}" type="presOf" srcId="{56C12DD2-434E-46E7-A75C-3DE592CD9664}" destId="{36F35CAA-4407-48BD-8A6D-3673F77B61CD}" srcOrd="0" destOrd="0" presId="urn:microsoft.com/office/officeart/2005/8/layout/default"/>
    <dgm:cxn modelId="{66C77EC3-49DE-4CDA-BBFC-E45B477AF0F2}" type="presOf" srcId="{97550BC6-8576-4875-9A21-7C9D86882F8D}" destId="{C1F1BE47-F6A7-469B-B931-245E5B79CCCF}" srcOrd="0" destOrd="0" presId="urn:microsoft.com/office/officeart/2005/8/layout/default"/>
    <dgm:cxn modelId="{94B780DE-F9CC-4860-8C24-AC2563BCE45A}" type="presOf" srcId="{3F8D8000-B61A-4E53-A18D-A0F06CCA5CA1}" destId="{3FB16B7B-742D-4A3E-BB44-2EA1F0668030}" srcOrd="0" destOrd="0" presId="urn:microsoft.com/office/officeart/2005/8/layout/default"/>
    <dgm:cxn modelId="{63D3CBFA-F23C-4694-8C24-B8FE527D9288}" type="presOf" srcId="{57078D1E-3636-4ACC-9B5F-A01F64CA4086}" destId="{02DA772D-8A4F-4562-9745-E5D531195254}" srcOrd="0" destOrd="0" presId="urn:microsoft.com/office/officeart/2005/8/layout/default"/>
    <dgm:cxn modelId="{721FA0EA-E20D-40C7-87B8-E4BD3C2089D8}" type="presParOf" srcId="{CFC48394-0051-4825-BE43-0DBCC4CB8E24}" destId="{36F35CAA-4407-48BD-8A6D-3673F77B61CD}" srcOrd="0" destOrd="0" presId="urn:microsoft.com/office/officeart/2005/8/layout/default"/>
    <dgm:cxn modelId="{5F5B158C-8400-47F2-8EAD-BBAD3491AF4A}" type="presParOf" srcId="{CFC48394-0051-4825-BE43-0DBCC4CB8E24}" destId="{12EEE22C-83C9-42E4-AE27-AC4D35E61083}" srcOrd="1" destOrd="0" presId="urn:microsoft.com/office/officeart/2005/8/layout/default"/>
    <dgm:cxn modelId="{EF15DCC6-291A-4810-908F-6B143E454000}" type="presParOf" srcId="{CFC48394-0051-4825-BE43-0DBCC4CB8E24}" destId="{3FB16B7B-742D-4A3E-BB44-2EA1F0668030}" srcOrd="2" destOrd="0" presId="urn:microsoft.com/office/officeart/2005/8/layout/default"/>
    <dgm:cxn modelId="{39B2F435-68C8-4947-96E5-F2C3F1DC4AF1}" type="presParOf" srcId="{CFC48394-0051-4825-BE43-0DBCC4CB8E24}" destId="{63C16274-37D3-4757-807C-A87864B045E3}" srcOrd="3" destOrd="0" presId="urn:microsoft.com/office/officeart/2005/8/layout/default"/>
    <dgm:cxn modelId="{FC46FEDE-1BC6-4D28-A2E3-539E0B937113}" type="presParOf" srcId="{CFC48394-0051-4825-BE43-0DBCC4CB8E24}" destId="{02DA772D-8A4F-4562-9745-E5D531195254}" srcOrd="4" destOrd="0" presId="urn:microsoft.com/office/officeart/2005/8/layout/default"/>
    <dgm:cxn modelId="{691140DB-CB15-4949-A125-336936B25BB8}" type="presParOf" srcId="{CFC48394-0051-4825-BE43-0DBCC4CB8E24}" destId="{FAB0222F-38B5-4357-97AA-E82ACEB92F31}" srcOrd="5" destOrd="0" presId="urn:microsoft.com/office/officeart/2005/8/layout/default"/>
    <dgm:cxn modelId="{8D53904B-FBF4-4541-AF22-79037ECBB929}" type="presParOf" srcId="{CFC48394-0051-4825-BE43-0DBCC4CB8E24}" destId="{C1F1BE47-F6A7-469B-B931-245E5B79CCCF}" srcOrd="6" destOrd="0" presId="urn:microsoft.com/office/officeart/2005/8/layout/default"/>
    <dgm:cxn modelId="{AD8E8F21-1593-45CC-B55C-803F142EA643}" type="presParOf" srcId="{CFC48394-0051-4825-BE43-0DBCC4CB8E24}" destId="{FF2110B4-40B2-405E-8E3D-0F9C134C09A9}" srcOrd="7" destOrd="0" presId="urn:microsoft.com/office/officeart/2005/8/layout/default"/>
    <dgm:cxn modelId="{30A27365-A7C5-41D6-87F2-7DDC01F4A2F1}" type="presParOf" srcId="{CFC48394-0051-4825-BE43-0DBCC4CB8E24}" destId="{724403D6-9BB1-426B-BF55-1861E5876E70}" srcOrd="8" destOrd="0" presId="urn:microsoft.com/office/officeart/2005/8/layout/default"/>
    <dgm:cxn modelId="{FA6443E6-8160-4A93-9DB9-879C27553F1F}" type="presParOf" srcId="{CFC48394-0051-4825-BE43-0DBCC4CB8E24}" destId="{6BDDF5E7-0B56-4DE6-B227-B00D0570AAFA}" srcOrd="9" destOrd="0" presId="urn:microsoft.com/office/officeart/2005/8/layout/default"/>
    <dgm:cxn modelId="{40D86208-82F7-48EA-8860-6EF4889F0362}" type="presParOf" srcId="{CFC48394-0051-4825-BE43-0DBCC4CB8E24}" destId="{A5E981D7-3B2D-4104-B5AC-1CF8C6484EA7}" srcOrd="10" destOrd="0" presId="urn:microsoft.com/office/officeart/2005/8/layout/default"/>
    <dgm:cxn modelId="{3CCA402C-615E-4641-99C6-B69363C28D85}" type="presParOf" srcId="{CFC48394-0051-4825-BE43-0DBCC4CB8E24}" destId="{FFD05876-C2DC-4341-B835-3F4D99858EDC}" srcOrd="11" destOrd="0" presId="urn:microsoft.com/office/officeart/2005/8/layout/default"/>
    <dgm:cxn modelId="{97D818B5-40CF-4B20-97B4-ABA6FCB8FB49}" type="presParOf" srcId="{CFC48394-0051-4825-BE43-0DBCC4CB8E24}" destId="{C0611C32-B571-4AD4-88AD-06EBA9283ABF}" srcOrd="12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4399FDF-ED25-4DCD-A228-62CFE9CCDCA7}" type="doc">
      <dgm:prSet loTypeId="urn:microsoft.com/office/officeart/2005/8/layout/lProcess3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0AD91F9B-D320-4B3F-88C4-1464E8A0736F}">
      <dgm:prSet custT="1"/>
      <dgm:spPr/>
      <dgm:t>
        <a:bodyPr/>
        <a:lstStyle/>
        <a:p>
          <a:r>
            <a:rPr lang="en-IN" sz="1000" b="1" i="0" dirty="0"/>
            <a:t>User Account &amp; Authentication</a:t>
          </a:r>
          <a:endParaRPr lang="en-IN" sz="1000" dirty="0"/>
        </a:p>
      </dgm:t>
    </dgm:pt>
    <dgm:pt modelId="{0E7C6061-5FDA-4182-A8A4-76393C5AACF2}" type="parTrans" cxnId="{78B70BF6-8777-4FF3-8F5F-01C237D98978}">
      <dgm:prSet/>
      <dgm:spPr/>
      <dgm:t>
        <a:bodyPr/>
        <a:lstStyle/>
        <a:p>
          <a:endParaRPr lang="en-IN"/>
        </a:p>
      </dgm:t>
    </dgm:pt>
    <dgm:pt modelId="{C5D0B18E-C78B-4A42-8D7D-D265441A5F63}" type="sibTrans" cxnId="{78B70BF6-8777-4FF3-8F5F-01C237D98978}">
      <dgm:prSet/>
      <dgm:spPr/>
      <dgm:t>
        <a:bodyPr/>
        <a:lstStyle/>
        <a:p>
          <a:endParaRPr lang="en-IN"/>
        </a:p>
      </dgm:t>
    </dgm:pt>
    <dgm:pt modelId="{3BFED8E7-B845-43AD-B577-3B8D80E3C2F1}">
      <dgm:prSet custT="1"/>
      <dgm:spPr/>
      <dgm:t>
        <a:bodyPr/>
        <a:lstStyle/>
        <a:p>
          <a:r>
            <a:rPr lang="en-IN" sz="1000" b="0" i="0"/>
            <a:t>User registration and login</a:t>
          </a:r>
          <a:endParaRPr lang="en-IN" sz="1000"/>
        </a:p>
      </dgm:t>
    </dgm:pt>
    <dgm:pt modelId="{B5B9F5DA-D483-48B7-B051-3E42BFD0ED26}" type="parTrans" cxnId="{428BBBC0-6E3F-4430-A18B-B760D8D5E08A}">
      <dgm:prSet/>
      <dgm:spPr/>
      <dgm:t>
        <a:bodyPr/>
        <a:lstStyle/>
        <a:p>
          <a:endParaRPr lang="en-IN"/>
        </a:p>
      </dgm:t>
    </dgm:pt>
    <dgm:pt modelId="{E4CCA993-58F4-45C4-8D2F-7A5A393302F4}" type="sibTrans" cxnId="{428BBBC0-6E3F-4430-A18B-B760D8D5E08A}">
      <dgm:prSet/>
      <dgm:spPr/>
      <dgm:t>
        <a:bodyPr/>
        <a:lstStyle/>
        <a:p>
          <a:endParaRPr lang="en-IN"/>
        </a:p>
      </dgm:t>
    </dgm:pt>
    <dgm:pt modelId="{FEECEBAE-F228-4C93-AFD5-EE4D63646E5E}">
      <dgm:prSet custT="1"/>
      <dgm:spPr/>
      <dgm:t>
        <a:bodyPr/>
        <a:lstStyle/>
        <a:p>
          <a:r>
            <a:rPr lang="en-IN" sz="1000" b="0" i="0"/>
            <a:t>OTP-based verification</a:t>
          </a:r>
          <a:endParaRPr lang="en-IN" sz="1000"/>
        </a:p>
      </dgm:t>
    </dgm:pt>
    <dgm:pt modelId="{C1D160B2-3523-498F-9CA3-006C4BE0DF30}" type="parTrans" cxnId="{446C322C-377A-4FDE-921D-5ED4D5102A63}">
      <dgm:prSet/>
      <dgm:spPr/>
      <dgm:t>
        <a:bodyPr/>
        <a:lstStyle/>
        <a:p>
          <a:endParaRPr lang="en-IN"/>
        </a:p>
      </dgm:t>
    </dgm:pt>
    <dgm:pt modelId="{0EE27DDA-37BF-4FFD-8E39-F3DF9951E20C}" type="sibTrans" cxnId="{446C322C-377A-4FDE-921D-5ED4D5102A63}">
      <dgm:prSet/>
      <dgm:spPr/>
      <dgm:t>
        <a:bodyPr/>
        <a:lstStyle/>
        <a:p>
          <a:endParaRPr lang="en-IN"/>
        </a:p>
      </dgm:t>
    </dgm:pt>
    <dgm:pt modelId="{8BE5209E-B499-47A3-8659-9FEBE638B254}">
      <dgm:prSet custT="1"/>
      <dgm:spPr/>
      <dgm:t>
        <a:bodyPr/>
        <a:lstStyle/>
        <a:p>
          <a:r>
            <a:rPr lang="en-IN" sz="1000" b="0" i="0" dirty="0"/>
            <a:t>Password reset, 2-factor authentication</a:t>
          </a:r>
          <a:endParaRPr lang="en-IN" sz="1000" dirty="0"/>
        </a:p>
      </dgm:t>
    </dgm:pt>
    <dgm:pt modelId="{FF68060D-52D6-49A6-BA10-257CB70F5881}" type="parTrans" cxnId="{AF18A83D-816C-4B8D-B6A1-61D8C2D4B01E}">
      <dgm:prSet/>
      <dgm:spPr/>
      <dgm:t>
        <a:bodyPr/>
        <a:lstStyle/>
        <a:p>
          <a:endParaRPr lang="en-IN"/>
        </a:p>
      </dgm:t>
    </dgm:pt>
    <dgm:pt modelId="{B4D7E18A-006F-4F93-8B1B-E76A5A0A8F50}" type="sibTrans" cxnId="{AF18A83D-816C-4B8D-B6A1-61D8C2D4B01E}">
      <dgm:prSet/>
      <dgm:spPr/>
      <dgm:t>
        <a:bodyPr/>
        <a:lstStyle/>
        <a:p>
          <a:endParaRPr lang="en-IN"/>
        </a:p>
      </dgm:t>
    </dgm:pt>
    <dgm:pt modelId="{229152BA-338B-4A1D-9D07-C5FB54117122}">
      <dgm:prSet custT="1"/>
      <dgm:spPr/>
      <dgm:t>
        <a:bodyPr/>
        <a:lstStyle/>
        <a:p>
          <a:r>
            <a:rPr lang="en-IN" sz="1000" b="1" i="0"/>
            <a:t>Payment Processing</a:t>
          </a:r>
          <a:endParaRPr lang="en-IN" sz="1000"/>
        </a:p>
      </dgm:t>
    </dgm:pt>
    <dgm:pt modelId="{107E14EC-6F8C-43EE-827E-4074A57A3A4B}" type="parTrans" cxnId="{0EF303C9-58B7-48C3-865C-B417CB53CC45}">
      <dgm:prSet/>
      <dgm:spPr/>
      <dgm:t>
        <a:bodyPr/>
        <a:lstStyle/>
        <a:p>
          <a:endParaRPr lang="en-IN"/>
        </a:p>
      </dgm:t>
    </dgm:pt>
    <dgm:pt modelId="{ABDA8F6B-EA95-42C9-9069-953F2BE2DCBA}" type="sibTrans" cxnId="{0EF303C9-58B7-48C3-865C-B417CB53CC45}">
      <dgm:prSet/>
      <dgm:spPr/>
      <dgm:t>
        <a:bodyPr/>
        <a:lstStyle/>
        <a:p>
          <a:endParaRPr lang="en-IN"/>
        </a:p>
      </dgm:t>
    </dgm:pt>
    <dgm:pt modelId="{963E8054-1CF1-49AC-B9B9-E65C53175DDC}">
      <dgm:prSet custT="1"/>
      <dgm:spPr/>
      <dgm:t>
        <a:bodyPr/>
        <a:lstStyle/>
        <a:p>
          <a:r>
            <a:rPr lang="en-IN" sz="1000" b="0" i="0" dirty="0"/>
            <a:t>Initiate payment</a:t>
          </a:r>
          <a:endParaRPr lang="en-IN" sz="1000" dirty="0"/>
        </a:p>
      </dgm:t>
    </dgm:pt>
    <dgm:pt modelId="{79C44BFC-CB19-43CB-9B56-45B98F8B4241}" type="parTrans" cxnId="{C3FFA3CA-E9D8-4418-8064-7C21806EF33A}">
      <dgm:prSet/>
      <dgm:spPr/>
      <dgm:t>
        <a:bodyPr/>
        <a:lstStyle/>
        <a:p>
          <a:endParaRPr lang="en-IN"/>
        </a:p>
      </dgm:t>
    </dgm:pt>
    <dgm:pt modelId="{C3F78E03-672A-4294-B2E7-C606907F26CE}" type="sibTrans" cxnId="{C3FFA3CA-E9D8-4418-8064-7C21806EF33A}">
      <dgm:prSet/>
      <dgm:spPr/>
      <dgm:t>
        <a:bodyPr/>
        <a:lstStyle/>
        <a:p>
          <a:endParaRPr lang="en-IN"/>
        </a:p>
      </dgm:t>
    </dgm:pt>
    <dgm:pt modelId="{06CA8633-DC8E-4B6F-B140-8DA62CAA7993}">
      <dgm:prSet custT="1"/>
      <dgm:spPr/>
      <dgm:t>
        <a:bodyPr/>
        <a:lstStyle/>
        <a:p>
          <a:r>
            <a:rPr lang="en-IN" sz="1000" b="0" i="0" dirty="0"/>
            <a:t>Select payment method</a:t>
          </a:r>
          <a:endParaRPr lang="en-IN" sz="1000" dirty="0"/>
        </a:p>
      </dgm:t>
    </dgm:pt>
    <dgm:pt modelId="{1DCD7DB0-4067-4034-9392-BA9522108E7A}" type="parTrans" cxnId="{2A0582A9-DB99-458B-9669-D0D06AB0AC94}">
      <dgm:prSet/>
      <dgm:spPr/>
      <dgm:t>
        <a:bodyPr/>
        <a:lstStyle/>
        <a:p>
          <a:endParaRPr lang="en-IN"/>
        </a:p>
      </dgm:t>
    </dgm:pt>
    <dgm:pt modelId="{0983367D-B042-425A-8A33-67EC3B7F3C40}" type="sibTrans" cxnId="{2A0582A9-DB99-458B-9669-D0D06AB0AC94}">
      <dgm:prSet/>
      <dgm:spPr/>
      <dgm:t>
        <a:bodyPr/>
        <a:lstStyle/>
        <a:p>
          <a:endParaRPr lang="en-IN"/>
        </a:p>
      </dgm:t>
    </dgm:pt>
    <dgm:pt modelId="{68DEC576-2FB9-4F22-BD0B-4828A04E21A8}">
      <dgm:prSet custT="1"/>
      <dgm:spPr/>
      <dgm:t>
        <a:bodyPr/>
        <a:lstStyle/>
        <a:p>
          <a:r>
            <a:rPr lang="en-IN" sz="1000" b="0" i="0" dirty="0"/>
            <a:t>Real-time </a:t>
          </a:r>
          <a:r>
            <a:rPr lang="en-IN" sz="1000" b="0" i="0"/>
            <a:t>status updates</a:t>
          </a:r>
          <a:endParaRPr lang="en-IN" sz="1000" dirty="0"/>
        </a:p>
      </dgm:t>
    </dgm:pt>
    <dgm:pt modelId="{A5B4F5C7-6B55-401A-85D8-2F6A356CD3D1}" type="parTrans" cxnId="{751A49B5-0C61-498B-819C-7C477D303C13}">
      <dgm:prSet/>
      <dgm:spPr/>
      <dgm:t>
        <a:bodyPr/>
        <a:lstStyle/>
        <a:p>
          <a:endParaRPr lang="en-IN"/>
        </a:p>
      </dgm:t>
    </dgm:pt>
    <dgm:pt modelId="{A107CD05-4334-455A-93AD-4A7ECD903A61}" type="sibTrans" cxnId="{751A49B5-0C61-498B-819C-7C477D303C13}">
      <dgm:prSet/>
      <dgm:spPr/>
      <dgm:t>
        <a:bodyPr/>
        <a:lstStyle/>
        <a:p>
          <a:endParaRPr lang="en-IN"/>
        </a:p>
      </dgm:t>
    </dgm:pt>
    <dgm:pt modelId="{9126E811-4461-46D2-B0BD-E507F8E003FD}">
      <dgm:prSet custT="1"/>
      <dgm:spPr/>
      <dgm:t>
        <a:bodyPr/>
        <a:lstStyle/>
        <a:p>
          <a:r>
            <a:rPr lang="en-IN" sz="1000" b="1" i="0"/>
            <a:t>Transaction Management</a:t>
          </a:r>
          <a:endParaRPr lang="en-IN" sz="1000"/>
        </a:p>
      </dgm:t>
    </dgm:pt>
    <dgm:pt modelId="{34F85AB0-43F3-4F71-AC6F-F426045BE3E7}" type="parTrans" cxnId="{BA60E079-7727-4471-BDE9-400F26A0E63B}">
      <dgm:prSet/>
      <dgm:spPr/>
      <dgm:t>
        <a:bodyPr/>
        <a:lstStyle/>
        <a:p>
          <a:endParaRPr lang="en-IN"/>
        </a:p>
      </dgm:t>
    </dgm:pt>
    <dgm:pt modelId="{784F6CBE-FB8D-438E-B3EB-0B445FECD1E0}" type="sibTrans" cxnId="{BA60E079-7727-4471-BDE9-400F26A0E63B}">
      <dgm:prSet/>
      <dgm:spPr/>
      <dgm:t>
        <a:bodyPr/>
        <a:lstStyle/>
        <a:p>
          <a:endParaRPr lang="en-IN"/>
        </a:p>
      </dgm:t>
    </dgm:pt>
    <dgm:pt modelId="{6C573F19-4B8E-4CB9-80D8-565A1366F793}">
      <dgm:prSet custT="1"/>
      <dgm:spPr/>
      <dgm:t>
        <a:bodyPr/>
        <a:lstStyle/>
        <a:p>
          <a:r>
            <a:rPr lang="en-IN" sz="1000" b="0" i="0"/>
            <a:t>Generate a unique transaction ID</a:t>
          </a:r>
          <a:endParaRPr lang="en-IN" sz="1000"/>
        </a:p>
      </dgm:t>
    </dgm:pt>
    <dgm:pt modelId="{687A0A12-71AA-4E79-81B4-5E154D76599F}" type="parTrans" cxnId="{BD8B76DC-A230-4730-AB57-175454BABFA4}">
      <dgm:prSet/>
      <dgm:spPr/>
      <dgm:t>
        <a:bodyPr/>
        <a:lstStyle/>
        <a:p>
          <a:endParaRPr lang="en-IN"/>
        </a:p>
      </dgm:t>
    </dgm:pt>
    <dgm:pt modelId="{19EB4852-4DD9-4CD3-909F-1E63120AC028}" type="sibTrans" cxnId="{BD8B76DC-A230-4730-AB57-175454BABFA4}">
      <dgm:prSet/>
      <dgm:spPr/>
      <dgm:t>
        <a:bodyPr/>
        <a:lstStyle/>
        <a:p>
          <a:endParaRPr lang="en-IN"/>
        </a:p>
      </dgm:t>
    </dgm:pt>
    <dgm:pt modelId="{1AC2BB71-9912-43AE-860B-0841B55E518B}">
      <dgm:prSet custT="1"/>
      <dgm:spPr/>
      <dgm:t>
        <a:bodyPr/>
        <a:lstStyle/>
        <a:p>
          <a:r>
            <a:rPr lang="en-IN" sz="1000" b="0" i="0"/>
            <a:t>Transaction history for users</a:t>
          </a:r>
          <a:endParaRPr lang="en-IN" sz="1000"/>
        </a:p>
      </dgm:t>
    </dgm:pt>
    <dgm:pt modelId="{B0A0D16B-6877-4029-A00F-2DB5A060A5C5}" type="parTrans" cxnId="{B7A5D937-2D21-477A-B48A-B38C9B4BB922}">
      <dgm:prSet/>
      <dgm:spPr/>
      <dgm:t>
        <a:bodyPr/>
        <a:lstStyle/>
        <a:p>
          <a:endParaRPr lang="en-IN"/>
        </a:p>
      </dgm:t>
    </dgm:pt>
    <dgm:pt modelId="{2FBEE2EA-F170-4EAC-ABE0-E5C321B4A2EB}" type="sibTrans" cxnId="{B7A5D937-2D21-477A-B48A-B38C9B4BB922}">
      <dgm:prSet/>
      <dgm:spPr/>
      <dgm:t>
        <a:bodyPr/>
        <a:lstStyle/>
        <a:p>
          <a:endParaRPr lang="en-IN"/>
        </a:p>
      </dgm:t>
    </dgm:pt>
    <dgm:pt modelId="{9A482542-83FF-4C78-A0DA-2158FFC22F62}">
      <dgm:prSet custT="1"/>
      <dgm:spPr/>
      <dgm:t>
        <a:bodyPr/>
        <a:lstStyle/>
        <a:p>
          <a:r>
            <a:rPr lang="en-IN" sz="1000" b="0" i="0"/>
            <a:t>Refund/chargeback processing</a:t>
          </a:r>
          <a:endParaRPr lang="en-IN" sz="1000"/>
        </a:p>
      </dgm:t>
    </dgm:pt>
    <dgm:pt modelId="{BEDA7CB2-CE13-473F-8D2C-9F5B0DD192E4}" type="parTrans" cxnId="{8EA0D197-5E84-403B-A068-E9C8E14FC964}">
      <dgm:prSet/>
      <dgm:spPr/>
      <dgm:t>
        <a:bodyPr/>
        <a:lstStyle/>
        <a:p>
          <a:endParaRPr lang="en-IN"/>
        </a:p>
      </dgm:t>
    </dgm:pt>
    <dgm:pt modelId="{7A202A9F-A528-41DD-A104-37EB88BED68E}" type="sibTrans" cxnId="{8EA0D197-5E84-403B-A068-E9C8E14FC964}">
      <dgm:prSet/>
      <dgm:spPr/>
      <dgm:t>
        <a:bodyPr/>
        <a:lstStyle/>
        <a:p>
          <a:endParaRPr lang="en-IN"/>
        </a:p>
      </dgm:t>
    </dgm:pt>
    <dgm:pt modelId="{00BA8E1A-4316-45E2-89B5-2EF598F098FA}">
      <dgm:prSet custT="1"/>
      <dgm:spPr/>
      <dgm:t>
        <a:bodyPr/>
        <a:lstStyle/>
        <a:p>
          <a:r>
            <a:rPr lang="en-IN" sz="1000" b="0" i="0"/>
            <a:t>Download receipt/invoice</a:t>
          </a:r>
          <a:endParaRPr lang="en-IN" sz="1000"/>
        </a:p>
      </dgm:t>
    </dgm:pt>
    <dgm:pt modelId="{6C53CAB1-15F4-4F61-8359-17D4A2A292CC}" type="parTrans" cxnId="{B28EF36D-CF9C-4C2A-90E8-6069EACC4D22}">
      <dgm:prSet/>
      <dgm:spPr/>
      <dgm:t>
        <a:bodyPr/>
        <a:lstStyle/>
        <a:p>
          <a:endParaRPr lang="en-IN"/>
        </a:p>
      </dgm:t>
    </dgm:pt>
    <dgm:pt modelId="{F5714A5D-4E61-498D-86B8-33272967D90B}" type="sibTrans" cxnId="{B28EF36D-CF9C-4C2A-90E8-6069EACC4D22}">
      <dgm:prSet/>
      <dgm:spPr/>
      <dgm:t>
        <a:bodyPr/>
        <a:lstStyle/>
        <a:p>
          <a:endParaRPr lang="en-IN"/>
        </a:p>
      </dgm:t>
    </dgm:pt>
    <dgm:pt modelId="{AA99DBA0-7828-4230-9459-AA6BB01B6D20}">
      <dgm:prSet custT="1"/>
      <dgm:spPr/>
      <dgm:t>
        <a:bodyPr/>
        <a:lstStyle/>
        <a:p>
          <a:r>
            <a:rPr lang="en-IN" sz="1000" b="1" i="0"/>
            <a:t>Wallet / UPI Support</a:t>
          </a:r>
          <a:endParaRPr lang="en-IN" sz="1000"/>
        </a:p>
      </dgm:t>
    </dgm:pt>
    <dgm:pt modelId="{75348559-C809-4F85-96DB-8D7AC83083B6}" type="parTrans" cxnId="{57291A5C-AA2D-46F0-B98E-EFC563DAD8D3}">
      <dgm:prSet/>
      <dgm:spPr/>
      <dgm:t>
        <a:bodyPr/>
        <a:lstStyle/>
        <a:p>
          <a:endParaRPr lang="en-IN"/>
        </a:p>
      </dgm:t>
    </dgm:pt>
    <dgm:pt modelId="{4FE3D2FC-A3F4-453A-85FF-AC041EA5E2C2}" type="sibTrans" cxnId="{57291A5C-AA2D-46F0-B98E-EFC563DAD8D3}">
      <dgm:prSet/>
      <dgm:spPr/>
      <dgm:t>
        <a:bodyPr/>
        <a:lstStyle/>
        <a:p>
          <a:endParaRPr lang="en-IN"/>
        </a:p>
      </dgm:t>
    </dgm:pt>
    <dgm:pt modelId="{F2AC5F9A-228C-4B5A-8A0C-9012DD97E01B}">
      <dgm:prSet custT="1"/>
      <dgm:spPr/>
      <dgm:t>
        <a:bodyPr/>
        <a:lstStyle/>
        <a:p>
          <a:r>
            <a:rPr lang="en-IN" sz="1000" b="0" i="0"/>
            <a:t>Add money to the wallet</a:t>
          </a:r>
          <a:endParaRPr lang="en-IN" sz="1000"/>
        </a:p>
      </dgm:t>
    </dgm:pt>
    <dgm:pt modelId="{95A6538C-A871-415B-BF22-4D5100C7F861}" type="parTrans" cxnId="{2BD25419-3277-49E8-B065-8472DFE93665}">
      <dgm:prSet/>
      <dgm:spPr/>
      <dgm:t>
        <a:bodyPr/>
        <a:lstStyle/>
        <a:p>
          <a:endParaRPr lang="en-IN"/>
        </a:p>
      </dgm:t>
    </dgm:pt>
    <dgm:pt modelId="{00FA04BB-A9B4-4C79-A408-36CE97401C12}" type="sibTrans" cxnId="{2BD25419-3277-49E8-B065-8472DFE93665}">
      <dgm:prSet/>
      <dgm:spPr/>
      <dgm:t>
        <a:bodyPr/>
        <a:lstStyle/>
        <a:p>
          <a:endParaRPr lang="en-IN"/>
        </a:p>
      </dgm:t>
    </dgm:pt>
    <dgm:pt modelId="{26766DCE-8908-4475-84FE-B7C95B461E29}">
      <dgm:prSet custT="1"/>
      <dgm:spPr/>
      <dgm:t>
        <a:bodyPr/>
        <a:lstStyle/>
        <a:p>
          <a:r>
            <a:rPr lang="en-IN" sz="1000" b="0" i="0"/>
            <a:t>UPI ID verification</a:t>
          </a:r>
          <a:endParaRPr lang="en-IN" sz="1000"/>
        </a:p>
      </dgm:t>
    </dgm:pt>
    <dgm:pt modelId="{9FEBC983-44C4-41CB-B806-6EA4DA3C73B9}" type="parTrans" cxnId="{9CB46F2F-3C3A-4F01-BF09-3F74AFE1FA37}">
      <dgm:prSet/>
      <dgm:spPr/>
      <dgm:t>
        <a:bodyPr/>
        <a:lstStyle/>
        <a:p>
          <a:endParaRPr lang="en-IN"/>
        </a:p>
      </dgm:t>
    </dgm:pt>
    <dgm:pt modelId="{ADEAA14E-4C1C-4322-8C82-929A629F5FE9}" type="sibTrans" cxnId="{9CB46F2F-3C3A-4F01-BF09-3F74AFE1FA37}">
      <dgm:prSet/>
      <dgm:spPr/>
      <dgm:t>
        <a:bodyPr/>
        <a:lstStyle/>
        <a:p>
          <a:endParaRPr lang="en-IN"/>
        </a:p>
      </dgm:t>
    </dgm:pt>
    <dgm:pt modelId="{6B303C36-8113-4EA2-B225-33E40FBA9DA6}">
      <dgm:prSet custT="1"/>
      <dgm:spPr/>
      <dgm:t>
        <a:bodyPr/>
        <a:lstStyle/>
        <a:p>
          <a:r>
            <a:rPr lang="en-IN" sz="1000" b="0" i="0"/>
            <a:t>Instant transfer</a:t>
          </a:r>
          <a:endParaRPr lang="en-IN" sz="1000"/>
        </a:p>
      </dgm:t>
    </dgm:pt>
    <dgm:pt modelId="{8FD443AF-3B6E-43D6-A84A-C9E796E9168E}" type="parTrans" cxnId="{8AAEAFA3-509F-4E04-9286-301C5A0EA5EB}">
      <dgm:prSet/>
      <dgm:spPr/>
      <dgm:t>
        <a:bodyPr/>
        <a:lstStyle/>
        <a:p>
          <a:endParaRPr lang="en-IN"/>
        </a:p>
      </dgm:t>
    </dgm:pt>
    <dgm:pt modelId="{01AB7EC0-8A9F-4801-AC12-018FCB2FDFCC}" type="sibTrans" cxnId="{8AAEAFA3-509F-4E04-9286-301C5A0EA5EB}">
      <dgm:prSet/>
      <dgm:spPr/>
      <dgm:t>
        <a:bodyPr/>
        <a:lstStyle/>
        <a:p>
          <a:endParaRPr lang="en-IN"/>
        </a:p>
      </dgm:t>
    </dgm:pt>
    <dgm:pt modelId="{C45C492B-09C9-4D7B-9D5E-3F9FAE8EC3DA}">
      <dgm:prSet custT="1"/>
      <dgm:spPr/>
      <dgm:t>
        <a:bodyPr/>
        <a:lstStyle/>
        <a:p>
          <a:r>
            <a:rPr lang="en-IN" sz="1000" b="1" i="0"/>
            <a:t>Merchant Interface</a:t>
          </a:r>
          <a:endParaRPr lang="en-IN" sz="1000"/>
        </a:p>
      </dgm:t>
    </dgm:pt>
    <dgm:pt modelId="{8DC2AEA4-B528-4050-9A45-0DD961C04C8E}" type="parTrans" cxnId="{0B25DCB8-8106-4C03-8F96-6D91E71DB021}">
      <dgm:prSet/>
      <dgm:spPr/>
      <dgm:t>
        <a:bodyPr/>
        <a:lstStyle/>
        <a:p>
          <a:endParaRPr lang="en-IN"/>
        </a:p>
      </dgm:t>
    </dgm:pt>
    <dgm:pt modelId="{5E504FE6-1AC8-4D26-BFD0-9D9A09013F3C}" type="sibTrans" cxnId="{0B25DCB8-8106-4C03-8F96-6D91E71DB021}">
      <dgm:prSet/>
      <dgm:spPr/>
      <dgm:t>
        <a:bodyPr/>
        <a:lstStyle/>
        <a:p>
          <a:endParaRPr lang="en-IN"/>
        </a:p>
      </dgm:t>
    </dgm:pt>
    <dgm:pt modelId="{7DD6F656-EA13-46ED-9A2B-C96EBCD0CEBB}">
      <dgm:prSet custT="1"/>
      <dgm:spPr/>
      <dgm:t>
        <a:bodyPr/>
        <a:lstStyle/>
        <a:p>
          <a:r>
            <a:rPr lang="en-IN" sz="1000" b="0" i="0"/>
            <a:t>Dashboard for transaction viewing</a:t>
          </a:r>
          <a:endParaRPr lang="en-IN" sz="1000"/>
        </a:p>
      </dgm:t>
    </dgm:pt>
    <dgm:pt modelId="{AA1CF7AA-2AE7-4ECC-976A-05D5A39506E2}" type="parTrans" cxnId="{41FFAAB5-D308-4DAD-B25E-30ED67F3E260}">
      <dgm:prSet/>
      <dgm:spPr/>
      <dgm:t>
        <a:bodyPr/>
        <a:lstStyle/>
        <a:p>
          <a:endParaRPr lang="en-IN"/>
        </a:p>
      </dgm:t>
    </dgm:pt>
    <dgm:pt modelId="{37592FBD-4250-4C00-9A7F-6AF0EFE6E344}" type="sibTrans" cxnId="{41FFAAB5-D308-4DAD-B25E-30ED67F3E260}">
      <dgm:prSet/>
      <dgm:spPr/>
      <dgm:t>
        <a:bodyPr/>
        <a:lstStyle/>
        <a:p>
          <a:endParaRPr lang="en-IN"/>
        </a:p>
      </dgm:t>
    </dgm:pt>
    <dgm:pt modelId="{2DE06C75-D95A-4ECB-A947-60A01881E92E}">
      <dgm:prSet custT="1"/>
      <dgm:spPr/>
      <dgm:t>
        <a:bodyPr/>
        <a:lstStyle/>
        <a:p>
          <a:r>
            <a:rPr lang="en-IN" sz="1000" b="0" i="0"/>
            <a:t>Settlement reports</a:t>
          </a:r>
          <a:endParaRPr lang="en-IN" sz="1000"/>
        </a:p>
      </dgm:t>
    </dgm:pt>
    <dgm:pt modelId="{6E7839D2-3E97-4FF8-BB03-AC7E6FFED7F8}" type="parTrans" cxnId="{37AFC0A2-4B28-49C2-B41B-80162939ADF5}">
      <dgm:prSet/>
      <dgm:spPr/>
      <dgm:t>
        <a:bodyPr/>
        <a:lstStyle/>
        <a:p>
          <a:endParaRPr lang="en-IN"/>
        </a:p>
      </dgm:t>
    </dgm:pt>
    <dgm:pt modelId="{5A010AA8-0797-41F6-9E41-CD41063D204A}" type="sibTrans" cxnId="{37AFC0A2-4B28-49C2-B41B-80162939ADF5}">
      <dgm:prSet/>
      <dgm:spPr/>
      <dgm:t>
        <a:bodyPr/>
        <a:lstStyle/>
        <a:p>
          <a:endParaRPr lang="en-IN"/>
        </a:p>
      </dgm:t>
    </dgm:pt>
    <dgm:pt modelId="{B4075C1E-97D3-4EB1-A1E6-B7917243F9C3}">
      <dgm:prSet custT="1"/>
      <dgm:spPr/>
      <dgm:t>
        <a:bodyPr/>
        <a:lstStyle/>
        <a:p>
          <a:r>
            <a:rPr lang="en-IN" sz="1000" b="0" i="0" dirty="0"/>
            <a:t>API integration</a:t>
          </a:r>
          <a:endParaRPr lang="en-IN" sz="1000" dirty="0"/>
        </a:p>
      </dgm:t>
    </dgm:pt>
    <dgm:pt modelId="{F68D27BA-E957-4549-B0F8-4288BECCB016}" type="parTrans" cxnId="{B54D6818-80BA-46E2-8D37-9FB339AEF91D}">
      <dgm:prSet/>
      <dgm:spPr/>
      <dgm:t>
        <a:bodyPr/>
        <a:lstStyle/>
        <a:p>
          <a:endParaRPr lang="en-IN"/>
        </a:p>
      </dgm:t>
    </dgm:pt>
    <dgm:pt modelId="{DA013925-F9BE-4D65-8FB5-F079555DAE19}" type="sibTrans" cxnId="{B54D6818-80BA-46E2-8D37-9FB339AEF91D}">
      <dgm:prSet/>
      <dgm:spPr/>
      <dgm:t>
        <a:bodyPr/>
        <a:lstStyle/>
        <a:p>
          <a:endParaRPr lang="en-IN"/>
        </a:p>
      </dgm:t>
    </dgm:pt>
    <dgm:pt modelId="{056A9951-A36E-48D0-B875-3477EA0DF89C}">
      <dgm:prSet custT="1"/>
      <dgm:spPr/>
      <dgm:t>
        <a:bodyPr/>
        <a:lstStyle/>
        <a:p>
          <a:r>
            <a:rPr lang="en-IN" sz="1000" b="1" i="0" dirty="0"/>
            <a:t>Notifications </a:t>
          </a:r>
          <a:r>
            <a:rPr lang="en-IN" sz="1000" b="0" i="0" dirty="0"/>
            <a:t>Email/SMS alerts for:</a:t>
          </a:r>
          <a:endParaRPr lang="en-IN" sz="1000" dirty="0"/>
        </a:p>
      </dgm:t>
    </dgm:pt>
    <dgm:pt modelId="{6D5DF86C-6B09-48A9-B346-2E68B9C0E58E}" type="parTrans" cxnId="{155048AF-F3D6-4ACF-8E81-F135EA864048}">
      <dgm:prSet/>
      <dgm:spPr/>
      <dgm:t>
        <a:bodyPr/>
        <a:lstStyle/>
        <a:p>
          <a:endParaRPr lang="en-IN"/>
        </a:p>
      </dgm:t>
    </dgm:pt>
    <dgm:pt modelId="{0C532FCC-C5FC-44B6-91F7-86E61433030B}" type="sibTrans" cxnId="{155048AF-F3D6-4ACF-8E81-F135EA864048}">
      <dgm:prSet/>
      <dgm:spPr/>
      <dgm:t>
        <a:bodyPr/>
        <a:lstStyle/>
        <a:p>
          <a:endParaRPr lang="en-IN"/>
        </a:p>
      </dgm:t>
    </dgm:pt>
    <dgm:pt modelId="{3ACF4C68-82A0-41B1-B3F6-A73E933BBCE8}">
      <dgm:prSet custT="1"/>
      <dgm:spPr/>
      <dgm:t>
        <a:bodyPr/>
        <a:lstStyle/>
        <a:p>
          <a:r>
            <a:rPr lang="en-IN" sz="1000" b="0" i="0"/>
            <a:t>Successful payment</a:t>
          </a:r>
          <a:endParaRPr lang="en-IN" sz="1000"/>
        </a:p>
      </dgm:t>
    </dgm:pt>
    <dgm:pt modelId="{C2F56BE4-4088-420F-9DD0-7EDAC5B20633}" type="parTrans" cxnId="{4B2B7523-7820-41EA-BA95-F42C15896E98}">
      <dgm:prSet/>
      <dgm:spPr/>
      <dgm:t>
        <a:bodyPr/>
        <a:lstStyle/>
        <a:p>
          <a:endParaRPr lang="en-IN"/>
        </a:p>
      </dgm:t>
    </dgm:pt>
    <dgm:pt modelId="{E5CE0545-4C50-4558-9EE1-B3B076D832B8}" type="sibTrans" cxnId="{4B2B7523-7820-41EA-BA95-F42C15896E98}">
      <dgm:prSet/>
      <dgm:spPr/>
      <dgm:t>
        <a:bodyPr/>
        <a:lstStyle/>
        <a:p>
          <a:endParaRPr lang="en-IN"/>
        </a:p>
      </dgm:t>
    </dgm:pt>
    <dgm:pt modelId="{7D094E94-D674-4281-AB7F-BA3D80DB315F}">
      <dgm:prSet custT="1"/>
      <dgm:spPr/>
      <dgm:t>
        <a:bodyPr/>
        <a:lstStyle/>
        <a:p>
          <a:r>
            <a:rPr lang="en-IN" sz="1000" b="0" i="0"/>
            <a:t>Failed payment</a:t>
          </a:r>
          <a:endParaRPr lang="en-IN" sz="1000"/>
        </a:p>
      </dgm:t>
    </dgm:pt>
    <dgm:pt modelId="{678058F7-0D38-4CE8-82F3-07DDA5A2239F}" type="parTrans" cxnId="{037E896F-44FD-44E2-8998-7559E7DFD728}">
      <dgm:prSet/>
      <dgm:spPr/>
      <dgm:t>
        <a:bodyPr/>
        <a:lstStyle/>
        <a:p>
          <a:endParaRPr lang="en-IN"/>
        </a:p>
      </dgm:t>
    </dgm:pt>
    <dgm:pt modelId="{F70D72CA-D7DE-4F6D-8C8F-4D5F083C402D}" type="sibTrans" cxnId="{037E896F-44FD-44E2-8998-7559E7DFD728}">
      <dgm:prSet/>
      <dgm:spPr/>
      <dgm:t>
        <a:bodyPr/>
        <a:lstStyle/>
        <a:p>
          <a:endParaRPr lang="en-IN"/>
        </a:p>
      </dgm:t>
    </dgm:pt>
    <dgm:pt modelId="{D66859E8-909B-4C04-9950-7355B02459E2}">
      <dgm:prSet custT="1"/>
      <dgm:spPr/>
      <dgm:t>
        <a:bodyPr/>
        <a:lstStyle/>
        <a:p>
          <a:r>
            <a:rPr lang="en-IN" sz="1000" b="0" i="0"/>
            <a:t>Refunds</a:t>
          </a:r>
          <a:endParaRPr lang="en-IN" sz="1000"/>
        </a:p>
      </dgm:t>
    </dgm:pt>
    <dgm:pt modelId="{DEF8CA53-C3C4-4B5C-BB37-20E04269C776}" type="parTrans" cxnId="{ECB52C15-ECB6-4D3E-AC9E-EBB8B076BC97}">
      <dgm:prSet/>
      <dgm:spPr/>
      <dgm:t>
        <a:bodyPr/>
        <a:lstStyle/>
        <a:p>
          <a:endParaRPr lang="en-IN"/>
        </a:p>
      </dgm:t>
    </dgm:pt>
    <dgm:pt modelId="{C584B05A-169D-45E1-8501-0806DD718CDF}" type="sibTrans" cxnId="{ECB52C15-ECB6-4D3E-AC9E-EBB8B076BC97}">
      <dgm:prSet/>
      <dgm:spPr/>
      <dgm:t>
        <a:bodyPr/>
        <a:lstStyle/>
        <a:p>
          <a:endParaRPr lang="en-IN"/>
        </a:p>
      </dgm:t>
    </dgm:pt>
    <dgm:pt modelId="{87E8E5DC-704C-41DA-ADAA-2C0C08E5BC92}">
      <dgm:prSet custT="1"/>
      <dgm:spPr/>
      <dgm:t>
        <a:bodyPr/>
        <a:lstStyle/>
        <a:p>
          <a:r>
            <a:rPr lang="en-IN" sz="1000" b="0" i="0" dirty="0"/>
            <a:t>Suspicious activity</a:t>
          </a:r>
          <a:endParaRPr lang="en-IN" sz="1000" dirty="0"/>
        </a:p>
      </dgm:t>
    </dgm:pt>
    <dgm:pt modelId="{D786E3EA-A470-4D2F-87B2-CE3C3039E2A2}" type="parTrans" cxnId="{7998154B-D05C-4676-AFFB-4448ED6F28D0}">
      <dgm:prSet/>
      <dgm:spPr/>
      <dgm:t>
        <a:bodyPr/>
        <a:lstStyle/>
        <a:p>
          <a:endParaRPr lang="en-IN"/>
        </a:p>
      </dgm:t>
    </dgm:pt>
    <dgm:pt modelId="{943D8D24-F7DE-475E-B644-52BA73D2DF29}" type="sibTrans" cxnId="{7998154B-D05C-4676-AFFB-4448ED6F28D0}">
      <dgm:prSet/>
      <dgm:spPr/>
      <dgm:t>
        <a:bodyPr/>
        <a:lstStyle/>
        <a:p>
          <a:endParaRPr lang="en-IN"/>
        </a:p>
      </dgm:t>
    </dgm:pt>
    <dgm:pt modelId="{D0241525-96F8-43AB-8B78-3C5D9045E30D}">
      <dgm:prSet custT="1"/>
      <dgm:spPr/>
      <dgm:t>
        <a:bodyPr/>
        <a:lstStyle/>
        <a:p>
          <a:r>
            <a:rPr lang="en-IN" sz="1000" b="0" i="0" dirty="0"/>
            <a:t>Payment gateway integration</a:t>
          </a:r>
          <a:endParaRPr lang="en-IN" sz="1000" dirty="0"/>
        </a:p>
      </dgm:t>
    </dgm:pt>
    <dgm:pt modelId="{D5946300-2B7D-4FD5-B966-B650BB0CF9E7}" type="parTrans" cxnId="{A7C0B1D7-1F56-48FD-90B5-72AD4FE122C2}">
      <dgm:prSet/>
      <dgm:spPr/>
      <dgm:t>
        <a:bodyPr/>
        <a:lstStyle/>
        <a:p>
          <a:endParaRPr lang="en-IN"/>
        </a:p>
      </dgm:t>
    </dgm:pt>
    <dgm:pt modelId="{50B96356-0542-44FC-B11F-3EA62951D076}" type="sibTrans" cxnId="{A7C0B1D7-1F56-48FD-90B5-72AD4FE122C2}">
      <dgm:prSet/>
      <dgm:spPr/>
      <dgm:t>
        <a:bodyPr/>
        <a:lstStyle/>
        <a:p>
          <a:endParaRPr lang="en-IN"/>
        </a:p>
      </dgm:t>
    </dgm:pt>
    <dgm:pt modelId="{26CC3911-2B61-4ED7-BB74-C66C283D1B1B}">
      <dgm:prSet custT="1"/>
      <dgm:spPr/>
      <dgm:t>
        <a:bodyPr/>
        <a:lstStyle/>
        <a:p>
          <a:r>
            <a:rPr lang="en-IN" sz="1000" b="0" i="0" dirty="0"/>
            <a:t>Transaction confirmation message</a:t>
          </a:r>
          <a:endParaRPr lang="en-IN" sz="1000" dirty="0"/>
        </a:p>
      </dgm:t>
    </dgm:pt>
    <dgm:pt modelId="{A80D608C-D7FF-453F-BA08-2A2E30BE0BD1}" type="parTrans" cxnId="{CEB37257-1F1D-4441-98FA-807BAB479379}">
      <dgm:prSet/>
      <dgm:spPr/>
      <dgm:t>
        <a:bodyPr/>
        <a:lstStyle/>
        <a:p>
          <a:endParaRPr lang="en-IN"/>
        </a:p>
      </dgm:t>
    </dgm:pt>
    <dgm:pt modelId="{9839C705-D4D2-4C1B-9E3F-53594170E378}" type="sibTrans" cxnId="{CEB37257-1F1D-4441-98FA-807BAB479379}">
      <dgm:prSet/>
      <dgm:spPr/>
      <dgm:t>
        <a:bodyPr/>
        <a:lstStyle/>
        <a:p>
          <a:endParaRPr lang="en-IN"/>
        </a:p>
      </dgm:t>
    </dgm:pt>
    <dgm:pt modelId="{651B8A26-4300-4527-8514-3D95F94EBC0D}" type="pres">
      <dgm:prSet presAssocID="{94399FDF-ED25-4DCD-A228-62CFE9CCDCA7}" presName="Name0" presStyleCnt="0">
        <dgm:presLayoutVars>
          <dgm:chPref val="3"/>
          <dgm:dir/>
          <dgm:animLvl val="lvl"/>
          <dgm:resizeHandles/>
        </dgm:presLayoutVars>
      </dgm:prSet>
      <dgm:spPr/>
    </dgm:pt>
    <dgm:pt modelId="{5BD89A07-DCA6-41B2-88AA-13B4E3A43AB0}" type="pres">
      <dgm:prSet presAssocID="{0AD91F9B-D320-4B3F-88C4-1464E8A0736F}" presName="horFlow" presStyleCnt="0"/>
      <dgm:spPr/>
    </dgm:pt>
    <dgm:pt modelId="{B14918FD-202F-4946-B486-EE15F698C4B1}" type="pres">
      <dgm:prSet presAssocID="{0AD91F9B-D320-4B3F-88C4-1464E8A0736F}" presName="bigChev" presStyleLbl="node1" presStyleIdx="0" presStyleCnt="6" custScaleX="154789" custScaleY="145765"/>
      <dgm:spPr/>
    </dgm:pt>
    <dgm:pt modelId="{82BEF65B-2B72-4B58-968A-0CA8A7BAAA80}" type="pres">
      <dgm:prSet presAssocID="{B5B9F5DA-D483-48B7-B051-3E42BFD0ED26}" presName="parTrans" presStyleCnt="0"/>
      <dgm:spPr/>
    </dgm:pt>
    <dgm:pt modelId="{FA15D54A-D828-4C30-A5B2-4CDF3D60C4EF}" type="pres">
      <dgm:prSet presAssocID="{3BFED8E7-B845-43AD-B577-3B8D80E3C2F1}" presName="node" presStyleLbl="alignAccFollowNode1" presStyleIdx="0" presStyleCnt="22" custScaleX="154789" custScaleY="145765">
        <dgm:presLayoutVars>
          <dgm:bulletEnabled val="1"/>
        </dgm:presLayoutVars>
      </dgm:prSet>
      <dgm:spPr/>
    </dgm:pt>
    <dgm:pt modelId="{63FB2125-4D01-4E7F-BFE3-AD8075269649}" type="pres">
      <dgm:prSet presAssocID="{E4CCA993-58F4-45C4-8D2F-7A5A393302F4}" presName="sibTrans" presStyleCnt="0"/>
      <dgm:spPr/>
    </dgm:pt>
    <dgm:pt modelId="{CE2EDDB8-B868-4EEA-AE5A-15C2253A726D}" type="pres">
      <dgm:prSet presAssocID="{FEECEBAE-F228-4C93-AFD5-EE4D63646E5E}" presName="node" presStyleLbl="alignAccFollowNode1" presStyleIdx="1" presStyleCnt="22" custScaleX="154789" custScaleY="145765">
        <dgm:presLayoutVars>
          <dgm:bulletEnabled val="1"/>
        </dgm:presLayoutVars>
      </dgm:prSet>
      <dgm:spPr/>
    </dgm:pt>
    <dgm:pt modelId="{D0B4F660-47CC-42FD-8543-F0D5D7705B2A}" type="pres">
      <dgm:prSet presAssocID="{0EE27DDA-37BF-4FFD-8E39-F3DF9951E20C}" presName="sibTrans" presStyleCnt="0"/>
      <dgm:spPr/>
    </dgm:pt>
    <dgm:pt modelId="{FFFBB190-D0F6-47ED-9C5A-05AAB624DDE6}" type="pres">
      <dgm:prSet presAssocID="{8BE5209E-B499-47A3-8659-9FEBE638B254}" presName="node" presStyleLbl="alignAccFollowNode1" presStyleIdx="2" presStyleCnt="22" custScaleX="154789" custScaleY="145765">
        <dgm:presLayoutVars>
          <dgm:bulletEnabled val="1"/>
        </dgm:presLayoutVars>
      </dgm:prSet>
      <dgm:spPr/>
    </dgm:pt>
    <dgm:pt modelId="{C71749DF-6870-499B-B656-7F01F7BD0060}" type="pres">
      <dgm:prSet presAssocID="{0AD91F9B-D320-4B3F-88C4-1464E8A0736F}" presName="vSp" presStyleCnt="0"/>
      <dgm:spPr/>
    </dgm:pt>
    <dgm:pt modelId="{BD0B113C-AA36-443E-86D8-75DE3F1FFA0C}" type="pres">
      <dgm:prSet presAssocID="{229152BA-338B-4A1D-9D07-C5FB54117122}" presName="horFlow" presStyleCnt="0"/>
      <dgm:spPr/>
    </dgm:pt>
    <dgm:pt modelId="{CDCB5205-4EB6-4037-BF9E-19E2E7B6D20E}" type="pres">
      <dgm:prSet presAssocID="{229152BA-338B-4A1D-9D07-C5FB54117122}" presName="bigChev" presStyleLbl="node1" presStyleIdx="1" presStyleCnt="6" custScaleX="154789" custScaleY="145765"/>
      <dgm:spPr/>
    </dgm:pt>
    <dgm:pt modelId="{5702AB5E-30F3-4C41-A98C-D4C31E66BECB}" type="pres">
      <dgm:prSet presAssocID="{79C44BFC-CB19-43CB-9B56-45B98F8B4241}" presName="parTrans" presStyleCnt="0"/>
      <dgm:spPr/>
    </dgm:pt>
    <dgm:pt modelId="{CAF55C3A-E8C4-43EE-B9BD-938B4D4126D0}" type="pres">
      <dgm:prSet presAssocID="{963E8054-1CF1-49AC-B9B9-E65C53175DDC}" presName="node" presStyleLbl="alignAccFollowNode1" presStyleIdx="3" presStyleCnt="22" custScaleX="154789" custScaleY="145765">
        <dgm:presLayoutVars>
          <dgm:bulletEnabled val="1"/>
        </dgm:presLayoutVars>
      </dgm:prSet>
      <dgm:spPr/>
    </dgm:pt>
    <dgm:pt modelId="{C6B46D0F-13CF-4BD7-A5F2-30D7156B98B0}" type="pres">
      <dgm:prSet presAssocID="{C3F78E03-672A-4294-B2E7-C606907F26CE}" presName="sibTrans" presStyleCnt="0"/>
      <dgm:spPr/>
    </dgm:pt>
    <dgm:pt modelId="{A13D3900-3D2E-4C65-A94D-6689736A3669}" type="pres">
      <dgm:prSet presAssocID="{06CA8633-DC8E-4B6F-B140-8DA62CAA7993}" presName="node" presStyleLbl="alignAccFollowNode1" presStyleIdx="4" presStyleCnt="22" custScaleX="154789" custScaleY="145765">
        <dgm:presLayoutVars>
          <dgm:bulletEnabled val="1"/>
        </dgm:presLayoutVars>
      </dgm:prSet>
      <dgm:spPr/>
    </dgm:pt>
    <dgm:pt modelId="{D5461963-7AE7-4AAF-8C10-EF610EAF13CA}" type="pres">
      <dgm:prSet presAssocID="{0983367D-B042-425A-8A33-67EC3B7F3C40}" presName="sibTrans" presStyleCnt="0"/>
      <dgm:spPr/>
    </dgm:pt>
    <dgm:pt modelId="{B599F272-771B-4BE4-8078-EE93BC088B01}" type="pres">
      <dgm:prSet presAssocID="{D0241525-96F8-43AB-8B78-3C5D9045E30D}" presName="node" presStyleLbl="alignAccFollowNode1" presStyleIdx="5" presStyleCnt="22" custScaleX="168519" custScaleY="152274">
        <dgm:presLayoutVars>
          <dgm:bulletEnabled val="1"/>
        </dgm:presLayoutVars>
      </dgm:prSet>
      <dgm:spPr/>
    </dgm:pt>
    <dgm:pt modelId="{2F43CC1E-6566-401F-B1AD-6F05699E6B90}" type="pres">
      <dgm:prSet presAssocID="{50B96356-0542-44FC-B11F-3EA62951D076}" presName="sibTrans" presStyleCnt="0"/>
      <dgm:spPr/>
    </dgm:pt>
    <dgm:pt modelId="{47547AC2-E9A8-4E4F-99C5-ACB68B071DC0}" type="pres">
      <dgm:prSet presAssocID="{68DEC576-2FB9-4F22-BD0B-4828A04E21A8}" presName="node" presStyleLbl="alignAccFollowNode1" presStyleIdx="6" presStyleCnt="22" custScaleX="154789" custScaleY="145765">
        <dgm:presLayoutVars>
          <dgm:bulletEnabled val="1"/>
        </dgm:presLayoutVars>
      </dgm:prSet>
      <dgm:spPr/>
    </dgm:pt>
    <dgm:pt modelId="{890B26BA-C966-41D1-B5C4-E53B5BA3CA68}" type="pres">
      <dgm:prSet presAssocID="{A107CD05-4334-455A-93AD-4A7ECD903A61}" presName="sibTrans" presStyleCnt="0"/>
      <dgm:spPr/>
    </dgm:pt>
    <dgm:pt modelId="{A7F98A5C-66F5-44B3-AF04-E9956B267B4C}" type="pres">
      <dgm:prSet presAssocID="{26CC3911-2B61-4ED7-BB74-C66C283D1B1B}" presName="node" presStyleLbl="alignAccFollowNode1" presStyleIdx="7" presStyleCnt="22" custScaleX="229113" custScaleY="156922">
        <dgm:presLayoutVars>
          <dgm:bulletEnabled val="1"/>
        </dgm:presLayoutVars>
      </dgm:prSet>
      <dgm:spPr/>
    </dgm:pt>
    <dgm:pt modelId="{28E46FEF-FD7C-4139-BDBF-90EB355D418F}" type="pres">
      <dgm:prSet presAssocID="{229152BA-338B-4A1D-9D07-C5FB54117122}" presName="vSp" presStyleCnt="0"/>
      <dgm:spPr/>
    </dgm:pt>
    <dgm:pt modelId="{BA3176CB-1EE1-4730-AB24-FC44B77A8EA5}" type="pres">
      <dgm:prSet presAssocID="{9126E811-4461-46D2-B0BD-E507F8E003FD}" presName="horFlow" presStyleCnt="0"/>
      <dgm:spPr/>
    </dgm:pt>
    <dgm:pt modelId="{BE67BE9D-5687-48CC-BD39-376632C32AF7}" type="pres">
      <dgm:prSet presAssocID="{9126E811-4461-46D2-B0BD-E507F8E003FD}" presName="bigChev" presStyleLbl="node1" presStyleIdx="2" presStyleCnt="6" custScaleX="154789" custScaleY="145765"/>
      <dgm:spPr/>
    </dgm:pt>
    <dgm:pt modelId="{FD4DFE9E-9BE7-454A-B189-036D2CF35014}" type="pres">
      <dgm:prSet presAssocID="{687A0A12-71AA-4E79-81B4-5E154D76599F}" presName="parTrans" presStyleCnt="0"/>
      <dgm:spPr/>
    </dgm:pt>
    <dgm:pt modelId="{46958F82-5167-4FF3-9A31-6B34F8D9748C}" type="pres">
      <dgm:prSet presAssocID="{6C573F19-4B8E-4CB9-80D8-565A1366F793}" presName="node" presStyleLbl="alignAccFollowNode1" presStyleIdx="8" presStyleCnt="22" custScaleX="154789" custScaleY="145765">
        <dgm:presLayoutVars>
          <dgm:bulletEnabled val="1"/>
        </dgm:presLayoutVars>
      </dgm:prSet>
      <dgm:spPr/>
    </dgm:pt>
    <dgm:pt modelId="{E7221270-B867-4882-878B-23055DF9B3E5}" type="pres">
      <dgm:prSet presAssocID="{19EB4852-4DD9-4CD3-909F-1E63120AC028}" presName="sibTrans" presStyleCnt="0"/>
      <dgm:spPr/>
    </dgm:pt>
    <dgm:pt modelId="{35D7A79C-B115-4023-A3C2-3A468C21C6F7}" type="pres">
      <dgm:prSet presAssocID="{1AC2BB71-9912-43AE-860B-0841B55E518B}" presName="node" presStyleLbl="alignAccFollowNode1" presStyleIdx="9" presStyleCnt="22" custScaleX="154789" custScaleY="145765">
        <dgm:presLayoutVars>
          <dgm:bulletEnabled val="1"/>
        </dgm:presLayoutVars>
      </dgm:prSet>
      <dgm:spPr/>
    </dgm:pt>
    <dgm:pt modelId="{88C0177E-2A6D-4577-8328-244AC857B554}" type="pres">
      <dgm:prSet presAssocID="{2FBEE2EA-F170-4EAC-ABE0-E5C321B4A2EB}" presName="sibTrans" presStyleCnt="0"/>
      <dgm:spPr/>
    </dgm:pt>
    <dgm:pt modelId="{81ECFE35-3DF6-46D3-9411-B4EED5083F54}" type="pres">
      <dgm:prSet presAssocID="{9A482542-83FF-4C78-A0DA-2158FFC22F62}" presName="node" presStyleLbl="alignAccFollowNode1" presStyleIdx="10" presStyleCnt="22" custScaleX="154789" custScaleY="145765">
        <dgm:presLayoutVars>
          <dgm:bulletEnabled val="1"/>
        </dgm:presLayoutVars>
      </dgm:prSet>
      <dgm:spPr/>
    </dgm:pt>
    <dgm:pt modelId="{A121A3A0-8B0C-47DA-8689-51C6D0AF4DC8}" type="pres">
      <dgm:prSet presAssocID="{7A202A9F-A528-41DD-A104-37EB88BED68E}" presName="sibTrans" presStyleCnt="0"/>
      <dgm:spPr/>
    </dgm:pt>
    <dgm:pt modelId="{18313EF5-AB40-460A-97BC-E1DFAE8BF249}" type="pres">
      <dgm:prSet presAssocID="{00BA8E1A-4316-45E2-89B5-2EF598F098FA}" presName="node" presStyleLbl="alignAccFollowNode1" presStyleIdx="11" presStyleCnt="22" custScaleX="154789" custScaleY="145765">
        <dgm:presLayoutVars>
          <dgm:bulletEnabled val="1"/>
        </dgm:presLayoutVars>
      </dgm:prSet>
      <dgm:spPr/>
    </dgm:pt>
    <dgm:pt modelId="{255E6E1E-C6C1-4932-97AE-80B3242FA199}" type="pres">
      <dgm:prSet presAssocID="{9126E811-4461-46D2-B0BD-E507F8E003FD}" presName="vSp" presStyleCnt="0"/>
      <dgm:spPr/>
    </dgm:pt>
    <dgm:pt modelId="{BE160FEE-AAAA-4AD8-987E-769337C3B347}" type="pres">
      <dgm:prSet presAssocID="{AA99DBA0-7828-4230-9459-AA6BB01B6D20}" presName="horFlow" presStyleCnt="0"/>
      <dgm:spPr/>
    </dgm:pt>
    <dgm:pt modelId="{DDF65DAE-787A-4165-B6A1-564B2DA44856}" type="pres">
      <dgm:prSet presAssocID="{AA99DBA0-7828-4230-9459-AA6BB01B6D20}" presName="bigChev" presStyleLbl="node1" presStyleIdx="3" presStyleCnt="6" custScaleX="154789" custScaleY="145765"/>
      <dgm:spPr/>
    </dgm:pt>
    <dgm:pt modelId="{CAD68FA8-E621-4B42-8575-7816AC90BACF}" type="pres">
      <dgm:prSet presAssocID="{95A6538C-A871-415B-BF22-4D5100C7F861}" presName="parTrans" presStyleCnt="0"/>
      <dgm:spPr/>
    </dgm:pt>
    <dgm:pt modelId="{DE2CB6BB-9CD7-4FEE-8627-47E35439598C}" type="pres">
      <dgm:prSet presAssocID="{F2AC5F9A-228C-4B5A-8A0C-9012DD97E01B}" presName="node" presStyleLbl="alignAccFollowNode1" presStyleIdx="12" presStyleCnt="22" custScaleX="154789" custScaleY="145765">
        <dgm:presLayoutVars>
          <dgm:bulletEnabled val="1"/>
        </dgm:presLayoutVars>
      </dgm:prSet>
      <dgm:spPr/>
    </dgm:pt>
    <dgm:pt modelId="{089AA46B-D84B-4D93-BFD2-AD52B8115351}" type="pres">
      <dgm:prSet presAssocID="{00FA04BB-A9B4-4C79-A408-36CE97401C12}" presName="sibTrans" presStyleCnt="0"/>
      <dgm:spPr/>
    </dgm:pt>
    <dgm:pt modelId="{B268755C-B4FC-4279-B63F-B75F9B0B9828}" type="pres">
      <dgm:prSet presAssocID="{26766DCE-8908-4475-84FE-B7C95B461E29}" presName="node" presStyleLbl="alignAccFollowNode1" presStyleIdx="13" presStyleCnt="22" custScaleX="154789" custScaleY="145765">
        <dgm:presLayoutVars>
          <dgm:bulletEnabled val="1"/>
        </dgm:presLayoutVars>
      </dgm:prSet>
      <dgm:spPr/>
    </dgm:pt>
    <dgm:pt modelId="{8494EBE9-67C8-41C2-BE3A-B1842EA89AB2}" type="pres">
      <dgm:prSet presAssocID="{ADEAA14E-4C1C-4322-8C82-929A629F5FE9}" presName="sibTrans" presStyleCnt="0"/>
      <dgm:spPr/>
    </dgm:pt>
    <dgm:pt modelId="{4B07FDC9-5BEB-49E9-9115-0E4BF254C20F}" type="pres">
      <dgm:prSet presAssocID="{6B303C36-8113-4EA2-B225-33E40FBA9DA6}" presName="node" presStyleLbl="alignAccFollowNode1" presStyleIdx="14" presStyleCnt="22" custScaleX="154789" custScaleY="145765">
        <dgm:presLayoutVars>
          <dgm:bulletEnabled val="1"/>
        </dgm:presLayoutVars>
      </dgm:prSet>
      <dgm:spPr/>
    </dgm:pt>
    <dgm:pt modelId="{0309799F-C5E6-46CB-8837-A3D2F08A422E}" type="pres">
      <dgm:prSet presAssocID="{AA99DBA0-7828-4230-9459-AA6BB01B6D20}" presName="vSp" presStyleCnt="0"/>
      <dgm:spPr/>
    </dgm:pt>
    <dgm:pt modelId="{997DB32A-FE77-472B-A106-6FA2FC926183}" type="pres">
      <dgm:prSet presAssocID="{C45C492B-09C9-4D7B-9D5E-3F9FAE8EC3DA}" presName="horFlow" presStyleCnt="0"/>
      <dgm:spPr/>
    </dgm:pt>
    <dgm:pt modelId="{7905300F-4A75-40A5-B8DF-9F2A427EDC30}" type="pres">
      <dgm:prSet presAssocID="{C45C492B-09C9-4D7B-9D5E-3F9FAE8EC3DA}" presName="bigChev" presStyleLbl="node1" presStyleIdx="4" presStyleCnt="6" custScaleX="154789" custScaleY="145765"/>
      <dgm:spPr/>
    </dgm:pt>
    <dgm:pt modelId="{16981F47-8524-4DD8-BBA7-F151AE660891}" type="pres">
      <dgm:prSet presAssocID="{AA1CF7AA-2AE7-4ECC-976A-05D5A39506E2}" presName="parTrans" presStyleCnt="0"/>
      <dgm:spPr/>
    </dgm:pt>
    <dgm:pt modelId="{0CEAF7A7-50D0-4709-95FD-EFB37537C8CA}" type="pres">
      <dgm:prSet presAssocID="{7DD6F656-EA13-46ED-9A2B-C96EBCD0CEBB}" presName="node" presStyleLbl="alignAccFollowNode1" presStyleIdx="15" presStyleCnt="22" custScaleX="154789" custScaleY="145765">
        <dgm:presLayoutVars>
          <dgm:bulletEnabled val="1"/>
        </dgm:presLayoutVars>
      </dgm:prSet>
      <dgm:spPr/>
    </dgm:pt>
    <dgm:pt modelId="{18D5A807-C312-4A7A-97A1-75910B51DECC}" type="pres">
      <dgm:prSet presAssocID="{37592FBD-4250-4C00-9A7F-6AF0EFE6E344}" presName="sibTrans" presStyleCnt="0"/>
      <dgm:spPr/>
    </dgm:pt>
    <dgm:pt modelId="{160937C9-AB06-4A63-963A-A502552EAFF1}" type="pres">
      <dgm:prSet presAssocID="{2DE06C75-D95A-4ECB-A947-60A01881E92E}" presName="node" presStyleLbl="alignAccFollowNode1" presStyleIdx="16" presStyleCnt="22" custScaleX="154789" custScaleY="145765">
        <dgm:presLayoutVars>
          <dgm:bulletEnabled val="1"/>
        </dgm:presLayoutVars>
      </dgm:prSet>
      <dgm:spPr/>
    </dgm:pt>
    <dgm:pt modelId="{750A77F6-DCCC-4FF5-8340-7B9DE4FF5F67}" type="pres">
      <dgm:prSet presAssocID="{5A010AA8-0797-41F6-9E41-CD41063D204A}" presName="sibTrans" presStyleCnt="0"/>
      <dgm:spPr/>
    </dgm:pt>
    <dgm:pt modelId="{C8DD0357-623A-4A64-B9BE-D9E73125BD08}" type="pres">
      <dgm:prSet presAssocID="{B4075C1E-97D3-4EB1-A1E6-B7917243F9C3}" presName="node" presStyleLbl="alignAccFollowNode1" presStyleIdx="17" presStyleCnt="22" custScaleX="154789" custScaleY="145765">
        <dgm:presLayoutVars>
          <dgm:bulletEnabled val="1"/>
        </dgm:presLayoutVars>
      </dgm:prSet>
      <dgm:spPr/>
    </dgm:pt>
    <dgm:pt modelId="{C731E4A4-5288-4381-8062-B4FD6B0A2B3E}" type="pres">
      <dgm:prSet presAssocID="{C45C492B-09C9-4D7B-9D5E-3F9FAE8EC3DA}" presName="vSp" presStyleCnt="0"/>
      <dgm:spPr/>
    </dgm:pt>
    <dgm:pt modelId="{9FFA673D-4837-445D-A954-EF7D65802587}" type="pres">
      <dgm:prSet presAssocID="{056A9951-A36E-48D0-B875-3477EA0DF89C}" presName="horFlow" presStyleCnt="0"/>
      <dgm:spPr/>
    </dgm:pt>
    <dgm:pt modelId="{B9EFFE57-B394-4BEB-A2C2-2C15A4ED6D41}" type="pres">
      <dgm:prSet presAssocID="{056A9951-A36E-48D0-B875-3477EA0DF89C}" presName="bigChev" presStyleLbl="node1" presStyleIdx="5" presStyleCnt="6" custScaleX="154789" custScaleY="145765"/>
      <dgm:spPr/>
    </dgm:pt>
    <dgm:pt modelId="{45D21472-357E-4780-A938-EE046F89D396}" type="pres">
      <dgm:prSet presAssocID="{C2F56BE4-4088-420F-9DD0-7EDAC5B20633}" presName="parTrans" presStyleCnt="0"/>
      <dgm:spPr/>
    </dgm:pt>
    <dgm:pt modelId="{FB0F85ED-246E-4381-A1AD-4104F1D9D87B}" type="pres">
      <dgm:prSet presAssocID="{3ACF4C68-82A0-41B1-B3F6-A73E933BBCE8}" presName="node" presStyleLbl="alignAccFollowNode1" presStyleIdx="18" presStyleCnt="22" custScaleX="154789" custScaleY="145765">
        <dgm:presLayoutVars>
          <dgm:bulletEnabled val="1"/>
        </dgm:presLayoutVars>
      </dgm:prSet>
      <dgm:spPr/>
    </dgm:pt>
    <dgm:pt modelId="{63A82721-DDA4-404A-AF2E-56827B8176A9}" type="pres">
      <dgm:prSet presAssocID="{E5CE0545-4C50-4558-9EE1-B3B076D832B8}" presName="sibTrans" presStyleCnt="0"/>
      <dgm:spPr/>
    </dgm:pt>
    <dgm:pt modelId="{083FDE2F-78CE-4238-814F-7E2269F4AD0A}" type="pres">
      <dgm:prSet presAssocID="{7D094E94-D674-4281-AB7F-BA3D80DB315F}" presName="node" presStyleLbl="alignAccFollowNode1" presStyleIdx="19" presStyleCnt="22" custScaleX="154789" custScaleY="145765">
        <dgm:presLayoutVars>
          <dgm:bulletEnabled val="1"/>
        </dgm:presLayoutVars>
      </dgm:prSet>
      <dgm:spPr/>
    </dgm:pt>
    <dgm:pt modelId="{2EBABCD5-5753-4572-88B4-8DB95AD70DA4}" type="pres">
      <dgm:prSet presAssocID="{F70D72CA-D7DE-4F6D-8C8F-4D5F083C402D}" presName="sibTrans" presStyleCnt="0"/>
      <dgm:spPr/>
    </dgm:pt>
    <dgm:pt modelId="{564ECD36-66EC-412D-A393-2C097B0A71D6}" type="pres">
      <dgm:prSet presAssocID="{D66859E8-909B-4C04-9950-7355B02459E2}" presName="node" presStyleLbl="alignAccFollowNode1" presStyleIdx="20" presStyleCnt="22" custScaleX="154789" custScaleY="145765">
        <dgm:presLayoutVars>
          <dgm:bulletEnabled val="1"/>
        </dgm:presLayoutVars>
      </dgm:prSet>
      <dgm:spPr/>
    </dgm:pt>
    <dgm:pt modelId="{90856C6A-268C-4733-8602-6F7E2C7D28C3}" type="pres">
      <dgm:prSet presAssocID="{C584B05A-169D-45E1-8501-0806DD718CDF}" presName="sibTrans" presStyleCnt="0"/>
      <dgm:spPr/>
    </dgm:pt>
    <dgm:pt modelId="{0A141272-132B-4BF4-8A65-FDAE45369470}" type="pres">
      <dgm:prSet presAssocID="{87E8E5DC-704C-41DA-ADAA-2C0C08E5BC92}" presName="node" presStyleLbl="alignAccFollowNode1" presStyleIdx="21" presStyleCnt="22" custScaleX="154789" custScaleY="145765">
        <dgm:presLayoutVars>
          <dgm:bulletEnabled val="1"/>
        </dgm:presLayoutVars>
      </dgm:prSet>
      <dgm:spPr/>
    </dgm:pt>
  </dgm:ptLst>
  <dgm:cxnLst>
    <dgm:cxn modelId="{27E2000B-A9C5-45FE-A334-7F4313640A48}" type="presOf" srcId="{3ACF4C68-82A0-41B1-B3F6-A73E933BBCE8}" destId="{FB0F85ED-246E-4381-A1AD-4104F1D9D87B}" srcOrd="0" destOrd="0" presId="urn:microsoft.com/office/officeart/2005/8/layout/lProcess3"/>
    <dgm:cxn modelId="{A5BBA40D-45CD-4D0E-B078-16A2E20F7765}" type="presOf" srcId="{D66859E8-909B-4C04-9950-7355B02459E2}" destId="{564ECD36-66EC-412D-A393-2C097B0A71D6}" srcOrd="0" destOrd="0" presId="urn:microsoft.com/office/officeart/2005/8/layout/lProcess3"/>
    <dgm:cxn modelId="{ECB52C15-ECB6-4D3E-AC9E-EBB8B076BC97}" srcId="{056A9951-A36E-48D0-B875-3477EA0DF89C}" destId="{D66859E8-909B-4C04-9950-7355B02459E2}" srcOrd="2" destOrd="0" parTransId="{DEF8CA53-C3C4-4B5C-BB37-20E04269C776}" sibTransId="{C584B05A-169D-45E1-8501-0806DD718CDF}"/>
    <dgm:cxn modelId="{884FB617-E60C-4D97-A9A3-B17E5252E9AD}" type="presOf" srcId="{00BA8E1A-4316-45E2-89B5-2EF598F098FA}" destId="{18313EF5-AB40-460A-97BC-E1DFAE8BF249}" srcOrd="0" destOrd="0" presId="urn:microsoft.com/office/officeart/2005/8/layout/lProcess3"/>
    <dgm:cxn modelId="{B54D6818-80BA-46E2-8D37-9FB339AEF91D}" srcId="{C45C492B-09C9-4D7B-9D5E-3F9FAE8EC3DA}" destId="{B4075C1E-97D3-4EB1-A1E6-B7917243F9C3}" srcOrd="2" destOrd="0" parTransId="{F68D27BA-E957-4549-B0F8-4288BECCB016}" sibTransId="{DA013925-F9BE-4D65-8FB5-F079555DAE19}"/>
    <dgm:cxn modelId="{2BD25419-3277-49E8-B065-8472DFE93665}" srcId="{AA99DBA0-7828-4230-9459-AA6BB01B6D20}" destId="{F2AC5F9A-228C-4B5A-8A0C-9012DD97E01B}" srcOrd="0" destOrd="0" parTransId="{95A6538C-A871-415B-BF22-4D5100C7F861}" sibTransId="{00FA04BB-A9B4-4C79-A408-36CE97401C12}"/>
    <dgm:cxn modelId="{4B2B7523-7820-41EA-BA95-F42C15896E98}" srcId="{056A9951-A36E-48D0-B875-3477EA0DF89C}" destId="{3ACF4C68-82A0-41B1-B3F6-A73E933BBCE8}" srcOrd="0" destOrd="0" parTransId="{C2F56BE4-4088-420F-9DD0-7EDAC5B20633}" sibTransId="{E5CE0545-4C50-4558-9EE1-B3B076D832B8}"/>
    <dgm:cxn modelId="{AA218427-4413-4853-99AA-D3DEFF3B78BB}" type="presOf" srcId="{68DEC576-2FB9-4F22-BD0B-4828A04E21A8}" destId="{47547AC2-E9A8-4E4F-99C5-ACB68B071DC0}" srcOrd="0" destOrd="0" presId="urn:microsoft.com/office/officeart/2005/8/layout/lProcess3"/>
    <dgm:cxn modelId="{446C322C-377A-4FDE-921D-5ED4D5102A63}" srcId="{0AD91F9B-D320-4B3F-88C4-1464E8A0736F}" destId="{FEECEBAE-F228-4C93-AFD5-EE4D63646E5E}" srcOrd="1" destOrd="0" parTransId="{C1D160B2-3523-498F-9CA3-006C4BE0DF30}" sibTransId="{0EE27DDA-37BF-4FFD-8E39-F3DF9951E20C}"/>
    <dgm:cxn modelId="{9CB46F2F-3C3A-4F01-BF09-3F74AFE1FA37}" srcId="{AA99DBA0-7828-4230-9459-AA6BB01B6D20}" destId="{26766DCE-8908-4475-84FE-B7C95B461E29}" srcOrd="1" destOrd="0" parTransId="{9FEBC983-44C4-41CB-B806-6EA4DA3C73B9}" sibTransId="{ADEAA14E-4C1C-4322-8C82-929A629F5FE9}"/>
    <dgm:cxn modelId="{B7A5D937-2D21-477A-B48A-B38C9B4BB922}" srcId="{9126E811-4461-46D2-B0BD-E507F8E003FD}" destId="{1AC2BB71-9912-43AE-860B-0841B55E518B}" srcOrd="1" destOrd="0" parTransId="{B0A0D16B-6877-4029-A00F-2DB5A060A5C5}" sibTransId="{2FBEE2EA-F170-4EAC-ABE0-E5C321B4A2EB}"/>
    <dgm:cxn modelId="{AF18A83D-816C-4B8D-B6A1-61D8C2D4B01E}" srcId="{0AD91F9B-D320-4B3F-88C4-1464E8A0736F}" destId="{8BE5209E-B499-47A3-8659-9FEBE638B254}" srcOrd="2" destOrd="0" parTransId="{FF68060D-52D6-49A6-BA10-257CB70F5881}" sibTransId="{B4D7E18A-006F-4F93-8B1B-E76A5A0A8F50}"/>
    <dgm:cxn modelId="{57291A5C-AA2D-46F0-B98E-EFC563DAD8D3}" srcId="{94399FDF-ED25-4DCD-A228-62CFE9CCDCA7}" destId="{AA99DBA0-7828-4230-9459-AA6BB01B6D20}" srcOrd="3" destOrd="0" parTransId="{75348559-C809-4F85-96DB-8D7AC83083B6}" sibTransId="{4FE3D2FC-A3F4-453A-85FF-AC041EA5E2C2}"/>
    <dgm:cxn modelId="{B7B45666-B53D-43A2-94DB-39537B4AAE41}" type="presOf" srcId="{26766DCE-8908-4475-84FE-B7C95B461E29}" destId="{B268755C-B4FC-4279-B63F-B75F9B0B9828}" srcOrd="0" destOrd="0" presId="urn:microsoft.com/office/officeart/2005/8/layout/lProcess3"/>
    <dgm:cxn modelId="{448DD06A-D978-4BFE-A15C-C1012E70B6BB}" type="presOf" srcId="{8BE5209E-B499-47A3-8659-9FEBE638B254}" destId="{FFFBB190-D0F6-47ED-9C5A-05AAB624DDE6}" srcOrd="0" destOrd="0" presId="urn:microsoft.com/office/officeart/2005/8/layout/lProcess3"/>
    <dgm:cxn modelId="{35FF026B-F3C6-46CB-94E7-42FB1B929457}" type="presOf" srcId="{963E8054-1CF1-49AC-B9B9-E65C53175DDC}" destId="{CAF55C3A-E8C4-43EE-B9BD-938B4D4126D0}" srcOrd="0" destOrd="0" presId="urn:microsoft.com/office/officeart/2005/8/layout/lProcess3"/>
    <dgm:cxn modelId="{7998154B-D05C-4676-AFFB-4448ED6F28D0}" srcId="{056A9951-A36E-48D0-B875-3477EA0DF89C}" destId="{87E8E5DC-704C-41DA-ADAA-2C0C08E5BC92}" srcOrd="3" destOrd="0" parTransId="{D786E3EA-A470-4D2F-87B2-CE3C3039E2A2}" sibTransId="{943D8D24-F7DE-475E-B644-52BA73D2DF29}"/>
    <dgm:cxn modelId="{1BCF5E6C-B99D-4F4D-950E-51290244B366}" type="presOf" srcId="{94399FDF-ED25-4DCD-A228-62CFE9CCDCA7}" destId="{651B8A26-4300-4527-8514-3D95F94EBC0D}" srcOrd="0" destOrd="0" presId="urn:microsoft.com/office/officeart/2005/8/layout/lProcess3"/>
    <dgm:cxn modelId="{116FD66D-388B-49BD-AF2F-4515D32254F7}" type="presOf" srcId="{F2AC5F9A-228C-4B5A-8A0C-9012DD97E01B}" destId="{DE2CB6BB-9CD7-4FEE-8627-47E35439598C}" srcOrd="0" destOrd="0" presId="urn:microsoft.com/office/officeart/2005/8/layout/lProcess3"/>
    <dgm:cxn modelId="{B28EF36D-CF9C-4C2A-90E8-6069EACC4D22}" srcId="{9126E811-4461-46D2-B0BD-E507F8E003FD}" destId="{00BA8E1A-4316-45E2-89B5-2EF598F098FA}" srcOrd="3" destOrd="0" parTransId="{6C53CAB1-15F4-4F61-8359-17D4A2A292CC}" sibTransId="{F5714A5D-4E61-498D-86B8-33272967D90B}"/>
    <dgm:cxn modelId="{DD76D76E-471A-4C06-8286-20B06CB7BFBC}" type="presOf" srcId="{B4075C1E-97D3-4EB1-A1E6-B7917243F9C3}" destId="{C8DD0357-623A-4A64-B9BE-D9E73125BD08}" srcOrd="0" destOrd="0" presId="urn:microsoft.com/office/officeart/2005/8/layout/lProcess3"/>
    <dgm:cxn modelId="{2D4DF14E-F407-4B24-9781-15BBFA004B05}" type="presOf" srcId="{9126E811-4461-46D2-B0BD-E507F8E003FD}" destId="{BE67BE9D-5687-48CC-BD39-376632C32AF7}" srcOrd="0" destOrd="0" presId="urn:microsoft.com/office/officeart/2005/8/layout/lProcess3"/>
    <dgm:cxn modelId="{037E896F-44FD-44E2-8998-7559E7DFD728}" srcId="{056A9951-A36E-48D0-B875-3477EA0DF89C}" destId="{7D094E94-D674-4281-AB7F-BA3D80DB315F}" srcOrd="1" destOrd="0" parTransId="{678058F7-0D38-4CE8-82F3-07DDA5A2239F}" sibTransId="{F70D72CA-D7DE-4F6D-8C8F-4D5F083C402D}"/>
    <dgm:cxn modelId="{8D55AF6F-5AAA-48FF-9FE0-D1FFA687F048}" type="presOf" srcId="{6B303C36-8113-4EA2-B225-33E40FBA9DA6}" destId="{4B07FDC9-5BEB-49E9-9115-0E4BF254C20F}" srcOrd="0" destOrd="0" presId="urn:microsoft.com/office/officeart/2005/8/layout/lProcess3"/>
    <dgm:cxn modelId="{197E0150-9DC3-4B6E-A785-C5062B0AF8DC}" type="presOf" srcId="{D0241525-96F8-43AB-8B78-3C5D9045E30D}" destId="{B599F272-771B-4BE4-8078-EE93BC088B01}" srcOrd="0" destOrd="0" presId="urn:microsoft.com/office/officeart/2005/8/layout/lProcess3"/>
    <dgm:cxn modelId="{AE25BC73-D672-4B70-B0AF-C67E4EECADE5}" type="presOf" srcId="{3BFED8E7-B845-43AD-B577-3B8D80E3C2F1}" destId="{FA15D54A-D828-4C30-A5B2-4CDF3D60C4EF}" srcOrd="0" destOrd="0" presId="urn:microsoft.com/office/officeart/2005/8/layout/lProcess3"/>
    <dgm:cxn modelId="{0C5D5754-B0B5-440A-AD90-0091FAAD8AC7}" type="presOf" srcId="{0AD91F9B-D320-4B3F-88C4-1464E8A0736F}" destId="{B14918FD-202F-4946-B486-EE15F698C4B1}" srcOrd="0" destOrd="0" presId="urn:microsoft.com/office/officeart/2005/8/layout/lProcess3"/>
    <dgm:cxn modelId="{DCDB1D57-467B-47E6-96A3-29D8432B45D1}" type="presOf" srcId="{229152BA-338B-4A1D-9D07-C5FB54117122}" destId="{CDCB5205-4EB6-4037-BF9E-19E2E7B6D20E}" srcOrd="0" destOrd="0" presId="urn:microsoft.com/office/officeart/2005/8/layout/lProcess3"/>
    <dgm:cxn modelId="{CEB37257-1F1D-4441-98FA-807BAB479379}" srcId="{229152BA-338B-4A1D-9D07-C5FB54117122}" destId="{26CC3911-2B61-4ED7-BB74-C66C283D1B1B}" srcOrd="4" destOrd="0" parTransId="{A80D608C-D7FF-453F-BA08-2A2E30BE0BD1}" sibTransId="{9839C705-D4D2-4C1B-9E3F-53594170E378}"/>
    <dgm:cxn modelId="{BA60E079-7727-4471-BDE9-400F26A0E63B}" srcId="{94399FDF-ED25-4DCD-A228-62CFE9CCDCA7}" destId="{9126E811-4461-46D2-B0BD-E507F8E003FD}" srcOrd="2" destOrd="0" parTransId="{34F85AB0-43F3-4F71-AC6F-F426045BE3E7}" sibTransId="{784F6CBE-FB8D-438E-B3EB-0B445FECD1E0}"/>
    <dgm:cxn modelId="{250C167B-48D6-48E9-A92C-88DAAD81B1EB}" type="presOf" srcId="{C45C492B-09C9-4D7B-9D5E-3F9FAE8EC3DA}" destId="{7905300F-4A75-40A5-B8DF-9F2A427EDC30}" srcOrd="0" destOrd="0" presId="urn:microsoft.com/office/officeart/2005/8/layout/lProcess3"/>
    <dgm:cxn modelId="{8EA0D197-5E84-403B-A068-E9C8E14FC964}" srcId="{9126E811-4461-46D2-B0BD-E507F8E003FD}" destId="{9A482542-83FF-4C78-A0DA-2158FFC22F62}" srcOrd="2" destOrd="0" parTransId="{BEDA7CB2-CE13-473F-8D2C-9F5B0DD192E4}" sibTransId="{7A202A9F-A528-41DD-A104-37EB88BED68E}"/>
    <dgm:cxn modelId="{37AFC0A2-4B28-49C2-B41B-80162939ADF5}" srcId="{C45C492B-09C9-4D7B-9D5E-3F9FAE8EC3DA}" destId="{2DE06C75-D95A-4ECB-A947-60A01881E92E}" srcOrd="1" destOrd="0" parTransId="{6E7839D2-3E97-4FF8-BB03-AC7E6FFED7F8}" sibTransId="{5A010AA8-0797-41F6-9E41-CD41063D204A}"/>
    <dgm:cxn modelId="{8AAEAFA3-509F-4E04-9286-301C5A0EA5EB}" srcId="{AA99DBA0-7828-4230-9459-AA6BB01B6D20}" destId="{6B303C36-8113-4EA2-B225-33E40FBA9DA6}" srcOrd="2" destOrd="0" parTransId="{8FD443AF-3B6E-43D6-A84A-C9E796E9168E}" sibTransId="{01AB7EC0-8A9F-4801-AC12-018FCB2FDFCC}"/>
    <dgm:cxn modelId="{DA503BA5-9E62-497D-9A42-C3A1EC013A71}" type="presOf" srcId="{6C573F19-4B8E-4CB9-80D8-565A1366F793}" destId="{46958F82-5167-4FF3-9A31-6B34F8D9748C}" srcOrd="0" destOrd="0" presId="urn:microsoft.com/office/officeart/2005/8/layout/lProcess3"/>
    <dgm:cxn modelId="{A45F0BA9-2ABA-46EC-BD99-112D588AB894}" type="presOf" srcId="{87E8E5DC-704C-41DA-ADAA-2C0C08E5BC92}" destId="{0A141272-132B-4BF4-8A65-FDAE45369470}" srcOrd="0" destOrd="0" presId="urn:microsoft.com/office/officeart/2005/8/layout/lProcess3"/>
    <dgm:cxn modelId="{2A0582A9-DB99-458B-9669-D0D06AB0AC94}" srcId="{229152BA-338B-4A1D-9D07-C5FB54117122}" destId="{06CA8633-DC8E-4B6F-B140-8DA62CAA7993}" srcOrd="1" destOrd="0" parTransId="{1DCD7DB0-4067-4034-9392-BA9522108E7A}" sibTransId="{0983367D-B042-425A-8A33-67EC3B7F3C40}"/>
    <dgm:cxn modelId="{1480B8AB-CB5A-4090-A64C-2AE1F9623F63}" type="presOf" srcId="{9A482542-83FF-4C78-A0DA-2158FFC22F62}" destId="{81ECFE35-3DF6-46D3-9411-B4EED5083F54}" srcOrd="0" destOrd="0" presId="urn:microsoft.com/office/officeart/2005/8/layout/lProcess3"/>
    <dgm:cxn modelId="{8BF5FBAC-C486-46C4-BB8B-DC24934FECC6}" type="presOf" srcId="{2DE06C75-D95A-4ECB-A947-60A01881E92E}" destId="{160937C9-AB06-4A63-963A-A502552EAFF1}" srcOrd="0" destOrd="0" presId="urn:microsoft.com/office/officeart/2005/8/layout/lProcess3"/>
    <dgm:cxn modelId="{155048AF-F3D6-4ACF-8E81-F135EA864048}" srcId="{94399FDF-ED25-4DCD-A228-62CFE9CCDCA7}" destId="{056A9951-A36E-48D0-B875-3477EA0DF89C}" srcOrd="5" destOrd="0" parTransId="{6D5DF86C-6B09-48A9-B346-2E68B9C0E58E}" sibTransId="{0C532FCC-C5FC-44B6-91F7-86E61433030B}"/>
    <dgm:cxn modelId="{751A49B5-0C61-498B-819C-7C477D303C13}" srcId="{229152BA-338B-4A1D-9D07-C5FB54117122}" destId="{68DEC576-2FB9-4F22-BD0B-4828A04E21A8}" srcOrd="3" destOrd="0" parTransId="{A5B4F5C7-6B55-401A-85D8-2F6A356CD3D1}" sibTransId="{A107CD05-4334-455A-93AD-4A7ECD903A61}"/>
    <dgm:cxn modelId="{41FFAAB5-D308-4DAD-B25E-30ED67F3E260}" srcId="{C45C492B-09C9-4D7B-9D5E-3F9FAE8EC3DA}" destId="{7DD6F656-EA13-46ED-9A2B-C96EBCD0CEBB}" srcOrd="0" destOrd="0" parTransId="{AA1CF7AA-2AE7-4ECC-976A-05D5A39506E2}" sibTransId="{37592FBD-4250-4C00-9A7F-6AF0EFE6E344}"/>
    <dgm:cxn modelId="{0B25DCB8-8106-4C03-8F96-6D91E71DB021}" srcId="{94399FDF-ED25-4DCD-A228-62CFE9CCDCA7}" destId="{C45C492B-09C9-4D7B-9D5E-3F9FAE8EC3DA}" srcOrd="4" destOrd="0" parTransId="{8DC2AEA4-B528-4050-9A45-0DD961C04C8E}" sibTransId="{5E504FE6-1AC8-4D26-BFD0-9D9A09013F3C}"/>
    <dgm:cxn modelId="{428BBBC0-6E3F-4430-A18B-B760D8D5E08A}" srcId="{0AD91F9B-D320-4B3F-88C4-1464E8A0736F}" destId="{3BFED8E7-B845-43AD-B577-3B8D80E3C2F1}" srcOrd="0" destOrd="0" parTransId="{B5B9F5DA-D483-48B7-B051-3E42BFD0ED26}" sibTransId="{E4CCA993-58F4-45C4-8D2F-7A5A393302F4}"/>
    <dgm:cxn modelId="{0EF303C9-58B7-48C3-865C-B417CB53CC45}" srcId="{94399FDF-ED25-4DCD-A228-62CFE9CCDCA7}" destId="{229152BA-338B-4A1D-9D07-C5FB54117122}" srcOrd="1" destOrd="0" parTransId="{107E14EC-6F8C-43EE-827E-4074A57A3A4B}" sibTransId="{ABDA8F6B-EA95-42C9-9069-953F2BE2DCBA}"/>
    <dgm:cxn modelId="{C3FFA3CA-E9D8-4418-8064-7C21806EF33A}" srcId="{229152BA-338B-4A1D-9D07-C5FB54117122}" destId="{963E8054-1CF1-49AC-B9B9-E65C53175DDC}" srcOrd="0" destOrd="0" parTransId="{79C44BFC-CB19-43CB-9B56-45B98F8B4241}" sibTransId="{C3F78E03-672A-4294-B2E7-C606907F26CE}"/>
    <dgm:cxn modelId="{EBC61BD4-3DFE-4149-8A09-3A009B18C9AF}" type="presOf" srcId="{7DD6F656-EA13-46ED-9A2B-C96EBCD0CEBB}" destId="{0CEAF7A7-50D0-4709-95FD-EFB37537C8CA}" srcOrd="0" destOrd="0" presId="urn:microsoft.com/office/officeart/2005/8/layout/lProcess3"/>
    <dgm:cxn modelId="{59DD30D7-898E-40B0-9F5D-FC00AA537417}" type="presOf" srcId="{AA99DBA0-7828-4230-9459-AA6BB01B6D20}" destId="{DDF65DAE-787A-4165-B6A1-564B2DA44856}" srcOrd="0" destOrd="0" presId="urn:microsoft.com/office/officeart/2005/8/layout/lProcess3"/>
    <dgm:cxn modelId="{A7C0B1D7-1F56-48FD-90B5-72AD4FE122C2}" srcId="{229152BA-338B-4A1D-9D07-C5FB54117122}" destId="{D0241525-96F8-43AB-8B78-3C5D9045E30D}" srcOrd="2" destOrd="0" parTransId="{D5946300-2B7D-4FD5-B966-B650BB0CF9E7}" sibTransId="{50B96356-0542-44FC-B11F-3EA62951D076}"/>
    <dgm:cxn modelId="{BD8B76DC-A230-4730-AB57-175454BABFA4}" srcId="{9126E811-4461-46D2-B0BD-E507F8E003FD}" destId="{6C573F19-4B8E-4CB9-80D8-565A1366F793}" srcOrd="0" destOrd="0" parTransId="{687A0A12-71AA-4E79-81B4-5E154D76599F}" sibTransId="{19EB4852-4DD9-4CD3-909F-1E63120AC028}"/>
    <dgm:cxn modelId="{AC6C1DE3-AACE-47B0-812F-D4EEAA74845A}" type="presOf" srcId="{1AC2BB71-9912-43AE-860B-0841B55E518B}" destId="{35D7A79C-B115-4023-A3C2-3A468C21C6F7}" srcOrd="0" destOrd="0" presId="urn:microsoft.com/office/officeart/2005/8/layout/lProcess3"/>
    <dgm:cxn modelId="{EA277DE3-6851-4C32-948F-5F4BC18C61B9}" type="presOf" srcId="{7D094E94-D674-4281-AB7F-BA3D80DB315F}" destId="{083FDE2F-78CE-4238-814F-7E2269F4AD0A}" srcOrd="0" destOrd="0" presId="urn:microsoft.com/office/officeart/2005/8/layout/lProcess3"/>
    <dgm:cxn modelId="{625FBBE9-E360-4440-B3D3-B5B64080A0C2}" type="presOf" srcId="{056A9951-A36E-48D0-B875-3477EA0DF89C}" destId="{B9EFFE57-B394-4BEB-A2C2-2C15A4ED6D41}" srcOrd="0" destOrd="0" presId="urn:microsoft.com/office/officeart/2005/8/layout/lProcess3"/>
    <dgm:cxn modelId="{C7D75FEE-294E-4BBE-93D6-E69AC7FA1567}" type="presOf" srcId="{FEECEBAE-F228-4C93-AFD5-EE4D63646E5E}" destId="{CE2EDDB8-B868-4EEA-AE5A-15C2253A726D}" srcOrd="0" destOrd="0" presId="urn:microsoft.com/office/officeart/2005/8/layout/lProcess3"/>
    <dgm:cxn modelId="{506BE6F4-9439-4A19-AF65-59FC4716CE1A}" type="presOf" srcId="{26CC3911-2B61-4ED7-BB74-C66C283D1B1B}" destId="{A7F98A5C-66F5-44B3-AF04-E9956B267B4C}" srcOrd="0" destOrd="0" presId="urn:microsoft.com/office/officeart/2005/8/layout/lProcess3"/>
    <dgm:cxn modelId="{78B70BF6-8777-4FF3-8F5F-01C237D98978}" srcId="{94399FDF-ED25-4DCD-A228-62CFE9CCDCA7}" destId="{0AD91F9B-D320-4B3F-88C4-1464E8A0736F}" srcOrd="0" destOrd="0" parTransId="{0E7C6061-5FDA-4182-A8A4-76393C5AACF2}" sibTransId="{C5D0B18E-C78B-4A42-8D7D-D265441A5F63}"/>
    <dgm:cxn modelId="{8E2D29FC-0C45-4E20-9BF8-801164C761B7}" type="presOf" srcId="{06CA8633-DC8E-4B6F-B140-8DA62CAA7993}" destId="{A13D3900-3D2E-4C65-A94D-6689736A3669}" srcOrd="0" destOrd="0" presId="urn:microsoft.com/office/officeart/2005/8/layout/lProcess3"/>
    <dgm:cxn modelId="{5A556E11-223C-46F7-BCB7-19AC66CEA3D9}" type="presParOf" srcId="{651B8A26-4300-4527-8514-3D95F94EBC0D}" destId="{5BD89A07-DCA6-41B2-88AA-13B4E3A43AB0}" srcOrd="0" destOrd="0" presId="urn:microsoft.com/office/officeart/2005/8/layout/lProcess3"/>
    <dgm:cxn modelId="{F033AEFD-A5EB-469B-A3E6-BE09C7309F60}" type="presParOf" srcId="{5BD89A07-DCA6-41B2-88AA-13B4E3A43AB0}" destId="{B14918FD-202F-4946-B486-EE15F698C4B1}" srcOrd="0" destOrd="0" presId="urn:microsoft.com/office/officeart/2005/8/layout/lProcess3"/>
    <dgm:cxn modelId="{5942E873-0017-4119-AD74-58A0457B83A3}" type="presParOf" srcId="{5BD89A07-DCA6-41B2-88AA-13B4E3A43AB0}" destId="{82BEF65B-2B72-4B58-968A-0CA8A7BAAA80}" srcOrd="1" destOrd="0" presId="urn:microsoft.com/office/officeart/2005/8/layout/lProcess3"/>
    <dgm:cxn modelId="{E926228F-C0B2-4691-92DE-BB7066AB7CD3}" type="presParOf" srcId="{5BD89A07-DCA6-41B2-88AA-13B4E3A43AB0}" destId="{FA15D54A-D828-4C30-A5B2-4CDF3D60C4EF}" srcOrd="2" destOrd="0" presId="urn:microsoft.com/office/officeart/2005/8/layout/lProcess3"/>
    <dgm:cxn modelId="{9721955F-5285-4BB5-8D41-AD044ED66886}" type="presParOf" srcId="{5BD89A07-DCA6-41B2-88AA-13B4E3A43AB0}" destId="{63FB2125-4D01-4E7F-BFE3-AD8075269649}" srcOrd="3" destOrd="0" presId="urn:microsoft.com/office/officeart/2005/8/layout/lProcess3"/>
    <dgm:cxn modelId="{72CCDC1C-697E-405C-BBD5-BE5B7297A3C6}" type="presParOf" srcId="{5BD89A07-DCA6-41B2-88AA-13B4E3A43AB0}" destId="{CE2EDDB8-B868-4EEA-AE5A-15C2253A726D}" srcOrd="4" destOrd="0" presId="urn:microsoft.com/office/officeart/2005/8/layout/lProcess3"/>
    <dgm:cxn modelId="{D3552F3D-E456-4A95-A492-733E09D63FC7}" type="presParOf" srcId="{5BD89A07-DCA6-41B2-88AA-13B4E3A43AB0}" destId="{D0B4F660-47CC-42FD-8543-F0D5D7705B2A}" srcOrd="5" destOrd="0" presId="urn:microsoft.com/office/officeart/2005/8/layout/lProcess3"/>
    <dgm:cxn modelId="{B13C6252-79BE-41C6-B812-1FAD18E19AE8}" type="presParOf" srcId="{5BD89A07-DCA6-41B2-88AA-13B4E3A43AB0}" destId="{FFFBB190-D0F6-47ED-9C5A-05AAB624DDE6}" srcOrd="6" destOrd="0" presId="urn:microsoft.com/office/officeart/2005/8/layout/lProcess3"/>
    <dgm:cxn modelId="{AD4E1A5E-4074-4960-BCCA-FCFDB20C6474}" type="presParOf" srcId="{651B8A26-4300-4527-8514-3D95F94EBC0D}" destId="{C71749DF-6870-499B-B656-7F01F7BD0060}" srcOrd="1" destOrd="0" presId="urn:microsoft.com/office/officeart/2005/8/layout/lProcess3"/>
    <dgm:cxn modelId="{020D3278-6A32-448F-8998-0525D1F86644}" type="presParOf" srcId="{651B8A26-4300-4527-8514-3D95F94EBC0D}" destId="{BD0B113C-AA36-443E-86D8-75DE3F1FFA0C}" srcOrd="2" destOrd="0" presId="urn:microsoft.com/office/officeart/2005/8/layout/lProcess3"/>
    <dgm:cxn modelId="{EB196EC8-9683-48D4-A722-1E7A6BFE850E}" type="presParOf" srcId="{BD0B113C-AA36-443E-86D8-75DE3F1FFA0C}" destId="{CDCB5205-4EB6-4037-BF9E-19E2E7B6D20E}" srcOrd="0" destOrd="0" presId="urn:microsoft.com/office/officeart/2005/8/layout/lProcess3"/>
    <dgm:cxn modelId="{A9BD431F-7F7B-491C-BE24-9007475C3530}" type="presParOf" srcId="{BD0B113C-AA36-443E-86D8-75DE3F1FFA0C}" destId="{5702AB5E-30F3-4C41-A98C-D4C31E66BECB}" srcOrd="1" destOrd="0" presId="urn:microsoft.com/office/officeart/2005/8/layout/lProcess3"/>
    <dgm:cxn modelId="{132B28C0-3B50-42E6-B8E7-CC67910BB6BA}" type="presParOf" srcId="{BD0B113C-AA36-443E-86D8-75DE3F1FFA0C}" destId="{CAF55C3A-E8C4-43EE-B9BD-938B4D4126D0}" srcOrd="2" destOrd="0" presId="urn:microsoft.com/office/officeart/2005/8/layout/lProcess3"/>
    <dgm:cxn modelId="{1A8372EF-4E1D-4B4B-86EB-7D3C4C58AE5B}" type="presParOf" srcId="{BD0B113C-AA36-443E-86D8-75DE3F1FFA0C}" destId="{C6B46D0F-13CF-4BD7-A5F2-30D7156B98B0}" srcOrd="3" destOrd="0" presId="urn:microsoft.com/office/officeart/2005/8/layout/lProcess3"/>
    <dgm:cxn modelId="{0F8778E9-ECE7-4E07-B60B-F5CD34BF3999}" type="presParOf" srcId="{BD0B113C-AA36-443E-86D8-75DE3F1FFA0C}" destId="{A13D3900-3D2E-4C65-A94D-6689736A3669}" srcOrd="4" destOrd="0" presId="urn:microsoft.com/office/officeart/2005/8/layout/lProcess3"/>
    <dgm:cxn modelId="{E5AAAA6D-7C3E-41D1-8B23-73A5297B3919}" type="presParOf" srcId="{BD0B113C-AA36-443E-86D8-75DE3F1FFA0C}" destId="{D5461963-7AE7-4AAF-8C10-EF610EAF13CA}" srcOrd="5" destOrd="0" presId="urn:microsoft.com/office/officeart/2005/8/layout/lProcess3"/>
    <dgm:cxn modelId="{2D0F386B-4515-453D-BB42-C6EB4AA0777C}" type="presParOf" srcId="{BD0B113C-AA36-443E-86D8-75DE3F1FFA0C}" destId="{B599F272-771B-4BE4-8078-EE93BC088B01}" srcOrd="6" destOrd="0" presId="urn:microsoft.com/office/officeart/2005/8/layout/lProcess3"/>
    <dgm:cxn modelId="{BC13DFAC-8AC3-47DB-98D6-43A603DF9A7A}" type="presParOf" srcId="{BD0B113C-AA36-443E-86D8-75DE3F1FFA0C}" destId="{2F43CC1E-6566-401F-B1AD-6F05699E6B90}" srcOrd="7" destOrd="0" presId="urn:microsoft.com/office/officeart/2005/8/layout/lProcess3"/>
    <dgm:cxn modelId="{D51B5C95-E7B1-4387-8679-A66F9712B1B2}" type="presParOf" srcId="{BD0B113C-AA36-443E-86D8-75DE3F1FFA0C}" destId="{47547AC2-E9A8-4E4F-99C5-ACB68B071DC0}" srcOrd="8" destOrd="0" presId="urn:microsoft.com/office/officeart/2005/8/layout/lProcess3"/>
    <dgm:cxn modelId="{7A5FF524-DF47-4212-81AE-237FA3CB0594}" type="presParOf" srcId="{BD0B113C-AA36-443E-86D8-75DE3F1FFA0C}" destId="{890B26BA-C966-41D1-B5C4-E53B5BA3CA68}" srcOrd="9" destOrd="0" presId="urn:microsoft.com/office/officeart/2005/8/layout/lProcess3"/>
    <dgm:cxn modelId="{540403C9-EFE9-4C6B-B9A1-FEB50A55862C}" type="presParOf" srcId="{BD0B113C-AA36-443E-86D8-75DE3F1FFA0C}" destId="{A7F98A5C-66F5-44B3-AF04-E9956B267B4C}" srcOrd="10" destOrd="0" presId="urn:microsoft.com/office/officeart/2005/8/layout/lProcess3"/>
    <dgm:cxn modelId="{6FDDB434-86A1-4E91-9335-44D5A07E397B}" type="presParOf" srcId="{651B8A26-4300-4527-8514-3D95F94EBC0D}" destId="{28E46FEF-FD7C-4139-BDBF-90EB355D418F}" srcOrd="3" destOrd="0" presId="urn:microsoft.com/office/officeart/2005/8/layout/lProcess3"/>
    <dgm:cxn modelId="{47CDE022-8286-4DDC-9518-31D1F70A6AEA}" type="presParOf" srcId="{651B8A26-4300-4527-8514-3D95F94EBC0D}" destId="{BA3176CB-1EE1-4730-AB24-FC44B77A8EA5}" srcOrd="4" destOrd="0" presId="urn:microsoft.com/office/officeart/2005/8/layout/lProcess3"/>
    <dgm:cxn modelId="{27E69552-9DD9-4077-9C1E-90710AED9AB5}" type="presParOf" srcId="{BA3176CB-1EE1-4730-AB24-FC44B77A8EA5}" destId="{BE67BE9D-5687-48CC-BD39-376632C32AF7}" srcOrd="0" destOrd="0" presId="urn:microsoft.com/office/officeart/2005/8/layout/lProcess3"/>
    <dgm:cxn modelId="{FEF085E0-DCCA-4B7B-AFBE-D51590C5802F}" type="presParOf" srcId="{BA3176CB-1EE1-4730-AB24-FC44B77A8EA5}" destId="{FD4DFE9E-9BE7-454A-B189-036D2CF35014}" srcOrd="1" destOrd="0" presId="urn:microsoft.com/office/officeart/2005/8/layout/lProcess3"/>
    <dgm:cxn modelId="{AF9B209C-BEDA-482F-8A12-34AABB1E0A1C}" type="presParOf" srcId="{BA3176CB-1EE1-4730-AB24-FC44B77A8EA5}" destId="{46958F82-5167-4FF3-9A31-6B34F8D9748C}" srcOrd="2" destOrd="0" presId="urn:microsoft.com/office/officeart/2005/8/layout/lProcess3"/>
    <dgm:cxn modelId="{2A26F6FB-F599-4C8C-BBFA-27653567BF62}" type="presParOf" srcId="{BA3176CB-1EE1-4730-AB24-FC44B77A8EA5}" destId="{E7221270-B867-4882-878B-23055DF9B3E5}" srcOrd="3" destOrd="0" presId="urn:microsoft.com/office/officeart/2005/8/layout/lProcess3"/>
    <dgm:cxn modelId="{0258B94C-B90F-4C74-B810-147C14C381FC}" type="presParOf" srcId="{BA3176CB-1EE1-4730-AB24-FC44B77A8EA5}" destId="{35D7A79C-B115-4023-A3C2-3A468C21C6F7}" srcOrd="4" destOrd="0" presId="urn:microsoft.com/office/officeart/2005/8/layout/lProcess3"/>
    <dgm:cxn modelId="{220FBDA8-82A6-417D-A8E5-BFCBEEFA5717}" type="presParOf" srcId="{BA3176CB-1EE1-4730-AB24-FC44B77A8EA5}" destId="{88C0177E-2A6D-4577-8328-244AC857B554}" srcOrd="5" destOrd="0" presId="urn:microsoft.com/office/officeart/2005/8/layout/lProcess3"/>
    <dgm:cxn modelId="{D2A286AD-8572-4EC2-B16B-48CFFBF37A0B}" type="presParOf" srcId="{BA3176CB-1EE1-4730-AB24-FC44B77A8EA5}" destId="{81ECFE35-3DF6-46D3-9411-B4EED5083F54}" srcOrd="6" destOrd="0" presId="urn:microsoft.com/office/officeart/2005/8/layout/lProcess3"/>
    <dgm:cxn modelId="{14ABC934-0CD3-4E69-80E5-3D489BC04141}" type="presParOf" srcId="{BA3176CB-1EE1-4730-AB24-FC44B77A8EA5}" destId="{A121A3A0-8B0C-47DA-8689-51C6D0AF4DC8}" srcOrd="7" destOrd="0" presId="urn:microsoft.com/office/officeart/2005/8/layout/lProcess3"/>
    <dgm:cxn modelId="{CC45CD6E-330F-40FB-B20A-4584D8AC185F}" type="presParOf" srcId="{BA3176CB-1EE1-4730-AB24-FC44B77A8EA5}" destId="{18313EF5-AB40-460A-97BC-E1DFAE8BF249}" srcOrd="8" destOrd="0" presId="urn:microsoft.com/office/officeart/2005/8/layout/lProcess3"/>
    <dgm:cxn modelId="{3456CCCA-328A-42F8-8EDB-DD609D20B1E7}" type="presParOf" srcId="{651B8A26-4300-4527-8514-3D95F94EBC0D}" destId="{255E6E1E-C6C1-4932-97AE-80B3242FA199}" srcOrd="5" destOrd="0" presId="urn:microsoft.com/office/officeart/2005/8/layout/lProcess3"/>
    <dgm:cxn modelId="{BBC96BCB-0507-43FA-8E0E-860ABDD058C1}" type="presParOf" srcId="{651B8A26-4300-4527-8514-3D95F94EBC0D}" destId="{BE160FEE-AAAA-4AD8-987E-769337C3B347}" srcOrd="6" destOrd="0" presId="urn:microsoft.com/office/officeart/2005/8/layout/lProcess3"/>
    <dgm:cxn modelId="{6FD4C0FF-F107-460D-81D1-676A9D80C627}" type="presParOf" srcId="{BE160FEE-AAAA-4AD8-987E-769337C3B347}" destId="{DDF65DAE-787A-4165-B6A1-564B2DA44856}" srcOrd="0" destOrd="0" presId="urn:microsoft.com/office/officeart/2005/8/layout/lProcess3"/>
    <dgm:cxn modelId="{7BCD49E0-4FA9-4B5D-8D61-1DB03FC165AD}" type="presParOf" srcId="{BE160FEE-AAAA-4AD8-987E-769337C3B347}" destId="{CAD68FA8-E621-4B42-8575-7816AC90BACF}" srcOrd="1" destOrd="0" presId="urn:microsoft.com/office/officeart/2005/8/layout/lProcess3"/>
    <dgm:cxn modelId="{51320793-0CBE-4175-8452-F1C12D53AA7A}" type="presParOf" srcId="{BE160FEE-AAAA-4AD8-987E-769337C3B347}" destId="{DE2CB6BB-9CD7-4FEE-8627-47E35439598C}" srcOrd="2" destOrd="0" presId="urn:microsoft.com/office/officeart/2005/8/layout/lProcess3"/>
    <dgm:cxn modelId="{D2865FF1-9DE1-4B06-9257-BAACB6FF1358}" type="presParOf" srcId="{BE160FEE-AAAA-4AD8-987E-769337C3B347}" destId="{089AA46B-D84B-4D93-BFD2-AD52B8115351}" srcOrd="3" destOrd="0" presId="urn:microsoft.com/office/officeart/2005/8/layout/lProcess3"/>
    <dgm:cxn modelId="{4025E751-41F4-405A-8618-9B7B30C6C058}" type="presParOf" srcId="{BE160FEE-AAAA-4AD8-987E-769337C3B347}" destId="{B268755C-B4FC-4279-B63F-B75F9B0B9828}" srcOrd="4" destOrd="0" presId="urn:microsoft.com/office/officeart/2005/8/layout/lProcess3"/>
    <dgm:cxn modelId="{F6388D50-2DDF-45A7-9E55-E0B3AFB43731}" type="presParOf" srcId="{BE160FEE-AAAA-4AD8-987E-769337C3B347}" destId="{8494EBE9-67C8-41C2-BE3A-B1842EA89AB2}" srcOrd="5" destOrd="0" presId="urn:microsoft.com/office/officeart/2005/8/layout/lProcess3"/>
    <dgm:cxn modelId="{A510B9FB-0C3E-496C-A0B9-B35DCFC8FE74}" type="presParOf" srcId="{BE160FEE-AAAA-4AD8-987E-769337C3B347}" destId="{4B07FDC9-5BEB-49E9-9115-0E4BF254C20F}" srcOrd="6" destOrd="0" presId="urn:microsoft.com/office/officeart/2005/8/layout/lProcess3"/>
    <dgm:cxn modelId="{CC0634A6-C4DB-4846-BB76-A445400B8723}" type="presParOf" srcId="{651B8A26-4300-4527-8514-3D95F94EBC0D}" destId="{0309799F-C5E6-46CB-8837-A3D2F08A422E}" srcOrd="7" destOrd="0" presId="urn:microsoft.com/office/officeart/2005/8/layout/lProcess3"/>
    <dgm:cxn modelId="{F64018A3-10F0-4C22-8D6A-BC11EAEE722A}" type="presParOf" srcId="{651B8A26-4300-4527-8514-3D95F94EBC0D}" destId="{997DB32A-FE77-472B-A106-6FA2FC926183}" srcOrd="8" destOrd="0" presId="urn:microsoft.com/office/officeart/2005/8/layout/lProcess3"/>
    <dgm:cxn modelId="{2119831D-C046-4785-B80A-4577C3891271}" type="presParOf" srcId="{997DB32A-FE77-472B-A106-6FA2FC926183}" destId="{7905300F-4A75-40A5-B8DF-9F2A427EDC30}" srcOrd="0" destOrd="0" presId="urn:microsoft.com/office/officeart/2005/8/layout/lProcess3"/>
    <dgm:cxn modelId="{E280CB8D-F8D8-435D-B0CF-8B2D74D5C248}" type="presParOf" srcId="{997DB32A-FE77-472B-A106-6FA2FC926183}" destId="{16981F47-8524-4DD8-BBA7-F151AE660891}" srcOrd="1" destOrd="0" presId="urn:microsoft.com/office/officeart/2005/8/layout/lProcess3"/>
    <dgm:cxn modelId="{1E0F067E-DC50-4A07-94C5-F434CBB3FBE2}" type="presParOf" srcId="{997DB32A-FE77-472B-A106-6FA2FC926183}" destId="{0CEAF7A7-50D0-4709-95FD-EFB37537C8CA}" srcOrd="2" destOrd="0" presId="urn:microsoft.com/office/officeart/2005/8/layout/lProcess3"/>
    <dgm:cxn modelId="{7F483E45-7711-4BD5-9527-AA1B6A45F819}" type="presParOf" srcId="{997DB32A-FE77-472B-A106-6FA2FC926183}" destId="{18D5A807-C312-4A7A-97A1-75910B51DECC}" srcOrd="3" destOrd="0" presId="urn:microsoft.com/office/officeart/2005/8/layout/lProcess3"/>
    <dgm:cxn modelId="{DA0DBE0D-7624-4990-B73F-727FB73A74C9}" type="presParOf" srcId="{997DB32A-FE77-472B-A106-6FA2FC926183}" destId="{160937C9-AB06-4A63-963A-A502552EAFF1}" srcOrd="4" destOrd="0" presId="urn:microsoft.com/office/officeart/2005/8/layout/lProcess3"/>
    <dgm:cxn modelId="{47F9FDEC-6AC7-4DD9-B863-EDEA90631980}" type="presParOf" srcId="{997DB32A-FE77-472B-A106-6FA2FC926183}" destId="{750A77F6-DCCC-4FF5-8340-7B9DE4FF5F67}" srcOrd="5" destOrd="0" presId="urn:microsoft.com/office/officeart/2005/8/layout/lProcess3"/>
    <dgm:cxn modelId="{772E9EF9-8132-4584-891C-23BDC3DD61DA}" type="presParOf" srcId="{997DB32A-FE77-472B-A106-6FA2FC926183}" destId="{C8DD0357-623A-4A64-B9BE-D9E73125BD08}" srcOrd="6" destOrd="0" presId="urn:microsoft.com/office/officeart/2005/8/layout/lProcess3"/>
    <dgm:cxn modelId="{B722FED0-1A46-419F-AAA9-167F822740E9}" type="presParOf" srcId="{651B8A26-4300-4527-8514-3D95F94EBC0D}" destId="{C731E4A4-5288-4381-8062-B4FD6B0A2B3E}" srcOrd="9" destOrd="0" presId="urn:microsoft.com/office/officeart/2005/8/layout/lProcess3"/>
    <dgm:cxn modelId="{4DF37081-D174-47EC-8166-2DDF491478BF}" type="presParOf" srcId="{651B8A26-4300-4527-8514-3D95F94EBC0D}" destId="{9FFA673D-4837-445D-A954-EF7D65802587}" srcOrd="10" destOrd="0" presId="urn:microsoft.com/office/officeart/2005/8/layout/lProcess3"/>
    <dgm:cxn modelId="{21D8B6AF-CAAB-44EA-A3FD-D5D0D2F80DB5}" type="presParOf" srcId="{9FFA673D-4837-445D-A954-EF7D65802587}" destId="{B9EFFE57-B394-4BEB-A2C2-2C15A4ED6D41}" srcOrd="0" destOrd="0" presId="urn:microsoft.com/office/officeart/2005/8/layout/lProcess3"/>
    <dgm:cxn modelId="{7FA723BA-B63E-44A0-B82D-B81C0D679E24}" type="presParOf" srcId="{9FFA673D-4837-445D-A954-EF7D65802587}" destId="{45D21472-357E-4780-A938-EE046F89D396}" srcOrd="1" destOrd="0" presId="urn:microsoft.com/office/officeart/2005/8/layout/lProcess3"/>
    <dgm:cxn modelId="{A8AE4F0F-E3D4-4F0F-B225-DB5286CE6B07}" type="presParOf" srcId="{9FFA673D-4837-445D-A954-EF7D65802587}" destId="{FB0F85ED-246E-4381-A1AD-4104F1D9D87B}" srcOrd="2" destOrd="0" presId="urn:microsoft.com/office/officeart/2005/8/layout/lProcess3"/>
    <dgm:cxn modelId="{D04BB5E2-206E-4999-9F93-827F0611AC10}" type="presParOf" srcId="{9FFA673D-4837-445D-A954-EF7D65802587}" destId="{63A82721-DDA4-404A-AF2E-56827B8176A9}" srcOrd="3" destOrd="0" presId="urn:microsoft.com/office/officeart/2005/8/layout/lProcess3"/>
    <dgm:cxn modelId="{C0C0BF94-6BA9-42F6-9824-7219110D0A90}" type="presParOf" srcId="{9FFA673D-4837-445D-A954-EF7D65802587}" destId="{083FDE2F-78CE-4238-814F-7E2269F4AD0A}" srcOrd="4" destOrd="0" presId="urn:microsoft.com/office/officeart/2005/8/layout/lProcess3"/>
    <dgm:cxn modelId="{D0D887CB-68B1-499C-9C3A-CF9E4FBE26C9}" type="presParOf" srcId="{9FFA673D-4837-445D-A954-EF7D65802587}" destId="{2EBABCD5-5753-4572-88B4-8DB95AD70DA4}" srcOrd="5" destOrd="0" presId="urn:microsoft.com/office/officeart/2005/8/layout/lProcess3"/>
    <dgm:cxn modelId="{069A89C8-7109-4357-BB3D-175EAB2B69C2}" type="presParOf" srcId="{9FFA673D-4837-445D-A954-EF7D65802587}" destId="{564ECD36-66EC-412D-A393-2C097B0A71D6}" srcOrd="6" destOrd="0" presId="urn:microsoft.com/office/officeart/2005/8/layout/lProcess3"/>
    <dgm:cxn modelId="{15706F31-3F41-404C-8BF3-E9E0ADCFF84D}" type="presParOf" srcId="{9FFA673D-4837-445D-A954-EF7D65802587}" destId="{90856C6A-268C-4733-8602-6F7E2C7D28C3}" srcOrd="7" destOrd="0" presId="urn:microsoft.com/office/officeart/2005/8/layout/lProcess3"/>
    <dgm:cxn modelId="{E2A03085-7A65-4C20-BFC9-536B2EE5D9AC}" type="presParOf" srcId="{9FFA673D-4837-445D-A954-EF7D65802587}" destId="{0A141272-132B-4BF4-8A65-FDAE45369470}" srcOrd="8" destOrd="0" presId="urn:microsoft.com/office/officeart/2005/8/layout/lProcess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EF34DE07-69AE-42E1-9137-62CEFCA18ED1}" type="doc">
      <dgm:prSet loTypeId="urn:microsoft.com/office/officeart/2005/8/layout/lProcess3" loCatId="process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IN"/>
        </a:p>
      </dgm:t>
    </dgm:pt>
    <dgm:pt modelId="{6230613A-7FC2-4CFD-B944-CDF9C08547D5}">
      <dgm:prSet custT="1"/>
      <dgm:spPr/>
      <dgm:t>
        <a:bodyPr/>
        <a:lstStyle/>
        <a:p>
          <a:r>
            <a:rPr lang="en-IN" sz="1000" b="1" i="0"/>
            <a:t>Performance Requirements</a:t>
          </a:r>
          <a:endParaRPr lang="en-IN" sz="1000"/>
        </a:p>
      </dgm:t>
    </dgm:pt>
    <dgm:pt modelId="{8D25F607-7603-4DD3-859B-E85DA281252C}" type="parTrans" cxnId="{4A3FF18B-5314-4F47-B55B-2B3F585A3BBF}">
      <dgm:prSet/>
      <dgm:spPr/>
      <dgm:t>
        <a:bodyPr/>
        <a:lstStyle/>
        <a:p>
          <a:endParaRPr lang="en-IN"/>
        </a:p>
      </dgm:t>
    </dgm:pt>
    <dgm:pt modelId="{AB7D1FEE-C32F-4A97-9280-59A765E33491}" type="sibTrans" cxnId="{4A3FF18B-5314-4F47-B55B-2B3F585A3BBF}">
      <dgm:prSet/>
      <dgm:spPr/>
      <dgm:t>
        <a:bodyPr/>
        <a:lstStyle/>
        <a:p>
          <a:endParaRPr lang="en-IN"/>
        </a:p>
      </dgm:t>
    </dgm:pt>
    <dgm:pt modelId="{D286FD75-2C46-4004-87FB-9E0DC0AF2B10}">
      <dgm:prSet custT="1"/>
      <dgm:spPr/>
      <dgm:t>
        <a:bodyPr/>
        <a:lstStyle/>
        <a:p>
          <a:r>
            <a:rPr lang="en-IN" sz="1000" b="0" i="0"/>
            <a:t>Payment completion within a few seconds</a:t>
          </a:r>
          <a:endParaRPr lang="en-IN" sz="1000"/>
        </a:p>
      </dgm:t>
    </dgm:pt>
    <dgm:pt modelId="{5FB14185-9193-430F-AAA4-CE19EA3661E7}" type="parTrans" cxnId="{74EE92FC-E1F5-4FF5-9021-685F477F2126}">
      <dgm:prSet/>
      <dgm:spPr/>
      <dgm:t>
        <a:bodyPr/>
        <a:lstStyle/>
        <a:p>
          <a:endParaRPr lang="en-IN"/>
        </a:p>
      </dgm:t>
    </dgm:pt>
    <dgm:pt modelId="{33585553-F604-4368-8CC5-4BED970F2EE4}" type="sibTrans" cxnId="{74EE92FC-E1F5-4FF5-9021-685F477F2126}">
      <dgm:prSet/>
      <dgm:spPr/>
      <dgm:t>
        <a:bodyPr/>
        <a:lstStyle/>
        <a:p>
          <a:endParaRPr lang="en-IN"/>
        </a:p>
      </dgm:t>
    </dgm:pt>
    <dgm:pt modelId="{648E9038-B30B-41E2-B8DF-7F08965E208E}">
      <dgm:prSet custT="1"/>
      <dgm:spPr/>
      <dgm:t>
        <a:bodyPr/>
        <a:lstStyle/>
        <a:p>
          <a:r>
            <a:rPr lang="en-IN" sz="1000" b="0" i="0"/>
            <a:t>High-speed gateway response</a:t>
          </a:r>
          <a:endParaRPr lang="en-IN" sz="1000"/>
        </a:p>
      </dgm:t>
    </dgm:pt>
    <dgm:pt modelId="{C145B5EE-813D-441F-8CAC-DCBB46444BBC}" type="parTrans" cxnId="{673FDFF2-3D22-45CA-B467-1E300383DB89}">
      <dgm:prSet/>
      <dgm:spPr/>
      <dgm:t>
        <a:bodyPr/>
        <a:lstStyle/>
        <a:p>
          <a:endParaRPr lang="en-IN"/>
        </a:p>
      </dgm:t>
    </dgm:pt>
    <dgm:pt modelId="{FDEAD9BB-2FF6-42D4-8C1F-93AD817C4FFB}" type="sibTrans" cxnId="{673FDFF2-3D22-45CA-B467-1E300383DB89}">
      <dgm:prSet/>
      <dgm:spPr/>
      <dgm:t>
        <a:bodyPr/>
        <a:lstStyle/>
        <a:p>
          <a:endParaRPr lang="en-IN"/>
        </a:p>
      </dgm:t>
    </dgm:pt>
    <dgm:pt modelId="{25865492-3C1C-4977-97D1-0426E906C8AE}">
      <dgm:prSet custT="1"/>
      <dgm:spPr/>
      <dgm:t>
        <a:bodyPr/>
        <a:lstStyle/>
        <a:p>
          <a:r>
            <a:rPr lang="en-IN" sz="1000" b="0" i="0"/>
            <a:t>Supports large number of concurrent users</a:t>
          </a:r>
          <a:endParaRPr lang="en-IN" sz="1000"/>
        </a:p>
      </dgm:t>
    </dgm:pt>
    <dgm:pt modelId="{3EB891CF-E185-4DCA-9121-B62911363CDE}" type="parTrans" cxnId="{49E4549F-79F5-4368-A00B-8974DDF0E1C4}">
      <dgm:prSet/>
      <dgm:spPr/>
      <dgm:t>
        <a:bodyPr/>
        <a:lstStyle/>
        <a:p>
          <a:endParaRPr lang="en-IN"/>
        </a:p>
      </dgm:t>
    </dgm:pt>
    <dgm:pt modelId="{5442ED58-D522-468C-9318-CD7CFDD5F3C8}" type="sibTrans" cxnId="{49E4549F-79F5-4368-A00B-8974DDF0E1C4}">
      <dgm:prSet/>
      <dgm:spPr/>
      <dgm:t>
        <a:bodyPr/>
        <a:lstStyle/>
        <a:p>
          <a:endParaRPr lang="en-IN"/>
        </a:p>
      </dgm:t>
    </dgm:pt>
    <dgm:pt modelId="{1489BC4D-6B21-4CE6-AD17-4BC50E5BCE7F}">
      <dgm:prSet custT="1"/>
      <dgm:spPr/>
      <dgm:t>
        <a:bodyPr/>
        <a:lstStyle/>
        <a:p>
          <a:r>
            <a:rPr lang="en-IN" sz="1000" b="1" i="0"/>
            <a:t>Security Requirements</a:t>
          </a:r>
          <a:endParaRPr lang="en-IN" sz="1000"/>
        </a:p>
      </dgm:t>
    </dgm:pt>
    <dgm:pt modelId="{C3D5525C-E762-4CB3-82EA-F272E29BE759}" type="parTrans" cxnId="{E0A69382-508A-4E2A-8485-51E3FBCBAE4B}">
      <dgm:prSet/>
      <dgm:spPr/>
      <dgm:t>
        <a:bodyPr/>
        <a:lstStyle/>
        <a:p>
          <a:endParaRPr lang="en-IN"/>
        </a:p>
      </dgm:t>
    </dgm:pt>
    <dgm:pt modelId="{7504F987-4B37-48DF-8961-9F762C88BEBE}" type="sibTrans" cxnId="{E0A69382-508A-4E2A-8485-51E3FBCBAE4B}">
      <dgm:prSet/>
      <dgm:spPr/>
      <dgm:t>
        <a:bodyPr/>
        <a:lstStyle/>
        <a:p>
          <a:endParaRPr lang="en-IN"/>
        </a:p>
      </dgm:t>
    </dgm:pt>
    <dgm:pt modelId="{926D4719-3EC1-48FD-A042-6B82E5B02638}">
      <dgm:prSet custT="1"/>
      <dgm:spPr/>
      <dgm:t>
        <a:bodyPr/>
        <a:lstStyle/>
        <a:p>
          <a:r>
            <a:rPr lang="en-IN" sz="1000" b="0" i="0"/>
            <a:t>PCI-DSS compliance</a:t>
          </a:r>
          <a:endParaRPr lang="en-IN" sz="1000"/>
        </a:p>
      </dgm:t>
    </dgm:pt>
    <dgm:pt modelId="{10003DC8-C17C-468C-8893-58AEC3984366}" type="parTrans" cxnId="{34F9FD75-BAD7-433B-A212-F3FBF1775503}">
      <dgm:prSet/>
      <dgm:spPr/>
      <dgm:t>
        <a:bodyPr/>
        <a:lstStyle/>
        <a:p>
          <a:endParaRPr lang="en-IN"/>
        </a:p>
      </dgm:t>
    </dgm:pt>
    <dgm:pt modelId="{4BA40995-6BB2-468F-9F3A-A61270238A82}" type="sibTrans" cxnId="{34F9FD75-BAD7-433B-A212-F3FBF1775503}">
      <dgm:prSet/>
      <dgm:spPr/>
      <dgm:t>
        <a:bodyPr/>
        <a:lstStyle/>
        <a:p>
          <a:endParaRPr lang="en-IN"/>
        </a:p>
      </dgm:t>
    </dgm:pt>
    <dgm:pt modelId="{43118E31-1196-4E22-9A23-354BB8899DDB}">
      <dgm:prSet custT="1"/>
      <dgm:spPr/>
      <dgm:t>
        <a:bodyPr/>
        <a:lstStyle/>
        <a:p>
          <a:r>
            <a:rPr lang="en-IN" sz="1000" b="0" i="0"/>
            <a:t>Encryption of card data</a:t>
          </a:r>
          <a:endParaRPr lang="en-IN" sz="1000"/>
        </a:p>
      </dgm:t>
    </dgm:pt>
    <dgm:pt modelId="{C7651E50-EB34-4C9C-8C0D-C73B7F17711C}" type="parTrans" cxnId="{923C4E70-EF59-4E58-BF29-605D3842D6D6}">
      <dgm:prSet/>
      <dgm:spPr/>
      <dgm:t>
        <a:bodyPr/>
        <a:lstStyle/>
        <a:p>
          <a:endParaRPr lang="en-IN"/>
        </a:p>
      </dgm:t>
    </dgm:pt>
    <dgm:pt modelId="{0A5EDFEC-A78A-4908-8E89-B36B4A260149}" type="sibTrans" cxnId="{923C4E70-EF59-4E58-BF29-605D3842D6D6}">
      <dgm:prSet/>
      <dgm:spPr/>
      <dgm:t>
        <a:bodyPr/>
        <a:lstStyle/>
        <a:p>
          <a:endParaRPr lang="en-IN"/>
        </a:p>
      </dgm:t>
    </dgm:pt>
    <dgm:pt modelId="{46296BCF-2F6F-4502-AC44-D8C3148FBD1D}">
      <dgm:prSet custT="1"/>
      <dgm:spPr/>
      <dgm:t>
        <a:bodyPr/>
        <a:lstStyle/>
        <a:p>
          <a:r>
            <a:rPr lang="en-IN" sz="1000" b="0" i="0"/>
            <a:t>Tokenization</a:t>
          </a:r>
          <a:endParaRPr lang="en-IN" sz="1000"/>
        </a:p>
      </dgm:t>
    </dgm:pt>
    <dgm:pt modelId="{88607E6D-478F-4640-B7A7-A18CA3197E12}" type="parTrans" cxnId="{024B4AE7-7460-45DF-A826-BF3D85FB4302}">
      <dgm:prSet/>
      <dgm:spPr/>
      <dgm:t>
        <a:bodyPr/>
        <a:lstStyle/>
        <a:p>
          <a:endParaRPr lang="en-IN"/>
        </a:p>
      </dgm:t>
    </dgm:pt>
    <dgm:pt modelId="{B2F14AA4-964F-4527-877F-8C8EE556936C}" type="sibTrans" cxnId="{024B4AE7-7460-45DF-A826-BF3D85FB4302}">
      <dgm:prSet/>
      <dgm:spPr/>
      <dgm:t>
        <a:bodyPr/>
        <a:lstStyle/>
        <a:p>
          <a:endParaRPr lang="en-IN"/>
        </a:p>
      </dgm:t>
    </dgm:pt>
    <dgm:pt modelId="{053A5788-55A4-4126-8AFE-0499E37D05FA}">
      <dgm:prSet custT="1"/>
      <dgm:spPr/>
      <dgm:t>
        <a:bodyPr/>
        <a:lstStyle/>
        <a:p>
          <a:r>
            <a:rPr lang="en-IN" sz="1000" b="0" i="0"/>
            <a:t>Secure authentication (OTP, 2FA)</a:t>
          </a:r>
          <a:endParaRPr lang="en-IN" sz="1000"/>
        </a:p>
      </dgm:t>
    </dgm:pt>
    <dgm:pt modelId="{3E53157B-9B8C-477A-A20B-FE67E12D172B}" type="parTrans" cxnId="{AF3171D7-0C37-4F1D-B987-50A95D30173D}">
      <dgm:prSet/>
      <dgm:spPr/>
      <dgm:t>
        <a:bodyPr/>
        <a:lstStyle/>
        <a:p>
          <a:endParaRPr lang="en-IN"/>
        </a:p>
      </dgm:t>
    </dgm:pt>
    <dgm:pt modelId="{50E07550-792B-40FA-AAE8-48D75F52A7FB}" type="sibTrans" cxnId="{AF3171D7-0C37-4F1D-B987-50A95D30173D}">
      <dgm:prSet/>
      <dgm:spPr/>
      <dgm:t>
        <a:bodyPr/>
        <a:lstStyle/>
        <a:p>
          <a:endParaRPr lang="en-IN"/>
        </a:p>
      </dgm:t>
    </dgm:pt>
    <dgm:pt modelId="{84E4DA74-82A3-4C27-92C0-B86BCF4DC215}">
      <dgm:prSet custT="1"/>
      <dgm:spPr/>
      <dgm:t>
        <a:bodyPr/>
        <a:lstStyle/>
        <a:p>
          <a:r>
            <a:rPr lang="en-IN" sz="1000" b="0" i="0"/>
            <a:t>Fraud detection system</a:t>
          </a:r>
          <a:endParaRPr lang="en-IN" sz="1000"/>
        </a:p>
      </dgm:t>
    </dgm:pt>
    <dgm:pt modelId="{972ED0EA-A593-420A-8175-14719DCC39DC}" type="parTrans" cxnId="{88D14179-6558-4F7D-A846-2DA4E2680CD0}">
      <dgm:prSet/>
      <dgm:spPr/>
      <dgm:t>
        <a:bodyPr/>
        <a:lstStyle/>
        <a:p>
          <a:endParaRPr lang="en-IN"/>
        </a:p>
      </dgm:t>
    </dgm:pt>
    <dgm:pt modelId="{524CEC9D-CEC6-4340-B485-F9398A5A50F1}" type="sibTrans" cxnId="{88D14179-6558-4F7D-A846-2DA4E2680CD0}">
      <dgm:prSet/>
      <dgm:spPr/>
      <dgm:t>
        <a:bodyPr/>
        <a:lstStyle/>
        <a:p>
          <a:endParaRPr lang="en-IN"/>
        </a:p>
      </dgm:t>
    </dgm:pt>
    <dgm:pt modelId="{775DF7FD-735B-4590-B5E7-F6E7B56C1DDF}">
      <dgm:prSet custT="1"/>
      <dgm:spPr/>
      <dgm:t>
        <a:bodyPr/>
        <a:lstStyle/>
        <a:p>
          <a:r>
            <a:rPr lang="en-IN" sz="1000" b="1" i="0"/>
            <a:t>Availability and Reliability</a:t>
          </a:r>
          <a:endParaRPr lang="en-IN" sz="1000"/>
        </a:p>
      </dgm:t>
    </dgm:pt>
    <dgm:pt modelId="{263CDCD5-B522-4320-8A56-5813A587C852}" type="parTrans" cxnId="{810E5482-CE22-4C34-B8B0-4A53AF78FAFD}">
      <dgm:prSet/>
      <dgm:spPr/>
      <dgm:t>
        <a:bodyPr/>
        <a:lstStyle/>
        <a:p>
          <a:endParaRPr lang="en-IN"/>
        </a:p>
      </dgm:t>
    </dgm:pt>
    <dgm:pt modelId="{DBE9888C-67CF-4537-973F-C9778E831E1D}" type="sibTrans" cxnId="{810E5482-CE22-4C34-B8B0-4A53AF78FAFD}">
      <dgm:prSet/>
      <dgm:spPr/>
      <dgm:t>
        <a:bodyPr/>
        <a:lstStyle/>
        <a:p>
          <a:endParaRPr lang="en-IN"/>
        </a:p>
      </dgm:t>
    </dgm:pt>
    <dgm:pt modelId="{23F5F9AF-BE0D-4C87-971E-EDFF2EDDCE91}">
      <dgm:prSet custT="1"/>
      <dgm:spPr/>
      <dgm:t>
        <a:bodyPr/>
        <a:lstStyle/>
        <a:p>
          <a:r>
            <a:rPr lang="en-IN" sz="1000" b="0" i="0"/>
            <a:t>24/7 system uptime</a:t>
          </a:r>
          <a:endParaRPr lang="en-IN" sz="1000"/>
        </a:p>
      </dgm:t>
    </dgm:pt>
    <dgm:pt modelId="{08DF4188-F2C7-4977-8474-A2F9033FA8FD}" type="parTrans" cxnId="{B2D2C626-66BB-4100-95D0-5CD1438234C0}">
      <dgm:prSet/>
      <dgm:spPr/>
      <dgm:t>
        <a:bodyPr/>
        <a:lstStyle/>
        <a:p>
          <a:endParaRPr lang="en-IN"/>
        </a:p>
      </dgm:t>
    </dgm:pt>
    <dgm:pt modelId="{52D7D7A1-82F5-4997-8079-8A1BF6E24324}" type="sibTrans" cxnId="{B2D2C626-66BB-4100-95D0-5CD1438234C0}">
      <dgm:prSet/>
      <dgm:spPr/>
      <dgm:t>
        <a:bodyPr/>
        <a:lstStyle/>
        <a:p>
          <a:endParaRPr lang="en-IN"/>
        </a:p>
      </dgm:t>
    </dgm:pt>
    <dgm:pt modelId="{A6245D2D-295D-49FF-B057-1032345E6D33}">
      <dgm:prSet custT="1"/>
      <dgm:spPr/>
      <dgm:t>
        <a:bodyPr/>
        <a:lstStyle/>
        <a:p>
          <a:r>
            <a:rPr lang="en-IN" sz="1000" b="0" i="0"/>
            <a:t>Failover servers</a:t>
          </a:r>
          <a:endParaRPr lang="en-IN" sz="1000"/>
        </a:p>
      </dgm:t>
    </dgm:pt>
    <dgm:pt modelId="{D457E855-6C85-4916-82EE-9380948D2843}" type="parTrans" cxnId="{5DA3E8C1-1202-46C7-9BF0-07C560C5107F}">
      <dgm:prSet/>
      <dgm:spPr/>
      <dgm:t>
        <a:bodyPr/>
        <a:lstStyle/>
        <a:p>
          <a:endParaRPr lang="en-IN"/>
        </a:p>
      </dgm:t>
    </dgm:pt>
    <dgm:pt modelId="{ECB2F060-9709-461A-B4A3-426F7C8D5AA8}" type="sibTrans" cxnId="{5DA3E8C1-1202-46C7-9BF0-07C560C5107F}">
      <dgm:prSet/>
      <dgm:spPr/>
      <dgm:t>
        <a:bodyPr/>
        <a:lstStyle/>
        <a:p>
          <a:endParaRPr lang="en-IN"/>
        </a:p>
      </dgm:t>
    </dgm:pt>
    <dgm:pt modelId="{2EE624AC-0486-4951-80D6-EC1F9B86213F}">
      <dgm:prSet custT="1"/>
      <dgm:spPr/>
      <dgm:t>
        <a:bodyPr/>
        <a:lstStyle/>
        <a:p>
          <a:r>
            <a:rPr lang="en-IN" sz="1000" b="0" i="0"/>
            <a:t>Backup &amp; recovery</a:t>
          </a:r>
          <a:endParaRPr lang="en-IN" sz="1000"/>
        </a:p>
      </dgm:t>
    </dgm:pt>
    <dgm:pt modelId="{B81AED52-1B73-4515-97F8-913AAEA9C8EF}" type="parTrans" cxnId="{62BA3B8D-EA12-4E49-A581-CE1276EE654D}">
      <dgm:prSet/>
      <dgm:spPr/>
      <dgm:t>
        <a:bodyPr/>
        <a:lstStyle/>
        <a:p>
          <a:endParaRPr lang="en-IN"/>
        </a:p>
      </dgm:t>
    </dgm:pt>
    <dgm:pt modelId="{B2065C02-3861-43B7-A173-9EBB6A02E646}" type="sibTrans" cxnId="{62BA3B8D-EA12-4E49-A581-CE1276EE654D}">
      <dgm:prSet/>
      <dgm:spPr/>
      <dgm:t>
        <a:bodyPr/>
        <a:lstStyle/>
        <a:p>
          <a:endParaRPr lang="en-IN"/>
        </a:p>
      </dgm:t>
    </dgm:pt>
    <dgm:pt modelId="{7A73D515-FBE6-42B8-9CEE-A7C72BB948B4}">
      <dgm:prSet custT="1"/>
      <dgm:spPr/>
      <dgm:t>
        <a:bodyPr/>
        <a:lstStyle/>
        <a:p>
          <a:r>
            <a:rPr lang="en-IN" sz="1000" b="1" i="0"/>
            <a:t>Usability Requirements</a:t>
          </a:r>
          <a:endParaRPr lang="en-IN" sz="1000"/>
        </a:p>
      </dgm:t>
    </dgm:pt>
    <dgm:pt modelId="{BC5AB910-127E-4E22-A7D4-2F5A600B9D58}" type="parTrans" cxnId="{2E764080-8922-4AD3-9708-B8AAC74C5A28}">
      <dgm:prSet/>
      <dgm:spPr/>
      <dgm:t>
        <a:bodyPr/>
        <a:lstStyle/>
        <a:p>
          <a:endParaRPr lang="en-IN"/>
        </a:p>
      </dgm:t>
    </dgm:pt>
    <dgm:pt modelId="{8F52FB15-CAFE-4C97-864B-519E7B978901}" type="sibTrans" cxnId="{2E764080-8922-4AD3-9708-B8AAC74C5A28}">
      <dgm:prSet/>
      <dgm:spPr/>
      <dgm:t>
        <a:bodyPr/>
        <a:lstStyle/>
        <a:p>
          <a:endParaRPr lang="en-IN"/>
        </a:p>
      </dgm:t>
    </dgm:pt>
    <dgm:pt modelId="{A6C85AC5-9173-4376-A22A-88D38006868C}">
      <dgm:prSet custT="1"/>
      <dgm:spPr/>
      <dgm:t>
        <a:bodyPr/>
        <a:lstStyle/>
        <a:p>
          <a:r>
            <a:rPr lang="en-IN" sz="1000" b="0" i="0"/>
            <a:t>Easy-to-use interface</a:t>
          </a:r>
          <a:endParaRPr lang="en-IN" sz="1000"/>
        </a:p>
      </dgm:t>
    </dgm:pt>
    <dgm:pt modelId="{817341EF-6875-4F14-9A19-6EEB8EDE1E47}" type="parTrans" cxnId="{0E836018-F846-4EE3-9006-B710F760B10C}">
      <dgm:prSet/>
      <dgm:spPr/>
      <dgm:t>
        <a:bodyPr/>
        <a:lstStyle/>
        <a:p>
          <a:endParaRPr lang="en-IN"/>
        </a:p>
      </dgm:t>
    </dgm:pt>
    <dgm:pt modelId="{E3F691B5-B27C-4663-A61B-6E5122E89700}" type="sibTrans" cxnId="{0E836018-F846-4EE3-9006-B710F760B10C}">
      <dgm:prSet/>
      <dgm:spPr/>
      <dgm:t>
        <a:bodyPr/>
        <a:lstStyle/>
        <a:p>
          <a:endParaRPr lang="en-IN"/>
        </a:p>
      </dgm:t>
    </dgm:pt>
    <dgm:pt modelId="{CC36FE45-CE95-4FF0-B8A6-22BD46723B66}">
      <dgm:prSet custT="1"/>
      <dgm:spPr/>
      <dgm:t>
        <a:bodyPr/>
        <a:lstStyle/>
        <a:p>
          <a:r>
            <a:rPr lang="en-IN" sz="1000" b="0" i="0" dirty="0"/>
            <a:t>Minimal steps for payment</a:t>
          </a:r>
          <a:endParaRPr lang="en-IN" sz="1000" dirty="0"/>
        </a:p>
      </dgm:t>
    </dgm:pt>
    <dgm:pt modelId="{143077A1-4969-421F-A7DC-E147C733B623}" type="parTrans" cxnId="{F702C478-0365-4DE3-A492-D5C79B9064F6}">
      <dgm:prSet/>
      <dgm:spPr/>
      <dgm:t>
        <a:bodyPr/>
        <a:lstStyle/>
        <a:p>
          <a:endParaRPr lang="en-IN"/>
        </a:p>
      </dgm:t>
    </dgm:pt>
    <dgm:pt modelId="{CF1FAB88-001A-4F2B-8A59-2501504B812A}" type="sibTrans" cxnId="{F702C478-0365-4DE3-A492-D5C79B9064F6}">
      <dgm:prSet/>
      <dgm:spPr/>
      <dgm:t>
        <a:bodyPr/>
        <a:lstStyle/>
        <a:p>
          <a:endParaRPr lang="en-IN"/>
        </a:p>
      </dgm:t>
    </dgm:pt>
    <dgm:pt modelId="{FC1AC4F4-C062-4673-8891-DA42B2B15445}">
      <dgm:prSet custT="1"/>
      <dgm:spPr/>
      <dgm:t>
        <a:bodyPr/>
        <a:lstStyle/>
        <a:p>
          <a:r>
            <a:rPr lang="en-IN" sz="1000" b="0" i="0"/>
            <a:t>Clear error messages</a:t>
          </a:r>
          <a:endParaRPr lang="en-IN" sz="1000"/>
        </a:p>
      </dgm:t>
    </dgm:pt>
    <dgm:pt modelId="{75C9332B-3821-4DA5-840E-B8DB1B0B7E23}" type="parTrans" cxnId="{C170B2E7-3B5D-4A8D-99A9-B70C45727D80}">
      <dgm:prSet/>
      <dgm:spPr/>
      <dgm:t>
        <a:bodyPr/>
        <a:lstStyle/>
        <a:p>
          <a:endParaRPr lang="en-IN"/>
        </a:p>
      </dgm:t>
    </dgm:pt>
    <dgm:pt modelId="{549374AD-1D6C-4E4F-877B-823FF343A6F6}" type="sibTrans" cxnId="{C170B2E7-3B5D-4A8D-99A9-B70C45727D80}">
      <dgm:prSet/>
      <dgm:spPr/>
      <dgm:t>
        <a:bodyPr/>
        <a:lstStyle/>
        <a:p>
          <a:endParaRPr lang="en-IN"/>
        </a:p>
      </dgm:t>
    </dgm:pt>
    <dgm:pt modelId="{5A539175-0A93-436F-81B0-568F4F51F36C}">
      <dgm:prSet custT="1"/>
      <dgm:spPr/>
      <dgm:t>
        <a:bodyPr/>
        <a:lstStyle/>
        <a:p>
          <a:r>
            <a:rPr lang="en-IN" sz="1000" b="1" i="0"/>
            <a:t>Scalability</a:t>
          </a:r>
          <a:endParaRPr lang="en-IN" sz="1000"/>
        </a:p>
      </dgm:t>
    </dgm:pt>
    <dgm:pt modelId="{D49A8F09-1E6B-40D4-9421-FF8A6CD736C5}" type="parTrans" cxnId="{32CE945A-BAA4-4A0D-86DF-47C9D9BB5FF2}">
      <dgm:prSet/>
      <dgm:spPr/>
      <dgm:t>
        <a:bodyPr/>
        <a:lstStyle/>
        <a:p>
          <a:endParaRPr lang="en-IN"/>
        </a:p>
      </dgm:t>
    </dgm:pt>
    <dgm:pt modelId="{666764C5-4A7F-43EF-861F-F36129932A75}" type="sibTrans" cxnId="{32CE945A-BAA4-4A0D-86DF-47C9D9BB5FF2}">
      <dgm:prSet/>
      <dgm:spPr/>
      <dgm:t>
        <a:bodyPr/>
        <a:lstStyle/>
        <a:p>
          <a:endParaRPr lang="en-IN"/>
        </a:p>
      </dgm:t>
    </dgm:pt>
    <dgm:pt modelId="{6423127F-0359-4DBD-9584-321EAEC382B2}">
      <dgm:prSet custT="1"/>
      <dgm:spPr/>
      <dgm:t>
        <a:bodyPr/>
        <a:lstStyle/>
        <a:p>
          <a:r>
            <a:rPr lang="en-IN" sz="1000" b="0" i="0"/>
            <a:t>Support increasing user load</a:t>
          </a:r>
          <a:endParaRPr lang="en-IN" sz="1000"/>
        </a:p>
      </dgm:t>
    </dgm:pt>
    <dgm:pt modelId="{A128FD01-B2F7-4CBD-BE25-C7201057993C}" type="parTrans" cxnId="{693D3A28-573A-4EED-B5B0-2EEF2ACB6189}">
      <dgm:prSet/>
      <dgm:spPr/>
      <dgm:t>
        <a:bodyPr/>
        <a:lstStyle/>
        <a:p>
          <a:endParaRPr lang="en-IN"/>
        </a:p>
      </dgm:t>
    </dgm:pt>
    <dgm:pt modelId="{7F1FAE6D-0A90-49FF-9818-9E8AA76BE9ED}" type="sibTrans" cxnId="{693D3A28-573A-4EED-B5B0-2EEF2ACB6189}">
      <dgm:prSet/>
      <dgm:spPr/>
      <dgm:t>
        <a:bodyPr/>
        <a:lstStyle/>
        <a:p>
          <a:endParaRPr lang="en-IN"/>
        </a:p>
      </dgm:t>
    </dgm:pt>
    <dgm:pt modelId="{336C54C1-9295-4CAC-9E06-952E2F996365}">
      <dgm:prSet custT="1"/>
      <dgm:spPr/>
      <dgm:t>
        <a:bodyPr/>
        <a:lstStyle/>
        <a:p>
          <a:r>
            <a:rPr lang="en-IN" sz="1000" b="0" i="0" dirty="0"/>
            <a:t>Cloud-based auto-scaling</a:t>
          </a:r>
          <a:endParaRPr lang="en-IN" sz="1000" dirty="0"/>
        </a:p>
      </dgm:t>
    </dgm:pt>
    <dgm:pt modelId="{3FD0E8A4-AA91-475C-A344-9CE1353467CF}" type="parTrans" cxnId="{4F06BA27-BC1F-4E51-A646-103023931951}">
      <dgm:prSet/>
      <dgm:spPr/>
      <dgm:t>
        <a:bodyPr/>
        <a:lstStyle/>
        <a:p>
          <a:endParaRPr lang="en-IN"/>
        </a:p>
      </dgm:t>
    </dgm:pt>
    <dgm:pt modelId="{002CEF0F-4BA4-45DC-AD4B-24E33A8FF03E}" type="sibTrans" cxnId="{4F06BA27-BC1F-4E51-A646-103023931951}">
      <dgm:prSet/>
      <dgm:spPr/>
      <dgm:t>
        <a:bodyPr/>
        <a:lstStyle/>
        <a:p>
          <a:endParaRPr lang="en-IN"/>
        </a:p>
      </dgm:t>
    </dgm:pt>
    <dgm:pt modelId="{D6CF6558-64D3-42EA-B66A-F6CC3C6DDEDB}" type="pres">
      <dgm:prSet presAssocID="{EF34DE07-69AE-42E1-9137-62CEFCA18ED1}" presName="Name0" presStyleCnt="0">
        <dgm:presLayoutVars>
          <dgm:chPref val="3"/>
          <dgm:dir/>
          <dgm:animLvl val="lvl"/>
          <dgm:resizeHandles/>
        </dgm:presLayoutVars>
      </dgm:prSet>
      <dgm:spPr/>
    </dgm:pt>
    <dgm:pt modelId="{07A3A01D-A63A-440A-8EB8-D4140B202735}" type="pres">
      <dgm:prSet presAssocID="{6230613A-7FC2-4CFD-B944-CDF9C08547D5}" presName="horFlow" presStyleCnt="0"/>
      <dgm:spPr/>
    </dgm:pt>
    <dgm:pt modelId="{267E8BDC-F7B3-4642-89B0-051C7B6B217E}" type="pres">
      <dgm:prSet presAssocID="{6230613A-7FC2-4CFD-B944-CDF9C08547D5}" presName="bigChev" presStyleLbl="node1" presStyleIdx="0" presStyleCnt="5"/>
      <dgm:spPr/>
    </dgm:pt>
    <dgm:pt modelId="{E40038EC-0190-45BD-B1BB-F537A57109A8}" type="pres">
      <dgm:prSet presAssocID="{5FB14185-9193-430F-AAA4-CE19EA3661E7}" presName="parTrans" presStyleCnt="0"/>
      <dgm:spPr/>
    </dgm:pt>
    <dgm:pt modelId="{A2AB42CE-9447-482E-86D5-8D3D244F45CC}" type="pres">
      <dgm:prSet presAssocID="{D286FD75-2C46-4004-87FB-9E0DC0AF2B10}" presName="node" presStyleLbl="alignAccFollowNode1" presStyleIdx="0" presStyleCnt="16">
        <dgm:presLayoutVars>
          <dgm:bulletEnabled val="1"/>
        </dgm:presLayoutVars>
      </dgm:prSet>
      <dgm:spPr/>
    </dgm:pt>
    <dgm:pt modelId="{AD8525A1-6F70-42DE-8D4A-049828756BFF}" type="pres">
      <dgm:prSet presAssocID="{33585553-F604-4368-8CC5-4BED970F2EE4}" presName="sibTrans" presStyleCnt="0"/>
      <dgm:spPr/>
    </dgm:pt>
    <dgm:pt modelId="{E11A845D-5D22-4511-A254-241D91017D80}" type="pres">
      <dgm:prSet presAssocID="{648E9038-B30B-41E2-B8DF-7F08965E208E}" presName="node" presStyleLbl="alignAccFollowNode1" presStyleIdx="1" presStyleCnt="16">
        <dgm:presLayoutVars>
          <dgm:bulletEnabled val="1"/>
        </dgm:presLayoutVars>
      </dgm:prSet>
      <dgm:spPr/>
    </dgm:pt>
    <dgm:pt modelId="{9B8A1FE4-0E20-4240-B7B3-367344550AD6}" type="pres">
      <dgm:prSet presAssocID="{FDEAD9BB-2FF6-42D4-8C1F-93AD817C4FFB}" presName="sibTrans" presStyleCnt="0"/>
      <dgm:spPr/>
    </dgm:pt>
    <dgm:pt modelId="{C88157FD-74BB-461E-A11F-DAA81988BF79}" type="pres">
      <dgm:prSet presAssocID="{25865492-3C1C-4977-97D1-0426E906C8AE}" presName="node" presStyleLbl="alignAccFollowNode1" presStyleIdx="2" presStyleCnt="16">
        <dgm:presLayoutVars>
          <dgm:bulletEnabled val="1"/>
        </dgm:presLayoutVars>
      </dgm:prSet>
      <dgm:spPr/>
    </dgm:pt>
    <dgm:pt modelId="{E6995DC0-8117-4F0E-B2FE-FC3BA4B5330F}" type="pres">
      <dgm:prSet presAssocID="{6230613A-7FC2-4CFD-B944-CDF9C08547D5}" presName="vSp" presStyleCnt="0"/>
      <dgm:spPr/>
    </dgm:pt>
    <dgm:pt modelId="{DE009A79-F2F7-4E04-8A63-B857911E2689}" type="pres">
      <dgm:prSet presAssocID="{1489BC4D-6B21-4CE6-AD17-4BC50E5BCE7F}" presName="horFlow" presStyleCnt="0"/>
      <dgm:spPr/>
    </dgm:pt>
    <dgm:pt modelId="{919BB209-493E-4EA6-8C03-B480C3C59F09}" type="pres">
      <dgm:prSet presAssocID="{1489BC4D-6B21-4CE6-AD17-4BC50E5BCE7F}" presName="bigChev" presStyleLbl="node1" presStyleIdx="1" presStyleCnt="5"/>
      <dgm:spPr/>
    </dgm:pt>
    <dgm:pt modelId="{B8370352-C989-4573-9F22-4F22F0A6589F}" type="pres">
      <dgm:prSet presAssocID="{10003DC8-C17C-468C-8893-58AEC3984366}" presName="parTrans" presStyleCnt="0"/>
      <dgm:spPr/>
    </dgm:pt>
    <dgm:pt modelId="{0B784318-0827-465D-8682-EC718A4E9F35}" type="pres">
      <dgm:prSet presAssocID="{926D4719-3EC1-48FD-A042-6B82E5B02638}" presName="node" presStyleLbl="alignAccFollowNode1" presStyleIdx="3" presStyleCnt="16">
        <dgm:presLayoutVars>
          <dgm:bulletEnabled val="1"/>
        </dgm:presLayoutVars>
      </dgm:prSet>
      <dgm:spPr/>
    </dgm:pt>
    <dgm:pt modelId="{6B6C00CB-BA1C-4568-8155-5B57D035BD02}" type="pres">
      <dgm:prSet presAssocID="{4BA40995-6BB2-468F-9F3A-A61270238A82}" presName="sibTrans" presStyleCnt="0"/>
      <dgm:spPr/>
    </dgm:pt>
    <dgm:pt modelId="{46606ED7-7EAF-488E-A480-B47CF74A62EC}" type="pres">
      <dgm:prSet presAssocID="{43118E31-1196-4E22-9A23-354BB8899DDB}" presName="node" presStyleLbl="alignAccFollowNode1" presStyleIdx="4" presStyleCnt="16">
        <dgm:presLayoutVars>
          <dgm:bulletEnabled val="1"/>
        </dgm:presLayoutVars>
      </dgm:prSet>
      <dgm:spPr/>
    </dgm:pt>
    <dgm:pt modelId="{D7DF4137-6128-4632-8162-5B28CC5C122F}" type="pres">
      <dgm:prSet presAssocID="{0A5EDFEC-A78A-4908-8E89-B36B4A260149}" presName="sibTrans" presStyleCnt="0"/>
      <dgm:spPr/>
    </dgm:pt>
    <dgm:pt modelId="{E96D1EFC-5E9D-4EBD-B7A9-F4380AD926C2}" type="pres">
      <dgm:prSet presAssocID="{46296BCF-2F6F-4502-AC44-D8C3148FBD1D}" presName="node" presStyleLbl="alignAccFollowNode1" presStyleIdx="5" presStyleCnt="16">
        <dgm:presLayoutVars>
          <dgm:bulletEnabled val="1"/>
        </dgm:presLayoutVars>
      </dgm:prSet>
      <dgm:spPr/>
    </dgm:pt>
    <dgm:pt modelId="{81FAE119-B0C1-4034-85F7-608A2A27B3AC}" type="pres">
      <dgm:prSet presAssocID="{B2F14AA4-964F-4527-877F-8C8EE556936C}" presName="sibTrans" presStyleCnt="0"/>
      <dgm:spPr/>
    </dgm:pt>
    <dgm:pt modelId="{59655F1B-84A8-470E-AA55-05CCE5699EA1}" type="pres">
      <dgm:prSet presAssocID="{053A5788-55A4-4126-8AFE-0499E37D05FA}" presName="node" presStyleLbl="alignAccFollowNode1" presStyleIdx="6" presStyleCnt="16">
        <dgm:presLayoutVars>
          <dgm:bulletEnabled val="1"/>
        </dgm:presLayoutVars>
      </dgm:prSet>
      <dgm:spPr/>
    </dgm:pt>
    <dgm:pt modelId="{D10B26E0-E029-4940-801D-54997008E743}" type="pres">
      <dgm:prSet presAssocID="{50E07550-792B-40FA-AAE8-48D75F52A7FB}" presName="sibTrans" presStyleCnt="0"/>
      <dgm:spPr/>
    </dgm:pt>
    <dgm:pt modelId="{A4BBC601-8D4B-45AF-9066-F642426C594D}" type="pres">
      <dgm:prSet presAssocID="{84E4DA74-82A3-4C27-92C0-B86BCF4DC215}" presName="node" presStyleLbl="alignAccFollowNode1" presStyleIdx="7" presStyleCnt="16">
        <dgm:presLayoutVars>
          <dgm:bulletEnabled val="1"/>
        </dgm:presLayoutVars>
      </dgm:prSet>
      <dgm:spPr/>
    </dgm:pt>
    <dgm:pt modelId="{0583D98B-4111-401E-9BE9-C4DF86FA0EED}" type="pres">
      <dgm:prSet presAssocID="{1489BC4D-6B21-4CE6-AD17-4BC50E5BCE7F}" presName="vSp" presStyleCnt="0"/>
      <dgm:spPr/>
    </dgm:pt>
    <dgm:pt modelId="{3FEE1A7C-9323-4DDB-920E-9A7112258572}" type="pres">
      <dgm:prSet presAssocID="{775DF7FD-735B-4590-B5E7-F6E7B56C1DDF}" presName="horFlow" presStyleCnt="0"/>
      <dgm:spPr/>
    </dgm:pt>
    <dgm:pt modelId="{0B5D6E32-3B3D-4B3E-8809-F608CBB0A4F2}" type="pres">
      <dgm:prSet presAssocID="{775DF7FD-735B-4590-B5E7-F6E7B56C1DDF}" presName="bigChev" presStyleLbl="node1" presStyleIdx="2" presStyleCnt="5"/>
      <dgm:spPr/>
    </dgm:pt>
    <dgm:pt modelId="{0E44A0A1-5BD8-4648-9561-4D7E05949512}" type="pres">
      <dgm:prSet presAssocID="{08DF4188-F2C7-4977-8474-A2F9033FA8FD}" presName="parTrans" presStyleCnt="0"/>
      <dgm:spPr/>
    </dgm:pt>
    <dgm:pt modelId="{A65ACB24-3760-4229-A1C4-9EEADC60A569}" type="pres">
      <dgm:prSet presAssocID="{23F5F9AF-BE0D-4C87-971E-EDFF2EDDCE91}" presName="node" presStyleLbl="alignAccFollowNode1" presStyleIdx="8" presStyleCnt="16">
        <dgm:presLayoutVars>
          <dgm:bulletEnabled val="1"/>
        </dgm:presLayoutVars>
      </dgm:prSet>
      <dgm:spPr/>
    </dgm:pt>
    <dgm:pt modelId="{E44CA011-96C2-4645-91E6-FCAF3780A768}" type="pres">
      <dgm:prSet presAssocID="{52D7D7A1-82F5-4997-8079-8A1BF6E24324}" presName="sibTrans" presStyleCnt="0"/>
      <dgm:spPr/>
    </dgm:pt>
    <dgm:pt modelId="{D8FF5802-C94C-4DB9-951B-26716FD8B9C1}" type="pres">
      <dgm:prSet presAssocID="{A6245D2D-295D-49FF-B057-1032345E6D33}" presName="node" presStyleLbl="alignAccFollowNode1" presStyleIdx="9" presStyleCnt="16">
        <dgm:presLayoutVars>
          <dgm:bulletEnabled val="1"/>
        </dgm:presLayoutVars>
      </dgm:prSet>
      <dgm:spPr/>
    </dgm:pt>
    <dgm:pt modelId="{1F099D31-99C2-4D88-A21C-6A1B7E78C552}" type="pres">
      <dgm:prSet presAssocID="{ECB2F060-9709-461A-B4A3-426F7C8D5AA8}" presName="sibTrans" presStyleCnt="0"/>
      <dgm:spPr/>
    </dgm:pt>
    <dgm:pt modelId="{D1363AF9-2474-427D-999E-3D0BEEE9BD99}" type="pres">
      <dgm:prSet presAssocID="{2EE624AC-0486-4951-80D6-EC1F9B86213F}" presName="node" presStyleLbl="alignAccFollowNode1" presStyleIdx="10" presStyleCnt="16">
        <dgm:presLayoutVars>
          <dgm:bulletEnabled val="1"/>
        </dgm:presLayoutVars>
      </dgm:prSet>
      <dgm:spPr/>
    </dgm:pt>
    <dgm:pt modelId="{7CC0B07B-5D85-41C1-A498-D358DD7C8C0E}" type="pres">
      <dgm:prSet presAssocID="{775DF7FD-735B-4590-B5E7-F6E7B56C1DDF}" presName="vSp" presStyleCnt="0"/>
      <dgm:spPr/>
    </dgm:pt>
    <dgm:pt modelId="{4A4EEABF-814C-457C-93EC-F388B06CADB0}" type="pres">
      <dgm:prSet presAssocID="{7A73D515-FBE6-42B8-9CEE-A7C72BB948B4}" presName="horFlow" presStyleCnt="0"/>
      <dgm:spPr/>
    </dgm:pt>
    <dgm:pt modelId="{6A7FB675-2FAE-4EB5-B04B-387F6EA56B07}" type="pres">
      <dgm:prSet presAssocID="{7A73D515-FBE6-42B8-9CEE-A7C72BB948B4}" presName="bigChev" presStyleLbl="node1" presStyleIdx="3" presStyleCnt="5"/>
      <dgm:spPr/>
    </dgm:pt>
    <dgm:pt modelId="{498222D8-0CB2-40F8-A554-FC5A5EAA8B95}" type="pres">
      <dgm:prSet presAssocID="{817341EF-6875-4F14-9A19-6EEB8EDE1E47}" presName="parTrans" presStyleCnt="0"/>
      <dgm:spPr/>
    </dgm:pt>
    <dgm:pt modelId="{8879F25D-5A96-4122-A671-3A4F0A0A40B9}" type="pres">
      <dgm:prSet presAssocID="{A6C85AC5-9173-4376-A22A-88D38006868C}" presName="node" presStyleLbl="alignAccFollowNode1" presStyleIdx="11" presStyleCnt="16">
        <dgm:presLayoutVars>
          <dgm:bulletEnabled val="1"/>
        </dgm:presLayoutVars>
      </dgm:prSet>
      <dgm:spPr/>
    </dgm:pt>
    <dgm:pt modelId="{00894462-0B2A-43CE-AF0E-90191709914A}" type="pres">
      <dgm:prSet presAssocID="{E3F691B5-B27C-4663-A61B-6E5122E89700}" presName="sibTrans" presStyleCnt="0"/>
      <dgm:spPr/>
    </dgm:pt>
    <dgm:pt modelId="{1BDA493F-536B-421A-B8E7-20DCEED50769}" type="pres">
      <dgm:prSet presAssocID="{CC36FE45-CE95-4FF0-B8A6-22BD46723B66}" presName="node" presStyleLbl="alignAccFollowNode1" presStyleIdx="12" presStyleCnt="16">
        <dgm:presLayoutVars>
          <dgm:bulletEnabled val="1"/>
        </dgm:presLayoutVars>
      </dgm:prSet>
      <dgm:spPr/>
    </dgm:pt>
    <dgm:pt modelId="{D96EB2E9-947D-478A-89CA-7FE20FBECEAA}" type="pres">
      <dgm:prSet presAssocID="{CF1FAB88-001A-4F2B-8A59-2501504B812A}" presName="sibTrans" presStyleCnt="0"/>
      <dgm:spPr/>
    </dgm:pt>
    <dgm:pt modelId="{73D1B925-8047-4742-BDCC-F1DD7E2416A0}" type="pres">
      <dgm:prSet presAssocID="{FC1AC4F4-C062-4673-8891-DA42B2B15445}" presName="node" presStyleLbl="alignAccFollowNode1" presStyleIdx="13" presStyleCnt="16">
        <dgm:presLayoutVars>
          <dgm:bulletEnabled val="1"/>
        </dgm:presLayoutVars>
      </dgm:prSet>
      <dgm:spPr/>
    </dgm:pt>
    <dgm:pt modelId="{8E859F00-D8FB-47BE-AF0E-58C29A755E6F}" type="pres">
      <dgm:prSet presAssocID="{7A73D515-FBE6-42B8-9CEE-A7C72BB948B4}" presName="vSp" presStyleCnt="0"/>
      <dgm:spPr/>
    </dgm:pt>
    <dgm:pt modelId="{9C66E61F-5108-4CA8-929B-188F792FC726}" type="pres">
      <dgm:prSet presAssocID="{5A539175-0A93-436F-81B0-568F4F51F36C}" presName="horFlow" presStyleCnt="0"/>
      <dgm:spPr/>
    </dgm:pt>
    <dgm:pt modelId="{C1887006-65C9-4559-9942-08EEF25654B5}" type="pres">
      <dgm:prSet presAssocID="{5A539175-0A93-436F-81B0-568F4F51F36C}" presName="bigChev" presStyleLbl="node1" presStyleIdx="4" presStyleCnt="5"/>
      <dgm:spPr/>
    </dgm:pt>
    <dgm:pt modelId="{620B94A3-C9B2-49F8-A09C-DA9299B40CF3}" type="pres">
      <dgm:prSet presAssocID="{A128FD01-B2F7-4CBD-BE25-C7201057993C}" presName="parTrans" presStyleCnt="0"/>
      <dgm:spPr/>
    </dgm:pt>
    <dgm:pt modelId="{392E30F4-6FC6-48FA-9DCF-A6EA65E75E62}" type="pres">
      <dgm:prSet presAssocID="{6423127F-0359-4DBD-9584-321EAEC382B2}" presName="node" presStyleLbl="alignAccFollowNode1" presStyleIdx="14" presStyleCnt="16">
        <dgm:presLayoutVars>
          <dgm:bulletEnabled val="1"/>
        </dgm:presLayoutVars>
      </dgm:prSet>
      <dgm:spPr/>
    </dgm:pt>
    <dgm:pt modelId="{781CEBF7-2F18-4394-86F7-A126EEA2928F}" type="pres">
      <dgm:prSet presAssocID="{7F1FAE6D-0A90-49FF-9818-9E8AA76BE9ED}" presName="sibTrans" presStyleCnt="0"/>
      <dgm:spPr/>
    </dgm:pt>
    <dgm:pt modelId="{B2925A4F-C5EC-4E5A-B1C3-01B39FE2DE20}" type="pres">
      <dgm:prSet presAssocID="{336C54C1-9295-4CAC-9E06-952E2F996365}" presName="node" presStyleLbl="alignAccFollowNode1" presStyleIdx="15" presStyleCnt="16">
        <dgm:presLayoutVars>
          <dgm:bulletEnabled val="1"/>
        </dgm:presLayoutVars>
      </dgm:prSet>
      <dgm:spPr/>
    </dgm:pt>
  </dgm:ptLst>
  <dgm:cxnLst>
    <dgm:cxn modelId="{BDC89211-2044-45C2-A754-097C4EE4480C}" type="presOf" srcId="{D286FD75-2C46-4004-87FB-9E0DC0AF2B10}" destId="{A2AB42CE-9447-482E-86D5-8D3D244F45CC}" srcOrd="0" destOrd="0" presId="urn:microsoft.com/office/officeart/2005/8/layout/lProcess3"/>
    <dgm:cxn modelId="{668D0613-7745-407B-A816-DBC10F771B02}" type="presOf" srcId="{25865492-3C1C-4977-97D1-0426E906C8AE}" destId="{C88157FD-74BB-461E-A11F-DAA81988BF79}" srcOrd="0" destOrd="0" presId="urn:microsoft.com/office/officeart/2005/8/layout/lProcess3"/>
    <dgm:cxn modelId="{322D8117-2357-43F4-A4F1-E535A91B4F60}" type="presOf" srcId="{23F5F9AF-BE0D-4C87-971E-EDFF2EDDCE91}" destId="{A65ACB24-3760-4229-A1C4-9EEADC60A569}" srcOrd="0" destOrd="0" presId="urn:microsoft.com/office/officeart/2005/8/layout/lProcess3"/>
    <dgm:cxn modelId="{0E836018-F846-4EE3-9006-B710F760B10C}" srcId="{7A73D515-FBE6-42B8-9CEE-A7C72BB948B4}" destId="{A6C85AC5-9173-4376-A22A-88D38006868C}" srcOrd="0" destOrd="0" parTransId="{817341EF-6875-4F14-9A19-6EEB8EDE1E47}" sibTransId="{E3F691B5-B27C-4663-A61B-6E5122E89700}"/>
    <dgm:cxn modelId="{3619F825-F34E-442F-9C7F-2B58962837AF}" type="presOf" srcId="{5A539175-0A93-436F-81B0-568F4F51F36C}" destId="{C1887006-65C9-4559-9942-08EEF25654B5}" srcOrd="0" destOrd="0" presId="urn:microsoft.com/office/officeart/2005/8/layout/lProcess3"/>
    <dgm:cxn modelId="{B2D2C626-66BB-4100-95D0-5CD1438234C0}" srcId="{775DF7FD-735B-4590-B5E7-F6E7B56C1DDF}" destId="{23F5F9AF-BE0D-4C87-971E-EDFF2EDDCE91}" srcOrd="0" destOrd="0" parTransId="{08DF4188-F2C7-4977-8474-A2F9033FA8FD}" sibTransId="{52D7D7A1-82F5-4997-8079-8A1BF6E24324}"/>
    <dgm:cxn modelId="{4F06BA27-BC1F-4E51-A646-103023931951}" srcId="{5A539175-0A93-436F-81B0-568F4F51F36C}" destId="{336C54C1-9295-4CAC-9E06-952E2F996365}" srcOrd="1" destOrd="0" parTransId="{3FD0E8A4-AA91-475C-A344-9CE1353467CF}" sibTransId="{002CEF0F-4BA4-45DC-AD4B-24E33A8FF03E}"/>
    <dgm:cxn modelId="{693D3A28-573A-4EED-B5B0-2EEF2ACB6189}" srcId="{5A539175-0A93-436F-81B0-568F4F51F36C}" destId="{6423127F-0359-4DBD-9584-321EAEC382B2}" srcOrd="0" destOrd="0" parTransId="{A128FD01-B2F7-4CBD-BE25-C7201057993C}" sibTransId="{7F1FAE6D-0A90-49FF-9818-9E8AA76BE9ED}"/>
    <dgm:cxn modelId="{B9D4E628-B525-479B-811F-B6F163EB0F1C}" type="presOf" srcId="{648E9038-B30B-41E2-B8DF-7F08965E208E}" destId="{E11A845D-5D22-4511-A254-241D91017D80}" srcOrd="0" destOrd="0" presId="urn:microsoft.com/office/officeart/2005/8/layout/lProcess3"/>
    <dgm:cxn modelId="{1BE09535-DC47-4B95-9436-CAC482C98273}" type="presOf" srcId="{84E4DA74-82A3-4C27-92C0-B86BCF4DC215}" destId="{A4BBC601-8D4B-45AF-9066-F642426C594D}" srcOrd="0" destOrd="0" presId="urn:microsoft.com/office/officeart/2005/8/layout/lProcess3"/>
    <dgm:cxn modelId="{F2BBAA45-F189-48F9-BFB6-097206F3D38E}" type="presOf" srcId="{7A73D515-FBE6-42B8-9CEE-A7C72BB948B4}" destId="{6A7FB675-2FAE-4EB5-B04B-387F6EA56B07}" srcOrd="0" destOrd="0" presId="urn:microsoft.com/office/officeart/2005/8/layout/lProcess3"/>
    <dgm:cxn modelId="{7E0F2A68-DCB5-4094-A09C-B05E93D75E5F}" type="presOf" srcId="{43118E31-1196-4E22-9A23-354BB8899DDB}" destId="{46606ED7-7EAF-488E-A480-B47CF74A62EC}" srcOrd="0" destOrd="0" presId="urn:microsoft.com/office/officeart/2005/8/layout/lProcess3"/>
    <dgm:cxn modelId="{923C4E70-EF59-4E58-BF29-605D3842D6D6}" srcId="{1489BC4D-6B21-4CE6-AD17-4BC50E5BCE7F}" destId="{43118E31-1196-4E22-9A23-354BB8899DDB}" srcOrd="1" destOrd="0" parTransId="{C7651E50-EB34-4C9C-8C0D-C73B7F17711C}" sibTransId="{0A5EDFEC-A78A-4908-8E89-B36B4A260149}"/>
    <dgm:cxn modelId="{34F9FD75-BAD7-433B-A212-F3FBF1775503}" srcId="{1489BC4D-6B21-4CE6-AD17-4BC50E5BCE7F}" destId="{926D4719-3EC1-48FD-A042-6B82E5B02638}" srcOrd="0" destOrd="0" parTransId="{10003DC8-C17C-468C-8893-58AEC3984366}" sibTransId="{4BA40995-6BB2-468F-9F3A-A61270238A82}"/>
    <dgm:cxn modelId="{ACC2D876-81C1-4159-8925-9CE3DFBD55E3}" type="presOf" srcId="{6423127F-0359-4DBD-9584-321EAEC382B2}" destId="{392E30F4-6FC6-48FA-9DCF-A6EA65E75E62}" srcOrd="0" destOrd="0" presId="urn:microsoft.com/office/officeart/2005/8/layout/lProcess3"/>
    <dgm:cxn modelId="{F702C478-0365-4DE3-A492-D5C79B9064F6}" srcId="{7A73D515-FBE6-42B8-9CEE-A7C72BB948B4}" destId="{CC36FE45-CE95-4FF0-B8A6-22BD46723B66}" srcOrd="1" destOrd="0" parTransId="{143077A1-4969-421F-A7DC-E147C733B623}" sibTransId="{CF1FAB88-001A-4F2B-8A59-2501504B812A}"/>
    <dgm:cxn modelId="{88D14179-6558-4F7D-A846-2DA4E2680CD0}" srcId="{1489BC4D-6B21-4CE6-AD17-4BC50E5BCE7F}" destId="{84E4DA74-82A3-4C27-92C0-B86BCF4DC215}" srcOrd="4" destOrd="0" parTransId="{972ED0EA-A593-420A-8175-14719DCC39DC}" sibTransId="{524CEC9D-CEC6-4340-B485-F9398A5A50F1}"/>
    <dgm:cxn modelId="{32CE945A-BAA4-4A0D-86DF-47C9D9BB5FF2}" srcId="{EF34DE07-69AE-42E1-9137-62CEFCA18ED1}" destId="{5A539175-0A93-436F-81B0-568F4F51F36C}" srcOrd="4" destOrd="0" parTransId="{D49A8F09-1E6B-40D4-9421-FF8A6CD736C5}" sibTransId="{666764C5-4A7F-43EF-861F-F36129932A75}"/>
    <dgm:cxn modelId="{2E764080-8922-4AD3-9708-B8AAC74C5A28}" srcId="{EF34DE07-69AE-42E1-9137-62CEFCA18ED1}" destId="{7A73D515-FBE6-42B8-9CEE-A7C72BB948B4}" srcOrd="3" destOrd="0" parTransId="{BC5AB910-127E-4E22-A7D4-2F5A600B9D58}" sibTransId="{8F52FB15-CAFE-4C97-864B-519E7B978901}"/>
    <dgm:cxn modelId="{F7D02A82-1BCD-43AE-9B67-DAEFDA7E21EE}" type="presOf" srcId="{A6245D2D-295D-49FF-B057-1032345E6D33}" destId="{D8FF5802-C94C-4DB9-951B-26716FD8B9C1}" srcOrd="0" destOrd="0" presId="urn:microsoft.com/office/officeart/2005/8/layout/lProcess3"/>
    <dgm:cxn modelId="{810E5482-CE22-4C34-B8B0-4A53AF78FAFD}" srcId="{EF34DE07-69AE-42E1-9137-62CEFCA18ED1}" destId="{775DF7FD-735B-4590-B5E7-F6E7B56C1DDF}" srcOrd="2" destOrd="0" parTransId="{263CDCD5-B522-4320-8A56-5813A587C852}" sibTransId="{DBE9888C-67CF-4537-973F-C9778E831E1D}"/>
    <dgm:cxn modelId="{E0A69382-508A-4E2A-8485-51E3FBCBAE4B}" srcId="{EF34DE07-69AE-42E1-9137-62CEFCA18ED1}" destId="{1489BC4D-6B21-4CE6-AD17-4BC50E5BCE7F}" srcOrd="1" destOrd="0" parTransId="{C3D5525C-E762-4CB3-82EA-F272E29BE759}" sibTransId="{7504F987-4B37-48DF-8961-9F762C88BEBE}"/>
    <dgm:cxn modelId="{4A3FF18B-5314-4F47-B55B-2B3F585A3BBF}" srcId="{EF34DE07-69AE-42E1-9137-62CEFCA18ED1}" destId="{6230613A-7FC2-4CFD-B944-CDF9C08547D5}" srcOrd="0" destOrd="0" parTransId="{8D25F607-7603-4DD3-859B-E85DA281252C}" sibTransId="{AB7D1FEE-C32F-4A97-9280-59A765E33491}"/>
    <dgm:cxn modelId="{51CB1A8C-9D89-476F-AC24-1E8CF91DEDF7}" type="presOf" srcId="{2EE624AC-0486-4951-80D6-EC1F9B86213F}" destId="{D1363AF9-2474-427D-999E-3D0BEEE9BD99}" srcOrd="0" destOrd="0" presId="urn:microsoft.com/office/officeart/2005/8/layout/lProcess3"/>
    <dgm:cxn modelId="{62BA3B8D-EA12-4E49-A581-CE1276EE654D}" srcId="{775DF7FD-735B-4590-B5E7-F6E7B56C1DDF}" destId="{2EE624AC-0486-4951-80D6-EC1F9B86213F}" srcOrd="2" destOrd="0" parTransId="{B81AED52-1B73-4515-97F8-913AAEA9C8EF}" sibTransId="{B2065C02-3861-43B7-A173-9EBB6A02E646}"/>
    <dgm:cxn modelId="{49E4549F-79F5-4368-A00B-8974DDF0E1C4}" srcId="{6230613A-7FC2-4CFD-B944-CDF9C08547D5}" destId="{25865492-3C1C-4977-97D1-0426E906C8AE}" srcOrd="2" destOrd="0" parTransId="{3EB891CF-E185-4DCA-9121-B62911363CDE}" sibTransId="{5442ED58-D522-468C-9318-CD7CFDD5F3C8}"/>
    <dgm:cxn modelId="{DBCE15A0-C390-4854-B42E-B0D87D5AD893}" type="presOf" srcId="{053A5788-55A4-4126-8AFE-0499E37D05FA}" destId="{59655F1B-84A8-470E-AA55-05CCE5699EA1}" srcOrd="0" destOrd="0" presId="urn:microsoft.com/office/officeart/2005/8/layout/lProcess3"/>
    <dgm:cxn modelId="{FC0093A1-5643-4221-845F-3F88FF5C99B4}" type="presOf" srcId="{6230613A-7FC2-4CFD-B944-CDF9C08547D5}" destId="{267E8BDC-F7B3-4642-89B0-051C7B6B217E}" srcOrd="0" destOrd="0" presId="urn:microsoft.com/office/officeart/2005/8/layout/lProcess3"/>
    <dgm:cxn modelId="{8CBC47AA-F88A-4247-8D48-EA5F45384102}" type="presOf" srcId="{336C54C1-9295-4CAC-9E06-952E2F996365}" destId="{B2925A4F-C5EC-4E5A-B1C3-01B39FE2DE20}" srcOrd="0" destOrd="0" presId="urn:microsoft.com/office/officeart/2005/8/layout/lProcess3"/>
    <dgm:cxn modelId="{F20BECAB-4B45-4C6C-9464-414288C1730F}" type="presOf" srcId="{A6C85AC5-9173-4376-A22A-88D38006868C}" destId="{8879F25D-5A96-4122-A671-3A4F0A0A40B9}" srcOrd="0" destOrd="0" presId="urn:microsoft.com/office/officeart/2005/8/layout/lProcess3"/>
    <dgm:cxn modelId="{0D7E75B4-6ED0-4325-B610-94FD62677430}" type="presOf" srcId="{CC36FE45-CE95-4FF0-B8A6-22BD46723B66}" destId="{1BDA493F-536B-421A-B8E7-20DCEED50769}" srcOrd="0" destOrd="0" presId="urn:microsoft.com/office/officeart/2005/8/layout/lProcess3"/>
    <dgm:cxn modelId="{3126F2BD-C3B4-4612-94C1-F458FE1FD417}" type="presOf" srcId="{EF34DE07-69AE-42E1-9137-62CEFCA18ED1}" destId="{D6CF6558-64D3-42EA-B66A-F6CC3C6DDEDB}" srcOrd="0" destOrd="0" presId="urn:microsoft.com/office/officeart/2005/8/layout/lProcess3"/>
    <dgm:cxn modelId="{5DA3E8C1-1202-46C7-9BF0-07C560C5107F}" srcId="{775DF7FD-735B-4590-B5E7-F6E7B56C1DDF}" destId="{A6245D2D-295D-49FF-B057-1032345E6D33}" srcOrd="1" destOrd="0" parTransId="{D457E855-6C85-4916-82EE-9380948D2843}" sibTransId="{ECB2F060-9709-461A-B4A3-426F7C8D5AA8}"/>
    <dgm:cxn modelId="{AF3171D7-0C37-4F1D-B987-50A95D30173D}" srcId="{1489BC4D-6B21-4CE6-AD17-4BC50E5BCE7F}" destId="{053A5788-55A4-4126-8AFE-0499E37D05FA}" srcOrd="3" destOrd="0" parTransId="{3E53157B-9B8C-477A-A20B-FE67E12D172B}" sibTransId="{50E07550-792B-40FA-AAE8-48D75F52A7FB}"/>
    <dgm:cxn modelId="{166541DC-C77C-464A-A92D-38B8A190952D}" type="presOf" srcId="{46296BCF-2F6F-4502-AC44-D8C3148FBD1D}" destId="{E96D1EFC-5E9D-4EBD-B7A9-F4380AD926C2}" srcOrd="0" destOrd="0" presId="urn:microsoft.com/office/officeart/2005/8/layout/lProcess3"/>
    <dgm:cxn modelId="{A1CCEEDE-6668-4E5E-8100-A85D2DE85EEC}" type="presOf" srcId="{926D4719-3EC1-48FD-A042-6B82E5B02638}" destId="{0B784318-0827-465D-8682-EC718A4E9F35}" srcOrd="0" destOrd="0" presId="urn:microsoft.com/office/officeart/2005/8/layout/lProcess3"/>
    <dgm:cxn modelId="{024B4AE7-7460-45DF-A826-BF3D85FB4302}" srcId="{1489BC4D-6B21-4CE6-AD17-4BC50E5BCE7F}" destId="{46296BCF-2F6F-4502-AC44-D8C3148FBD1D}" srcOrd="2" destOrd="0" parTransId="{88607E6D-478F-4640-B7A7-A18CA3197E12}" sibTransId="{B2F14AA4-964F-4527-877F-8C8EE556936C}"/>
    <dgm:cxn modelId="{C170B2E7-3B5D-4A8D-99A9-B70C45727D80}" srcId="{7A73D515-FBE6-42B8-9CEE-A7C72BB948B4}" destId="{FC1AC4F4-C062-4673-8891-DA42B2B15445}" srcOrd="2" destOrd="0" parTransId="{75C9332B-3821-4DA5-840E-B8DB1B0B7E23}" sibTransId="{549374AD-1D6C-4E4F-877B-823FF343A6F6}"/>
    <dgm:cxn modelId="{5099BAEE-7430-4C32-B177-99DF1C908939}" type="presOf" srcId="{FC1AC4F4-C062-4673-8891-DA42B2B15445}" destId="{73D1B925-8047-4742-BDCC-F1DD7E2416A0}" srcOrd="0" destOrd="0" presId="urn:microsoft.com/office/officeart/2005/8/layout/lProcess3"/>
    <dgm:cxn modelId="{B21F74F1-87C2-48CF-A5FF-1BBC4FC1A870}" type="presOf" srcId="{1489BC4D-6B21-4CE6-AD17-4BC50E5BCE7F}" destId="{919BB209-493E-4EA6-8C03-B480C3C59F09}" srcOrd="0" destOrd="0" presId="urn:microsoft.com/office/officeart/2005/8/layout/lProcess3"/>
    <dgm:cxn modelId="{673FDFF2-3D22-45CA-B467-1E300383DB89}" srcId="{6230613A-7FC2-4CFD-B944-CDF9C08547D5}" destId="{648E9038-B30B-41E2-B8DF-7F08965E208E}" srcOrd="1" destOrd="0" parTransId="{C145B5EE-813D-441F-8CAC-DCBB46444BBC}" sibTransId="{FDEAD9BB-2FF6-42D4-8C1F-93AD817C4FFB}"/>
    <dgm:cxn modelId="{EF13BEF3-34AE-4020-B80F-A6C3D7FEC75E}" type="presOf" srcId="{775DF7FD-735B-4590-B5E7-F6E7B56C1DDF}" destId="{0B5D6E32-3B3D-4B3E-8809-F608CBB0A4F2}" srcOrd="0" destOrd="0" presId="urn:microsoft.com/office/officeart/2005/8/layout/lProcess3"/>
    <dgm:cxn modelId="{74EE92FC-E1F5-4FF5-9021-685F477F2126}" srcId="{6230613A-7FC2-4CFD-B944-CDF9C08547D5}" destId="{D286FD75-2C46-4004-87FB-9E0DC0AF2B10}" srcOrd="0" destOrd="0" parTransId="{5FB14185-9193-430F-AAA4-CE19EA3661E7}" sibTransId="{33585553-F604-4368-8CC5-4BED970F2EE4}"/>
    <dgm:cxn modelId="{16997F04-D10A-40A7-AA2D-4E716008C759}" type="presParOf" srcId="{D6CF6558-64D3-42EA-B66A-F6CC3C6DDEDB}" destId="{07A3A01D-A63A-440A-8EB8-D4140B202735}" srcOrd="0" destOrd="0" presId="urn:microsoft.com/office/officeart/2005/8/layout/lProcess3"/>
    <dgm:cxn modelId="{BBA629D0-0D12-4675-9C0D-E92F4365608F}" type="presParOf" srcId="{07A3A01D-A63A-440A-8EB8-D4140B202735}" destId="{267E8BDC-F7B3-4642-89B0-051C7B6B217E}" srcOrd="0" destOrd="0" presId="urn:microsoft.com/office/officeart/2005/8/layout/lProcess3"/>
    <dgm:cxn modelId="{EC916B04-C1E3-472C-948E-73141C8CAFDF}" type="presParOf" srcId="{07A3A01D-A63A-440A-8EB8-D4140B202735}" destId="{E40038EC-0190-45BD-B1BB-F537A57109A8}" srcOrd="1" destOrd="0" presId="urn:microsoft.com/office/officeart/2005/8/layout/lProcess3"/>
    <dgm:cxn modelId="{52BCF5CA-1143-45D1-BB2A-6E54121F0434}" type="presParOf" srcId="{07A3A01D-A63A-440A-8EB8-D4140B202735}" destId="{A2AB42CE-9447-482E-86D5-8D3D244F45CC}" srcOrd="2" destOrd="0" presId="urn:microsoft.com/office/officeart/2005/8/layout/lProcess3"/>
    <dgm:cxn modelId="{7A4496E9-EE50-47F2-A97B-B0471935FA9C}" type="presParOf" srcId="{07A3A01D-A63A-440A-8EB8-D4140B202735}" destId="{AD8525A1-6F70-42DE-8D4A-049828756BFF}" srcOrd="3" destOrd="0" presId="urn:microsoft.com/office/officeart/2005/8/layout/lProcess3"/>
    <dgm:cxn modelId="{4200AAAC-6A06-44C2-9293-E0AC1C6ECE46}" type="presParOf" srcId="{07A3A01D-A63A-440A-8EB8-D4140B202735}" destId="{E11A845D-5D22-4511-A254-241D91017D80}" srcOrd="4" destOrd="0" presId="urn:microsoft.com/office/officeart/2005/8/layout/lProcess3"/>
    <dgm:cxn modelId="{ECF15BD8-1C8D-491A-AFF3-814F16744324}" type="presParOf" srcId="{07A3A01D-A63A-440A-8EB8-D4140B202735}" destId="{9B8A1FE4-0E20-4240-B7B3-367344550AD6}" srcOrd="5" destOrd="0" presId="urn:microsoft.com/office/officeart/2005/8/layout/lProcess3"/>
    <dgm:cxn modelId="{707398F1-F554-4BF6-8E85-1F56F33CF43F}" type="presParOf" srcId="{07A3A01D-A63A-440A-8EB8-D4140B202735}" destId="{C88157FD-74BB-461E-A11F-DAA81988BF79}" srcOrd="6" destOrd="0" presId="urn:microsoft.com/office/officeart/2005/8/layout/lProcess3"/>
    <dgm:cxn modelId="{FBFAFEF0-C987-4D7B-B180-DA098C82DA78}" type="presParOf" srcId="{D6CF6558-64D3-42EA-B66A-F6CC3C6DDEDB}" destId="{E6995DC0-8117-4F0E-B2FE-FC3BA4B5330F}" srcOrd="1" destOrd="0" presId="urn:microsoft.com/office/officeart/2005/8/layout/lProcess3"/>
    <dgm:cxn modelId="{637F88B0-BA6E-45C6-A8AD-49CF61A2BEFC}" type="presParOf" srcId="{D6CF6558-64D3-42EA-B66A-F6CC3C6DDEDB}" destId="{DE009A79-F2F7-4E04-8A63-B857911E2689}" srcOrd="2" destOrd="0" presId="urn:microsoft.com/office/officeart/2005/8/layout/lProcess3"/>
    <dgm:cxn modelId="{8C96FC37-9FBF-4324-A478-48F3168FD836}" type="presParOf" srcId="{DE009A79-F2F7-4E04-8A63-B857911E2689}" destId="{919BB209-493E-4EA6-8C03-B480C3C59F09}" srcOrd="0" destOrd="0" presId="urn:microsoft.com/office/officeart/2005/8/layout/lProcess3"/>
    <dgm:cxn modelId="{CAB079A9-A5B2-4500-BC8D-1E8C677DF0D9}" type="presParOf" srcId="{DE009A79-F2F7-4E04-8A63-B857911E2689}" destId="{B8370352-C989-4573-9F22-4F22F0A6589F}" srcOrd="1" destOrd="0" presId="urn:microsoft.com/office/officeart/2005/8/layout/lProcess3"/>
    <dgm:cxn modelId="{884A795A-AA24-4F74-8FC8-7B98168CA665}" type="presParOf" srcId="{DE009A79-F2F7-4E04-8A63-B857911E2689}" destId="{0B784318-0827-465D-8682-EC718A4E9F35}" srcOrd="2" destOrd="0" presId="urn:microsoft.com/office/officeart/2005/8/layout/lProcess3"/>
    <dgm:cxn modelId="{726B6D4F-F0A6-4636-8495-AB955447C5B0}" type="presParOf" srcId="{DE009A79-F2F7-4E04-8A63-B857911E2689}" destId="{6B6C00CB-BA1C-4568-8155-5B57D035BD02}" srcOrd="3" destOrd="0" presId="urn:microsoft.com/office/officeart/2005/8/layout/lProcess3"/>
    <dgm:cxn modelId="{6EF50736-78C4-43E6-A7AC-D7A0BB8BB830}" type="presParOf" srcId="{DE009A79-F2F7-4E04-8A63-B857911E2689}" destId="{46606ED7-7EAF-488E-A480-B47CF74A62EC}" srcOrd="4" destOrd="0" presId="urn:microsoft.com/office/officeart/2005/8/layout/lProcess3"/>
    <dgm:cxn modelId="{83604D81-8B42-4D40-95D5-77D2E9DB005A}" type="presParOf" srcId="{DE009A79-F2F7-4E04-8A63-B857911E2689}" destId="{D7DF4137-6128-4632-8162-5B28CC5C122F}" srcOrd="5" destOrd="0" presId="urn:microsoft.com/office/officeart/2005/8/layout/lProcess3"/>
    <dgm:cxn modelId="{35F38A74-6918-4D18-A91F-D126E94A9100}" type="presParOf" srcId="{DE009A79-F2F7-4E04-8A63-B857911E2689}" destId="{E96D1EFC-5E9D-4EBD-B7A9-F4380AD926C2}" srcOrd="6" destOrd="0" presId="urn:microsoft.com/office/officeart/2005/8/layout/lProcess3"/>
    <dgm:cxn modelId="{73622F87-FBA8-4C60-919E-E4933B668825}" type="presParOf" srcId="{DE009A79-F2F7-4E04-8A63-B857911E2689}" destId="{81FAE119-B0C1-4034-85F7-608A2A27B3AC}" srcOrd="7" destOrd="0" presId="urn:microsoft.com/office/officeart/2005/8/layout/lProcess3"/>
    <dgm:cxn modelId="{611FE4C5-B903-4E8A-8CDF-A438E3382178}" type="presParOf" srcId="{DE009A79-F2F7-4E04-8A63-B857911E2689}" destId="{59655F1B-84A8-470E-AA55-05CCE5699EA1}" srcOrd="8" destOrd="0" presId="urn:microsoft.com/office/officeart/2005/8/layout/lProcess3"/>
    <dgm:cxn modelId="{3A898A9A-3885-4B2A-9EFC-4B993FE1B46D}" type="presParOf" srcId="{DE009A79-F2F7-4E04-8A63-B857911E2689}" destId="{D10B26E0-E029-4940-801D-54997008E743}" srcOrd="9" destOrd="0" presId="urn:microsoft.com/office/officeart/2005/8/layout/lProcess3"/>
    <dgm:cxn modelId="{2167054D-DC5C-42A4-A22E-CDC8A634372C}" type="presParOf" srcId="{DE009A79-F2F7-4E04-8A63-B857911E2689}" destId="{A4BBC601-8D4B-45AF-9066-F642426C594D}" srcOrd="10" destOrd="0" presId="urn:microsoft.com/office/officeart/2005/8/layout/lProcess3"/>
    <dgm:cxn modelId="{15C8A7C3-ACBF-4ADA-89E2-DCA353AAF8E4}" type="presParOf" srcId="{D6CF6558-64D3-42EA-B66A-F6CC3C6DDEDB}" destId="{0583D98B-4111-401E-9BE9-C4DF86FA0EED}" srcOrd="3" destOrd="0" presId="urn:microsoft.com/office/officeart/2005/8/layout/lProcess3"/>
    <dgm:cxn modelId="{D479A1ED-5DEA-4CF6-9C81-950403D55678}" type="presParOf" srcId="{D6CF6558-64D3-42EA-B66A-F6CC3C6DDEDB}" destId="{3FEE1A7C-9323-4DDB-920E-9A7112258572}" srcOrd="4" destOrd="0" presId="urn:microsoft.com/office/officeart/2005/8/layout/lProcess3"/>
    <dgm:cxn modelId="{24CA9DDA-314E-46DB-85F3-26A92E2B42BF}" type="presParOf" srcId="{3FEE1A7C-9323-4DDB-920E-9A7112258572}" destId="{0B5D6E32-3B3D-4B3E-8809-F608CBB0A4F2}" srcOrd="0" destOrd="0" presId="urn:microsoft.com/office/officeart/2005/8/layout/lProcess3"/>
    <dgm:cxn modelId="{E2BAC303-8160-476D-B814-1239E0393110}" type="presParOf" srcId="{3FEE1A7C-9323-4DDB-920E-9A7112258572}" destId="{0E44A0A1-5BD8-4648-9561-4D7E05949512}" srcOrd="1" destOrd="0" presId="urn:microsoft.com/office/officeart/2005/8/layout/lProcess3"/>
    <dgm:cxn modelId="{9E767209-62AD-4772-8E55-19D4FE6E54FA}" type="presParOf" srcId="{3FEE1A7C-9323-4DDB-920E-9A7112258572}" destId="{A65ACB24-3760-4229-A1C4-9EEADC60A569}" srcOrd="2" destOrd="0" presId="urn:microsoft.com/office/officeart/2005/8/layout/lProcess3"/>
    <dgm:cxn modelId="{E259032B-F50C-43FD-9E75-72A4D50703E3}" type="presParOf" srcId="{3FEE1A7C-9323-4DDB-920E-9A7112258572}" destId="{E44CA011-96C2-4645-91E6-FCAF3780A768}" srcOrd="3" destOrd="0" presId="urn:microsoft.com/office/officeart/2005/8/layout/lProcess3"/>
    <dgm:cxn modelId="{02C41853-EE92-4EDC-B069-7CD1267458DC}" type="presParOf" srcId="{3FEE1A7C-9323-4DDB-920E-9A7112258572}" destId="{D8FF5802-C94C-4DB9-951B-26716FD8B9C1}" srcOrd="4" destOrd="0" presId="urn:microsoft.com/office/officeart/2005/8/layout/lProcess3"/>
    <dgm:cxn modelId="{C3BE40B3-AA09-48A1-8C15-21597A49E473}" type="presParOf" srcId="{3FEE1A7C-9323-4DDB-920E-9A7112258572}" destId="{1F099D31-99C2-4D88-A21C-6A1B7E78C552}" srcOrd="5" destOrd="0" presId="urn:microsoft.com/office/officeart/2005/8/layout/lProcess3"/>
    <dgm:cxn modelId="{D3F32E1A-B10E-4035-847A-8CF3749BC070}" type="presParOf" srcId="{3FEE1A7C-9323-4DDB-920E-9A7112258572}" destId="{D1363AF9-2474-427D-999E-3D0BEEE9BD99}" srcOrd="6" destOrd="0" presId="urn:microsoft.com/office/officeart/2005/8/layout/lProcess3"/>
    <dgm:cxn modelId="{CF1A35B9-6D02-4E80-91DF-CC64BC93BC19}" type="presParOf" srcId="{D6CF6558-64D3-42EA-B66A-F6CC3C6DDEDB}" destId="{7CC0B07B-5D85-41C1-A498-D358DD7C8C0E}" srcOrd="5" destOrd="0" presId="urn:microsoft.com/office/officeart/2005/8/layout/lProcess3"/>
    <dgm:cxn modelId="{E3F2E68C-74D4-4F0C-A0D6-888ED67929F1}" type="presParOf" srcId="{D6CF6558-64D3-42EA-B66A-F6CC3C6DDEDB}" destId="{4A4EEABF-814C-457C-93EC-F388B06CADB0}" srcOrd="6" destOrd="0" presId="urn:microsoft.com/office/officeart/2005/8/layout/lProcess3"/>
    <dgm:cxn modelId="{93697928-7F83-4935-A948-BFE343C130BD}" type="presParOf" srcId="{4A4EEABF-814C-457C-93EC-F388B06CADB0}" destId="{6A7FB675-2FAE-4EB5-B04B-387F6EA56B07}" srcOrd="0" destOrd="0" presId="urn:microsoft.com/office/officeart/2005/8/layout/lProcess3"/>
    <dgm:cxn modelId="{DB0F70CE-E599-4D45-A552-19739D2397EA}" type="presParOf" srcId="{4A4EEABF-814C-457C-93EC-F388B06CADB0}" destId="{498222D8-0CB2-40F8-A554-FC5A5EAA8B95}" srcOrd="1" destOrd="0" presId="urn:microsoft.com/office/officeart/2005/8/layout/lProcess3"/>
    <dgm:cxn modelId="{49CC52BB-9EB5-4435-880B-D06837716CB4}" type="presParOf" srcId="{4A4EEABF-814C-457C-93EC-F388B06CADB0}" destId="{8879F25D-5A96-4122-A671-3A4F0A0A40B9}" srcOrd="2" destOrd="0" presId="urn:microsoft.com/office/officeart/2005/8/layout/lProcess3"/>
    <dgm:cxn modelId="{4A353743-3885-4982-B90C-C4BAECCDC935}" type="presParOf" srcId="{4A4EEABF-814C-457C-93EC-F388B06CADB0}" destId="{00894462-0B2A-43CE-AF0E-90191709914A}" srcOrd="3" destOrd="0" presId="urn:microsoft.com/office/officeart/2005/8/layout/lProcess3"/>
    <dgm:cxn modelId="{28F43CE5-5196-4879-B84D-B5F62F4E4F3D}" type="presParOf" srcId="{4A4EEABF-814C-457C-93EC-F388B06CADB0}" destId="{1BDA493F-536B-421A-B8E7-20DCEED50769}" srcOrd="4" destOrd="0" presId="urn:microsoft.com/office/officeart/2005/8/layout/lProcess3"/>
    <dgm:cxn modelId="{CDAB8602-541B-4419-A49E-927518948DE0}" type="presParOf" srcId="{4A4EEABF-814C-457C-93EC-F388B06CADB0}" destId="{D96EB2E9-947D-478A-89CA-7FE20FBECEAA}" srcOrd="5" destOrd="0" presId="urn:microsoft.com/office/officeart/2005/8/layout/lProcess3"/>
    <dgm:cxn modelId="{467BAE4A-96FD-4E38-8D2A-0AC5268EDE20}" type="presParOf" srcId="{4A4EEABF-814C-457C-93EC-F388B06CADB0}" destId="{73D1B925-8047-4742-BDCC-F1DD7E2416A0}" srcOrd="6" destOrd="0" presId="urn:microsoft.com/office/officeart/2005/8/layout/lProcess3"/>
    <dgm:cxn modelId="{12B9FD65-8CC5-44EF-B02F-1168D1C08D81}" type="presParOf" srcId="{D6CF6558-64D3-42EA-B66A-F6CC3C6DDEDB}" destId="{8E859F00-D8FB-47BE-AF0E-58C29A755E6F}" srcOrd="7" destOrd="0" presId="urn:microsoft.com/office/officeart/2005/8/layout/lProcess3"/>
    <dgm:cxn modelId="{1B55D13A-46C8-431A-87EF-2E94B42AE409}" type="presParOf" srcId="{D6CF6558-64D3-42EA-B66A-F6CC3C6DDEDB}" destId="{9C66E61F-5108-4CA8-929B-188F792FC726}" srcOrd="8" destOrd="0" presId="urn:microsoft.com/office/officeart/2005/8/layout/lProcess3"/>
    <dgm:cxn modelId="{723FAB69-13D9-45A2-A782-5A58ED7A71DA}" type="presParOf" srcId="{9C66E61F-5108-4CA8-929B-188F792FC726}" destId="{C1887006-65C9-4559-9942-08EEF25654B5}" srcOrd="0" destOrd="0" presId="urn:microsoft.com/office/officeart/2005/8/layout/lProcess3"/>
    <dgm:cxn modelId="{586B9DAA-5BDF-4478-B9C5-E7CFECB984F4}" type="presParOf" srcId="{9C66E61F-5108-4CA8-929B-188F792FC726}" destId="{620B94A3-C9B2-49F8-A09C-DA9299B40CF3}" srcOrd="1" destOrd="0" presId="urn:microsoft.com/office/officeart/2005/8/layout/lProcess3"/>
    <dgm:cxn modelId="{9DE0C4EA-1A58-4809-9FB8-B12781F55A45}" type="presParOf" srcId="{9C66E61F-5108-4CA8-929B-188F792FC726}" destId="{392E30F4-6FC6-48FA-9DCF-A6EA65E75E62}" srcOrd="2" destOrd="0" presId="urn:microsoft.com/office/officeart/2005/8/layout/lProcess3"/>
    <dgm:cxn modelId="{EEE1D736-7248-46CB-8476-FDB484B84D10}" type="presParOf" srcId="{9C66E61F-5108-4CA8-929B-188F792FC726}" destId="{781CEBF7-2F18-4394-86F7-A126EEA2928F}" srcOrd="3" destOrd="0" presId="urn:microsoft.com/office/officeart/2005/8/layout/lProcess3"/>
    <dgm:cxn modelId="{1EC54774-885B-4511-8C73-88786C67DBF1}" type="presParOf" srcId="{9C66E61F-5108-4CA8-929B-188F792FC726}" destId="{B2925A4F-C5EC-4E5A-B1C3-01B39FE2DE20}" srcOrd="4" destOrd="0" presId="urn:microsoft.com/office/officeart/2005/8/layout/lProcess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C7A096B1-D80F-4392-B4BC-A607DDB0CE25}" type="doc">
      <dgm:prSet loTypeId="urn:microsoft.com/office/officeart/2005/8/layout/cycle1" loCatId="cycle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IN"/>
        </a:p>
      </dgm:t>
    </dgm:pt>
    <dgm:pt modelId="{AF367AEF-3377-49E9-9BDE-38DED5289D44}">
      <dgm:prSet custT="1"/>
      <dgm:spPr/>
      <dgm:t>
        <a:bodyPr/>
        <a:lstStyle/>
        <a:p>
          <a:r>
            <a:rPr lang="en-US" sz="1400" b="1" i="0" baseline="0" dirty="0">
              <a:solidFill>
                <a:schemeClr val="bg2"/>
              </a:solidFill>
            </a:rPr>
            <a:t>High security risk (fraud, phishing, data theft)</a:t>
          </a:r>
          <a:endParaRPr lang="en-IN" sz="1400" b="1" dirty="0">
            <a:solidFill>
              <a:schemeClr val="bg2"/>
            </a:solidFill>
          </a:endParaRPr>
        </a:p>
      </dgm:t>
    </dgm:pt>
    <dgm:pt modelId="{7DBBC401-AECE-428C-90CD-847502756CEB}" type="parTrans" cxnId="{0142D219-E68C-44E4-A6E7-C8197ED0FBE6}">
      <dgm:prSet/>
      <dgm:spPr/>
      <dgm:t>
        <a:bodyPr/>
        <a:lstStyle/>
        <a:p>
          <a:endParaRPr lang="en-IN">
            <a:solidFill>
              <a:schemeClr val="bg2"/>
            </a:solidFill>
          </a:endParaRPr>
        </a:p>
      </dgm:t>
    </dgm:pt>
    <dgm:pt modelId="{A8FA9F4B-DF9A-4C14-8339-6A144F8FBBE9}" type="sibTrans" cxnId="{0142D219-E68C-44E4-A6E7-C8197ED0FBE6}">
      <dgm:prSet/>
      <dgm:spPr/>
      <dgm:t>
        <a:bodyPr/>
        <a:lstStyle/>
        <a:p>
          <a:endParaRPr lang="en-IN">
            <a:solidFill>
              <a:schemeClr val="bg2"/>
            </a:solidFill>
          </a:endParaRPr>
        </a:p>
      </dgm:t>
    </dgm:pt>
    <dgm:pt modelId="{E84589FA-F3E8-4C79-B2A2-F43C13F5EA3D}">
      <dgm:prSet custT="1"/>
      <dgm:spPr/>
      <dgm:t>
        <a:bodyPr/>
        <a:lstStyle/>
        <a:p>
          <a:r>
            <a:rPr lang="en-US" sz="1400" b="1" i="0" baseline="0">
              <a:solidFill>
                <a:schemeClr val="bg2"/>
              </a:solidFill>
            </a:rPr>
            <a:t>Network failures or bank downtime</a:t>
          </a:r>
          <a:endParaRPr lang="en-IN" sz="1400" b="1" dirty="0">
            <a:solidFill>
              <a:schemeClr val="bg2"/>
            </a:solidFill>
          </a:endParaRPr>
        </a:p>
      </dgm:t>
    </dgm:pt>
    <dgm:pt modelId="{C15AAE9A-9930-452D-A681-26E6A1158330}" type="parTrans" cxnId="{88D4D098-5EAB-48D3-8BB6-8B50A6B5715D}">
      <dgm:prSet/>
      <dgm:spPr/>
      <dgm:t>
        <a:bodyPr/>
        <a:lstStyle/>
        <a:p>
          <a:endParaRPr lang="en-IN">
            <a:solidFill>
              <a:schemeClr val="bg2"/>
            </a:solidFill>
          </a:endParaRPr>
        </a:p>
      </dgm:t>
    </dgm:pt>
    <dgm:pt modelId="{00B9CD81-A1B9-433A-98D5-CFA24A5C53B3}" type="sibTrans" cxnId="{88D4D098-5EAB-48D3-8BB6-8B50A6B5715D}">
      <dgm:prSet/>
      <dgm:spPr/>
      <dgm:t>
        <a:bodyPr/>
        <a:lstStyle/>
        <a:p>
          <a:endParaRPr lang="en-IN">
            <a:solidFill>
              <a:schemeClr val="bg2"/>
            </a:solidFill>
          </a:endParaRPr>
        </a:p>
      </dgm:t>
    </dgm:pt>
    <dgm:pt modelId="{8B40BE0D-981D-4E26-B402-98792F7F471C}">
      <dgm:prSet custT="1"/>
      <dgm:spPr/>
      <dgm:t>
        <a:bodyPr/>
        <a:lstStyle/>
        <a:p>
          <a:r>
            <a:rPr lang="en-US" sz="1400" b="1" i="0" baseline="0">
              <a:solidFill>
                <a:schemeClr val="bg2"/>
              </a:solidFill>
            </a:rPr>
            <a:t>Handling failed or pending transactions</a:t>
          </a:r>
          <a:endParaRPr lang="en-IN" sz="1400" b="1">
            <a:solidFill>
              <a:schemeClr val="bg2"/>
            </a:solidFill>
          </a:endParaRPr>
        </a:p>
      </dgm:t>
    </dgm:pt>
    <dgm:pt modelId="{36171848-E23A-45CE-9CEC-E37B10DBA0B7}" type="parTrans" cxnId="{152DF938-7FE5-4035-AFAB-81B075C9BA8C}">
      <dgm:prSet/>
      <dgm:spPr/>
      <dgm:t>
        <a:bodyPr/>
        <a:lstStyle/>
        <a:p>
          <a:endParaRPr lang="en-IN">
            <a:solidFill>
              <a:schemeClr val="bg2"/>
            </a:solidFill>
          </a:endParaRPr>
        </a:p>
      </dgm:t>
    </dgm:pt>
    <dgm:pt modelId="{90ECD0B7-401F-4D77-BFC6-A8FA4B25403D}" type="sibTrans" cxnId="{152DF938-7FE5-4035-AFAB-81B075C9BA8C}">
      <dgm:prSet/>
      <dgm:spPr/>
      <dgm:t>
        <a:bodyPr/>
        <a:lstStyle/>
        <a:p>
          <a:endParaRPr lang="en-IN">
            <a:solidFill>
              <a:schemeClr val="bg2"/>
            </a:solidFill>
          </a:endParaRPr>
        </a:p>
      </dgm:t>
    </dgm:pt>
    <dgm:pt modelId="{EF70F260-8886-489F-94E7-8B24D00AD7A7}">
      <dgm:prSet custT="1"/>
      <dgm:spPr/>
      <dgm:t>
        <a:bodyPr/>
        <a:lstStyle/>
        <a:p>
          <a:r>
            <a:rPr lang="en-US" sz="1400" b="1" i="0" baseline="0">
              <a:solidFill>
                <a:schemeClr val="bg2"/>
              </a:solidFill>
            </a:rPr>
            <a:t>Managing refunds and reversals</a:t>
          </a:r>
          <a:endParaRPr lang="en-IN" sz="1400" b="1">
            <a:solidFill>
              <a:schemeClr val="bg2"/>
            </a:solidFill>
          </a:endParaRPr>
        </a:p>
      </dgm:t>
    </dgm:pt>
    <dgm:pt modelId="{352D0A1E-EE4B-433B-86FB-33CEAD2D011E}" type="parTrans" cxnId="{EE859898-6BEF-4613-8A55-D2D16F350294}">
      <dgm:prSet/>
      <dgm:spPr/>
      <dgm:t>
        <a:bodyPr/>
        <a:lstStyle/>
        <a:p>
          <a:endParaRPr lang="en-IN">
            <a:solidFill>
              <a:schemeClr val="bg2"/>
            </a:solidFill>
          </a:endParaRPr>
        </a:p>
      </dgm:t>
    </dgm:pt>
    <dgm:pt modelId="{D95A6682-2854-4C04-A411-CB5720745EFE}" type="sibTrans" cxnId="{EE859898-6BEF-4613-8A55-D2D16F350294}">
      <dgm:prSet/>
      <dgm:spPr/>
      <dgm:t>
        <a:bodyPr/>
        <a:lstStyle/>
        <a:p>
          <a:endParaRPr lang="en-IN">
            <a:solidFill>
              <a:schemeClr val="bg2"/>
            </a:solidFill>
          </a:endParaRPr>
        </a:p>
      </dgm:t>
    </dgm:pt>
    <dgm:pt modelId="{BDD27DD4-733F-456E-ACA7-BC7D7B3D1FBA}">
      <dgm:prSet custT="1"/>
      <dgm:spPr/>
      <dgm:t>
        <a:bodyPr/>
        <a:lstStyle/>
        <a:p>
          <a:r>
            <a:rPr lang="en-US" sz="1400" b="1" i="0" baseline="0">
              <a:solidFill>
                <a:schemeClr val="bg2"/>
              </a:solidFill>
            </a:rPr>
            <a:t>Payment gateway dependency</a:t>
          </a:r>
          <a:endParaRPr lang="en-IN" sz="1400" b="1">
            <a:solidFill>
              <a:schemeClr val="bg2"/>
            </a:solidFill>
          </a:endParaRPr>
        </a:p>
      </dgm:t>
    </dgm:pt>
    <dgm:pt modelId="{E14C2A58-803E-473B-A10F-CBA16638C393}" type="parTrans" cxnId="{7573264F-E69A-49D0-8FA9-17DDC3E3D4D5}">
      <dgm:prSet/>
      <dgm:spPr/>
      <dgm:t>
        <a:bodyPr/>
        <a:lstStyle/>
        <a:p>
          <a:endParaRPr lang="en-IN">
            <a:solidFill>
              <a:schemeClr val="bg2"/>
            </a:solidFill>
          </a:endParaRPr>
        </a:p>
      </dgm:t>
    </dgm:pt>
    <dgm:pt modelId="{D73B05B5-2E7B-4241-93EB-7AD732498877}" type="sibTrans" cxnId="{7573264F-E69A-49D0-8FA9-17DDC3E3D4D5}">
      <dgm:prSet/>
      <dgm:spPr/>
      <dgm:t>
        <a:bodyPr/>
        <a:lstStyle/>
        <a:p>
          <a:endParaRPr lang="en-IN">
            <a:solidFill>
              <a:schemeClr val="bg2"/>
            </a:solidFill>
          </a:endParaRPr>
        </a:p>
      </dgm:t>
    </dgm:pt>
    <dgm:pt modelId="{AC413447-438B-477C-8135-806773738F8F}">
      <dgm:prSet custT="1"/>
      <dgm:spPr/>
      <dgm:t>
        <a:bodyPr/>
        <a:lstStyle/>
        <a:p>
          <a:r>
            <a:rPr lang="en-US" sz="1400" b="1" i="0" baseline="0" dirty="0">
              <a:solidFill>
                <a:schemeClr val="bg2"/>
              </a:solidFill>
            </a:rPr>
            <a:t>High concurrency requirement</a:t>
          </a:r>
          <a:endParaRPr lang="en-IN" sz="1400" b="1" dirty="0">
            <a:solidFill>
              <a:schemeClr val="bg2"/>
            </a:solidFill>
          </a:endParaRPr>
        </a:p>
      </dgm:t>
    </dgm:pt>
    <dgm:pt modelId="{54CC21EC-49F3-499D-98B2-1F66C3EDB90F}" type="parTrans" cxnId="{3DE9D040-6C8C-40F2-BDCE-FE4F1E4C39E7}">
      <dgm:prSet/>
      <dgm:spPr/>
      <dgm:t>
        <a:bodyPr/>
        <a:lstStyle/>
        <a:p>
          <a:endParaRPr lang="en-IN">
            <a:solidFill>
              <a:schemeClr val="bg2"/>
            </a:solidFill>
          </a:endParaRPr>
        </a:p>
      </dgm:t>
    </dgm:pt>
    <dgm:pt modelId="{79856F72-0DCB-4C3E-A8C4-BD9B74132520}" type="sibTrans" cxnId="{3DE9D040-6C8C-40F2-BDCE-FE4F1E4C39E7}">
      <dgm:prSet/>
      <dgm:spPr/>
      <dgm:t>
        <a:bodyPr/>
        <a:lstStyle/>
        <a:p>
          <a:endParaRPr lang="en-IN">
            <a:solidFill>
              <a:schemeClr val="bg2"/>
            </a:solidFill>
          </a:endParaRPr>
        </a:p>
      </dgm:t>
    </dgm:pt>
    <dgm:pt modelId="{5FB84167-D565-4615-9E33-F46DA962A595}" type="pres">
      <dgm:prSet presAssocID="{C7A096B1-D80F-4392-B4BC-A607DDB0CE25}" presName="cycle" presStyleCnt="0">
        <dgm:presLayoutVars>
          <dgm:dir/>
          <dgm:resizeHandles val="exact"/>
        </dgm:presLayoutVars>
      </dgm:prSet>
      <dgm:spPr/>
    </dgm:pt>
    <dgm:pt modelId="{5C73E248-2384-41A5-B713-F09F145B5409}" type="pres">
      <dgm:prSet presAssocID="{AF367AEF-3377-49E9-9BDE-38DED5289D44}" presName="dummy" presStyleCnt="0"/>
      <dgm:spPr/>
    </dgm:pt>
    <dgm:pt modelId="{3D891B3F-02E0-44D0-8A54-A27549F89300}" type="pres">
      <dgm:prSet presAssocID="{AF367AEF-3377-49E9-9BDE-38DED5289D44}" presName="node" presStyleLbl="revTx" presStyleIdx="0" presStyleCnt="6" custScaleX="216185">
        <dgm:presLayoutVars>
          <dgm:bulletEnabled val="1"/>
        </dgm:presLayoutVars>
      </dgm:prSet>
      <dgm:spPr/>
    </dgm:pt>
    <dgm:pt modelId="{DA24FDC7-64BB-4869-A6BB-926934F5E094}" type="pres">
      <dgm:prSet presAssocID="{A8FA9F4B-DF9A-4C14-8339-6A144F8FBBE9}" presName="sibTrans" presStyleLbl="node1" presStyleIdx="0" presStyleCnt="6"/>
      <dgm:spPr/>
    </dgm:pt>
    <dgm:pt modelId="{BC32DD7B-C890-4765-B670-E0CE5855736C}" type="pres">
      <dgm:prSet presAssocID="{E84589FA-F3E8-4C79-B2A2-F43C13F5EA3D}" presName="dummy" presStyleCnt="0"/>
      <dgm:spPr/>
    </dgm:pt>
    <dgm:pt modelId="{F62E67F5-C94D-4A4B-9E60-25369DB66958}" type="pres">
      <dgm:prSet presAssocID="{E84589FA-F3E8-4C79-B2A2-F43C13F5EA3D}" presName="node" presStyleLbl="revTx" presStyleIdx="1" presStyleCnt="6" custScaleX="137078">
        <dgm:presLayoutVars>
          <dgm:bulletEnabled val="1"/>
        </dgm:presLayoutVars>
      </dgm:prSet>
      <dgm:spPr/>
    </dgm:pt>
    <dgm:pt modelId="{E3A4D377-0EBF-4D1D-91C1-6416F80F5464}" type="pres">
      <dgm:prSet presAssocID="{00B9CD81-A1B9-433A-98D5-CFA24A5C53B3}" presName="sibTrans" presStyleLbl="node1" presStyleIdx="1" presStyleCnt="6"/>
      <dgm:spPr/>
    </dgm:pt>
    <dgm:pt modelId="{0711D3F9-1795-4833-9569-6D3FFE5DF3A3}" type="pres">
      <dgm:prSet presAssocID="{8B40BE0D-981D-4E26-B402-98792F7F471C}" presName="dummy" presStyleCnt="0"/>
      <dgm:spPr/>
    </dgm:pt>
    <dgm:pt modelId="{54431DA9-4DCC-4C96-AA09-24D36B51805E}" type="pres">
      <dgm:prSet presAssocID="{8B40BE0D-981D-4E26-B402-98792F7F471C}" presName="node" presStyleLbl="revTx" presStyleIdx="2" presStyleCnt="6" custScaleX="137078">
        <dgm:presLayoutVars>
          <dgm:bulletEnabled val="1"/>
        </dgm:presLayoutVars>
      </dgm:prSet>
      <dgm:spPr/>
    </dgm:pt>
    <dgm:pt modelId="{BB84B5A5-7549-4B64-9FB1-7540411807A8}" type="pres">
      <dgm:prSet presAssocID="{90ECD0B7-401F-4D77-BFC6-A8FA4B25403D}" presName="sibTrans" presStyleLbl="node1" presStyleIdx="2" presStyleCnt="6"/>
      <dgm:spPr/>
    </dgm:pt>
    <dgm:pt modelId="{C1A96F08-1353-49A3-A89A-68CF4AB11DFB}" type="pres">
      <dgm:prSet presAssocID="{EF70F260-8886-489F-94E7-8B24D00AD7A7}" presName="dummy" presStyleCnt="0"/>
      <dgm:spPr/>
    </dgm:pt>
    <dgm:pt modelId="{2D0D71FC-49D3-46FE-88C9-B3E75F2D8727}" type="pres">
      <dgm:prSet presAssocID="{EF70F260-8886-489F-94E7-8B24D00AD7A7}" presName="node" presStyleLbl="revTx" presStyleIdx="3" presStyleCnt="6" custScaleX="137078">
        <dgm:presLayoutVars>
          <dgm:bulletEnabled val="1"/>
        </dgm:presLayoutVars>
      </dgm:prSet>
      <dgm:spPr/>
    </dgm:pt>
    <dgm:pt modelId="{12976ECF-C05C-4EEE-AF71-26B980AC6D4F}" type="pres">
      <dgm:prSet presAssocID="{D95A6682-2854-4C04-A411-CB5720745EFE}" presName="sibTrans" presStyleLbl="node1" presStyleIdx="3" presStyleCnt="6"/>
      <dgm:spPr/>
    </dgm:pt>
    <dgm:pt modelId="{888A7999-37A0-4609-B1B8-E1B4DB417277}" type="pres">
      <dgm:prSet presAssocID="{BDD27DD4-733F-456E-ACA7-BC7D7B3D1FBA}" presName="dummy" presStyleCnt="0"/>
      <dgm:spPr/>
    </dgm:pt>
    <dgm:pt modelId="{62D1DACB-3AF4-4228-9A1A-2BBD678856D1}" type="pres">
      <dgm:prSet presAssocID="{BDD27DD4-733F-456E-ACA7-BC7D7B3D1FBA}" presName="node" presStyleLbl="revTx" presStyleIdx="4" presStyleCnt="6" custScaleX="137078">
        <dgm:presLayoutVars>
          <dgm:bulletEnabled val="1"/>
        </dgm:presLayoutVars>
      </dgm:prSet>
      <dgm:spPr/>
    </dgm:pt>
    <dgm:pt modelId="{B5C2521B-D50B-44E4-85A9-24FA2F005494}" type="pres">
      <dgm:prSet presAssocID="{D73B05B5-2E7B-4241-93EB-7AD732498877}" presName="sibTrans" presStyleLbl="node1" presStyleIdx="4" presStyleCnt="6"/>
      <dgm:spPr/>
    </dgm:pt>
    <dgm:pt modelId="{2E1E3904-0B38-4288-A78A-ECEDCBC21931}" type="pres">
      <dgm:prSet presAssocID="{AC413447-438B-477C-8135-806773738F8F}" presName="dummy" presStyleCnt="0"/>
      <dgm:spPr/>
    </dgm:pt>
    <dgm:pt modelId="{6C0D3377-D2A4-4DE2-ACA4-B6A6491A2C46}" type="pres">
      <dgm:prSet presAssocID="{AC413447-438B-477C-8135-806773738F8F}" presName="node" presStyleLbl="revTx" presStyleIdx="5" presStyleCnt="6" custScaleX="137078">
        <dgm:presLayoutVars>
          <dgm:bulletEnabled val="1"/>
        </dgm:presLayoutVars>
      </dgm:prSet>
      <dgm:spPr/>
    </dgm:pt>
    <dgm:pt modelId="{12DFB4E3-6EF2-465D-8C16-8D2AB93970EC}" type="pres">
      <dgm:prSet presAssocID="{79856F72-0DCB-4C3E-A8C4-BD9B74132520}" presName="sibTrans" presStyleLbl="node1" presStyleIdx="5" presStyleCnt="6"/>
      <dgm:spPr/>
    </dgm:pt>
  </dgm:ptLst>
  <dgm:cxnLst>
    <dgm:cxn modelId="{E7760B03-506C-446D-AAFF-2586E53E5B08}" type="presOf" srcId="{EF70F260-8886-489F-94E7-8B24D00AD7A7}" destId="{2D0D71FC-49D3-46FE-88C9-B3E75F2D8727}" srcOrd="0" destOrd="0" presId="urn:microsoft.com/office/officeart/2005/8/layout/cycle1"/>
    <dgm:cxn modelId="{87F6E30F-258E-46FD-B415-88843716B820}" type="presOf" srcId="{BDD27DD4-733F-456E-ACA7-BC7D7B3D1FBA}" destId="{62D1DACB-3AF4-4228-9A1A-2BBD678856D1}" srcOrd="0" destOrd="0" presId="urn:microsoft.com/office/officeart/2005/8/layout/cycle1"/>
    <dgm:cxn modelId="{72D90814-31DC-4DB0-A63A-8F06FFE0793D}" type="presOf" srcId="{79856F72-0DCB-4C3E-A8C4-BD9B74132520}" destId="{12DFB4E3-6EF2-465D-8C16-8D2AB93970EC}" srcOrd="0" destOrd="0" presId="urn:microsoft.com/office/officeart/2005/8/layout/cycle1"/>
    <dgm:cxn modelId="{CA0E3714-2D49-4716-80CC-06A7DB56C783}" type="presOf" srcId="{E84589FA-F3E8-4C79-B2A2-F43C13F5EA3D}" destId="{F62E67F5-C94D-4A4B-9E60-25369DB66958}" srcOrd="0" destOrd="0" presId="urn:microsoft.com/office/officeart/2005/8/layout/cycle1"/>
    <dgm:cxn modelId="{0142D219-E68C-44E4-A6E7-C8197ED0FBE6}" srcId="{C7A096B1-D80F-4392-B4BC-A607DDB0CE25}" destId="{AF367AEF-3377-49E9-9BDE-38DED5289D44}" srcOrd="0" destOrd="0" parTransId="{7DBBC401-AECE-428C-90CD-847502756CEB}" sibTransId="{A8FA9F4B-DF9A-4C14-8339-6A144F8FBBE9}"/>
    <dgm:cxn modelId="{5527F61C-2B8C-4267-987B-BF75FECB09CD}" type="presOf" srcId="{8B40BE0D-981D-4E26-B402-98792F7F471C}" destId="{54431DA9-4DCC-4C96-AA09-24D36B51805E}" srcOrd="0" destOrd="0" presId="urn:microsoft.com/office/officeart/2005/8/layout/cycle1"/>
    <dgm:cxn modelId="{0DCBAA33-3C7A-4904-B845-601B39670D25}" type="presOf" srcId="{90ECD0B7-401F-4D77-BFC6-A8FA4B25403D}" destId="{BB84B5A5-7549-4B64-9FB1-7540411807A8}" srcOrd="0" destOrd="0" presId="urn:microsoft.com/office/officeart/2005/8/layout/cycle1"/>
    <dgm:cxn modelId="{152DF938-7FE5-4035-AFAB-81B075C9BA8C}" srcId="{C7A096B1-D80F-4392-B4BC-A607DDB0CE25}" destId="{8B40BE0D-981D-4E26-B402-98792F7F471C}" srcOrd="2" destOrd="0" parTransId="{36171848-E23A-45CE-9CEC-E37B10DBA0B7}" sibTransId="{90ECD0B7-401F-4D77-BFC6-A8FA4B25403D}"/>
    <dgm:cxn modelId="{3DE9D040-6C8C-40F2-BDCE-FE4F1E4C39E7}" srcId="{C7A096B1-D80F-4392-B4BC-A607DDB0CE25}" destId="{AC413447-438B-477C-8135-806773738F8F}" srcOrd="5" destOrd="0" parTransId="{54CC21EC-49F3-499D-98B2-1F66C3EDB90F}" sibTransId="{79856F72-0DCB-4C3E-A8C4-BD9B74132520}"/>
    <dgm:cxn modelId="{09F2C160-AFEC-4D83-BA1D-D19655316A32}" type="presOf" srcId="{D73B05B5-2E7B-4241-93EB-7AD732498877}" destId="{B5C2521B-D50B-44E4-85A9-24FA2F005494}" srcOrd="0" destOrd="0" presId="urn:microsoft.com/office/officeart/2005/8/layout/cycle1"/>
    <dgm:cxn modelId="{EFBC6848-D04D-4CAA-BC70-5E61ED4E6A13}" type="presOf" srcId="{D95A6682-2854-4C04-A411-CB5720745EFE}" destId="{12976ECF-C05C-4EEE-AF71-26B980AC6D4F}" srcOrd="0" destOrd="0" presId="urn:microsoft.com/office/officeart/2005/8/layout/cycle1"/>
    <dgm:cxn modelId="{7573264F-E69A-49D0-8FA9-17DDC3E3D4D5}" srcId="{C7A096B1-D80F-4392-B4BC-A607DDB0CE25}" destId="{BDD27DD4-733F-456E-ACA7-BC7D7B3D1FBA}" srcOrd="4" destOrd="0" parTransId="{E14C2A58-803E-473B-A10F-CBA16638C393}" sibTransId="{D73B05B5-2E7B-4241-93EB-7AD732498877}"/>
    <dgm:cxn modelId="{A74C5B82-5FF4-4075-A9D8-9F883F721FC1}" type="presOf" srcId="{AF367AEF-3377-49E9-9BDE-38DED5289D44}" destId="{3D891B3F-02E0-44D0-8A54-A27549F89300}" srcOrd="0" destOrd="0" presId="urn:microsoft.com/office/officeart/2005/8/layout/cycle1"/>
    <dgm:cxn modelId="{EE859898-6BEF-4613-8A55-D2D16F350294}" srcId="{C7A096B1-D80F-4392-B4BC-A607DDB0CE25}" destId="{EF70F260-8886-489F-94E7-8B24D00AD7A7}" srcOrd="3" destOrd="0" parTransId="{352D0A1E-EE4B-433B-86FB-33CEAD2D011E}" sibTransId="{D95A6682-2854-4C04-A411-CB5720745EFE}"/>
    <dgm:cxn modelId="{88D4D098-5EAB-48D3-8BB6-8B50A6B5715D}" srcId="{C7A096B1-D80F-4392-B4BC-A607DDB0CE25}" destId="{E84589FA-F3E8-4C79-B2A2-F43C13F5EA3D}" srcOrd="1" destOrd="0" parTransId="{C15AAE9A-9930-452D-A681-26E6A1158330}" sibTransId="{00B9CD81-A1B9-433A-98D5-CFA24A5C53B3}"/>
    <dgm:cxn modelId="{61416CCB-3CB7-4FDC-BB18-ADA9E0091FE3}" type="presOf" srcId="{A8FA9F4B-DF9A-4C14-8339-6A144F8FBBE9}" destId="{DA24FDC7-64BB-4869-A6BB-926934F5E094}" srcOrd="0" destOrd="0" presId="urn:microsoft.com/office/officeart/2005/8/layout/cycle1"/>
    <dgm:cxn modelId="{2B5255D3-97FA-4CC3-9DAD-0F5CFE2020F3}" type="presOf" srcId="{00B9CD81-A1B9-433A-98D5-CFA24A5C53B3}" destId="{E3A4D377-0EBF-4D1D-91C1-6416F80F5464}" srcOrd="0" destOrd="0" presId="urn:microsoft.com/office/officeart/2005/8/layout/cycle1"/>
    <dgm:cxn modelId="{EB08B4EB-91A3-4CD2-B88F-68B8974C3826}" type="presOf" srcId="{AC413447-438B-477C-8135-806773738F8F}" destId="{6C0D3377-D2A4-4DE2-ACA4-B6A6491A2C46}" srcOrd="0" destOrd="0" presId="urn:microsoft.com/office/officeart/2005/8/layout/cycle1"/>
    <dgm:cxn modelId="{B19653F2-8ACE-489C-BC28-5395D81943D2}" type="presOf" srcId="{C7A096B1-D80F-4392-B4BC-A607DDB0CE25}" destId="{5FB84167-D565-4615-9E33-F46DA962A595}" srcOrd="0" destOrd="0" presId="urn:microsoft.com/office/officeart/2005/8/layout/cycle1"/>
    <dgm:cxn modelId="{D0C620F5-B24C-48C1-8E10-AA2F16995D42}" type="presParOf" srcId="{5FB84167-D565-4615-9E33-F46DA962A595}" destId="{5C73E248-2384-41A5-B713-F09F145B5409}" srcOrd="0" destOrd="0" presId="urn:microsoft.com/office/officeart/2005/8/layout/cycle1"/>
    <dgm:cxn modelId="{D3D77226-6C24-4CF1-9D2B-E10C5DE44461}" type="presParOf" srcId="{5FB84167-D565-4615-9E33-F46DA962A595}" destId="{3D891B3F-02E0-44D0-8A54-A27549F89300}" srcOrd="1" destOrd="0" presId="urn:microsoft.com/office/officeart/2005/8/layout/cycle1"/>
    <dgm:cxn modelId="{B5F20261-7A3C-4AD4-A187-58FE6FF7E49C}" type="presParOf" srcId="{5FB84167-D565-4615-9E33-F46DA962A595}" destId="{DA24FDC7-64BB-4869-A6BB-926934F5E094}" srcOrd="2" destOrd="0" presId="urn:microsoft.com/office/officeart/2005/8/layout/cycle1"/>
    <dgm:cxn modelId="{9F1CCFE5-0DA6-4FF6-93AE-E83CCE080340}" type="presParOf" srcId="{5FB84167-D565-4615-9E33-F46DA962A595}" destId="{BC32DD7B-C890-4765-B670-E0CE5855736C}" srcOrd="3" destOrd="0" presId="urn:microsoft.com/office/officeart/2005/8/layout/cycle1"/>
    <dgm:cxn modelId="{2EAD175F-5F81-4063-AA67-F53A0BF66DA8}" type="presParOf" srcId="{5FB84167-D565-4615-9E33-F46DA962A595}" destId="{F62E67F5-C94D-4A4B-9E60-25369DB66958}" srcOrd="4" destOrd="0" presId="urn:microsoft.com/office/officeart/2005/8/layout/cycle1"/>
    <dgm:cxn modelId="{4AE60D56-6527-4DB5-B748-5F2AB0084830}" type="presParOf" srcId="{5FB84167-D565-4615-9E33-F46DA962A595}" destId="{E3A4D377-0EBF-4D1D-91C1-6416F80F5464}" srcOrd="5" destOrd="0" presId="urn:microsoft.com/office/officeart/2005/8/layout/cycle1"/>
    <dgm:cxn modelId="{9C5DBF53-DA65-4447-91DF-1FD7FC0526FA}" type="presParOf" srcId="{5FB84167-D565-4615-9E33-F46DA962A595}" destId="{0711D3F9-1795-4833-9569-6D3FFE5DF3A3}" srcOrd="6" destOrd="0" presId="urn:microsoft.com/office/officeart/2005/8/layout/cycle1"/>
    <dgm:cxn modelId="{340195D7-720E-4EDC-8356-723896734724}" type="presParOf" srcId="{5FB84167-D565-4615-9E33-F46DA962A595}" destId="{54431DA9-4DCC-4C96-AA09-24D36B51805E}" srcOrd="7" destOrd="0" presId="urn:microsoft.com/office/officeart/2005/8/layout/cycle1"/>
    <dgm:cxn modelId="{0374D3D6-995D-4B89-8785-742D2795AAB2}" type="presParOf" srcId="{5FB84167-D565-4615-9E33-F46DA962A595}" destId="{BB84B5A5-7549-4B64-9FB1-7540411807A8}" srcOrd="8" destOrd="0" presId="urn:microsoft.com/office/officeart/2005/8/layout/cycle1"/>
    <dgm:cxn modelId="{37CC0A90-A971-4E4B-8A06-6F29D8BDC324}" type="presParOf" srcId="{5FB84167-D565-4615-9E33-F46DA962A595}" destId="{C1A96F08-1353-49A3-A89A-68CF4AB11DFB}" srcOrd="9" destOrd="0" presId="urn:microsoft.com/office/officeart/2005/8/layout/cycle1"/>
    <dgm:cxn modelId="{69D7DD80-AB7F-429B-9E25-989082162568}" type="presParOf" srcId="{5FB84167-D565-4615-9E33-F46DA962A595}" destId="{2D0D71FC-49D3-46FE-88C9-B3E75F2D8727}" srcOrd="10" destOrd="0" presId="urn:microsoft.com/office/officeart/2005/8/layout/cycle1"/>
    <dgm:cxn modelId="{8E5BC686-8028-4145-85D8-9B94D8F7AD8B}" type="presParOf" srcId="{5FB84167-D565-4615-9E33-F46DA962A595}" destId="{12976ECF-C05C-4EEE-AF71-26B980AC6D4F}" srcOrd="11" destOrd="0" presId="urn:microsoft.com/office/officeart/2005/8/layout/cycle1"/>
    <dgm:cxn modelId="{0548FE7E-2F6E-4A31-8F64-C5B9D4D19E5F}" type="presParOf" srcId="{5FB84167-D565-4615-9E33-F46DA962A595}" destId="{888A7999-37A0-4609-B1B8-E1B4DB417277}" srcOrd="12" destOrd="0" presId="urn:microsoft.com/office/officeart/2005/8/layout/cycle1"/>
    <dgm:cxn modelId="{5E9D5BFA-5AA7-42EF-B09C-D11CC19AD9BC}" type="presParOf" srcId="{5FB84167-D565-4615-9E33-F46DA962A595}" destId="{62D1DACB-3AF4-4228-9A1A-2BBD678856D1}" srcOrd="13" destOrd="0" presId="urn:microsoft.com/office/officeart/2005/8/layout/cycle1"/>
    <dgm:cxn modelId="{5F5AEF84-B33F-449B-AE56-AA9061316970}" type="presParOf" srcId="{5FB84167-D565-4615-9E33-F46DA962A595}" destId="{B5C2521B-D50B-44E4-85A9-24FA2F005494}" srcOrd="14" destOrd="0" presId="urn:microsoft.com/office/officeart/2005/8/layout/cycle1"/>
    <dgm:cxn modelId="{FC4D8BAD-ED3B-46EB-87B6-B57A99388F26}" type="presParOf" srcId="{5FB84167-D565-4615-9E33-F46DA962A595}" destId="{2E1E3904-0B38-4288-A78A-ECEDCBC21931}" srcOrd="15" destOrd="0" presId="urn:microsoft.com/office/officeart/2005/8/layout/cycle1"/>
    <dgm:cxn modelId="{263F9049-BCC1-4217-9F79-539C7B00AD7C}" type="presParOf" srcId="{5FB84167-D565-4615-9E33-F46DA962A595}" destId="{6C0D3377-D2A4-4DE2-ACA4-B6A6491A2C46}" srcOrd="16" destOrd="0" presId="urn:microsoft.com/office/officeart/2005/8/layout/cycle1"/>
    <dgm:cxn modelId="{1167EADA-FF8C-4A59-8BE5-1AB8BAA5146F}" type="presParOf" srcId="{5FB84167-D565-4615-9E33-F46DA962A595}" destId="{12DFB4E3-6EF2-465D-8C16-8D2AB93970EC}" srcOrd="17" destOrd="0" presId="urn:microsoft.com/office/officeart/2005/8/layout/cycle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CA99E750-491D-490B-8C47-93AEBD38B280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IN"/>
        </a:p>
      </dgm:t>
    </dgm:pt>
    <dgm:pt modelId="{449C19E7-876E-4468-A9FD-AEBB10575A47}">
      <dgm:prSet/>
      <dgm:spPr/>
      <dgm:t>
        <a:bodyPr/>
        <a:lstStyle/>
        <a:p>
          <a:r>
            <a:rPr lang="en-US" b="0" i="0" baseline="0"/>
            <a:t>Prevents financial losses</a:t>
          </a:r>
          <a:endParaRPr lang="en-IN"/>
        </a:p>
      </dgm:t>
    </dgm:pt>
    <dgm:pt modelId="{136A01C6-A6F6-471C-93FB-0B7664B5152B}" type="parTrans" cxnId="{429610B6-03E0-4EFE-A4C6-BE00B8B18822}">
      <dgm:prSet/>
      <dgm:spPr/>
      <dgm:t>
        <a:bodyPr/>
        <a:lstStyle/>
        <a:p>
          <a:endParaRPr lang="en-IN"/>
        </a:p>
      </dgm:t>
    </dgm:pt>
    <dgm:pt modelId="{BAD3C953-2FC2-48DE-AF35-2E0833B94B09}" type="sibTrans" cxnId="{429610B6-03E0-4EFE-A4C6-BE00B8B18822}">
      <dgm:prSet/>
      <dgm:spPr/>
      <dgm:t>
        <a:bodyPr/>
        <a:lstStyle/>
        <a:p>
          <a:endParaRPr lang="en-IN"/>
        </a:p>
      </dgm:t>
    </dgm:pt>
    <dgm:pt modelId="{26A03CF2-6CF2-4AC8-BED0-0ED7695438FC}">
      <dgm:prSet/>
      <dgm:spPr/>
      <dgm:t>
        <a:bodyPr/>
        <a:lstStyle/>
        <a:p>
          <a:r>
            <a:rPr lang="en-US" b="0" i="0" baseline="0"/>
            <a:t>Ensures user trust and system reliability</a:t>
          </a:r>
          <a:endParaRPr lang="en-IN"/>
        </a:p>
      </dgm:t>
    </dgm:pt>
    <dgm:pt modelId="{D4AB8CDC-0C22-442A-9F2F-4DA660F8373F}" type="parTrans" cxnId="{83BCB7D8-BF9A-4319-9B8C-41E229C2CA22}">
      <dgm:prSet/>
      <dgm:spPr/>
      <dgm:t>
        <a:bodyPr/>
        <a:lstStyle/>
        <a:p>
          <a:endParaRPr lang="en-IN"/>
        </a:p>
      </dgm:t>
    </dgm:pt>
    <dgm:pt modelId="{F9B9F1F2-D439-4FD1-818F-14758FE1529F}" type="sibTrans" cxnId="{83BCB7D8-BF9A-4319-9B8C-41E229C2CA22}">
      <dgm:prSet/>
      <dgm:spPr/>
      <dgm:t>
        <a:bodyPr/>
        <a:lstStyle/>
        <a:p>
          <a:endParaRPr lang="en-IN"/>
        </a:p>
      </dgm:t>
    </dgm:pt>
    <dgm:pt modelId="{5EE5FBB1-6B51-4490-B7FF-21FE09E70A5B}">
      <dgm:prSet/>
      <dgm:spPr/>
      <dgm:t>
        <a:bodyPr/>
        <a:lstStyle/>
        <a:p>
          <a:r>
            <a:rPr lang="en-US" b="0" i="0" baseline="0"/>
            <a:t>Ensures legal and financial compliance</a:t>
          </a:r>
          <a:endParaRPr lang="en-IN"/>
        </a:p>
      </dgm:t>
    </dgm:pt>
    <dgm:pt modelId="{D180A59B-3A58-44D3-90E5-879DE7C13025}" type="parTrans" cxnId="{C48181DC-8354-422E-AF87-E9F597006A33}">
      <dgm:prSet/>
      <dgm:spPr/>
      <dgm:t>
        <a:bodyPr/>
        <a:lstStyle/>
        <a:p>
          <a:endParaRPr lang="en-IN"/>
        </a:p>
      </dgm:t>
    </dgm:pt>
    <dgm:pt modelId="{01B390A0-2A4B-41F0-AD08-F04D3A6FA621}" type="sibTrans" cxnId="{C48181DC-8354-422E-AF87-E9F597006A33}">
      <dgm:prSet/>
      <dgm:spPr/>
      <dgm:t>
        <a:bodyPr/>
        <a:lstStyle/>
        <a:p>
          <a:endParaRPr lang="en-IN"/>
        </a:p>
      </dgm:t>
    </dgm:pt>
    <dgm:pt modelId="{79FDC038-0E57-4DEA-B948-014E5A2418AB}">
      <dgm:prSet/>
      <dgm:spPr/>
      <dgm:t>
        <a:bodyPr/>
        <a:lstStyle/>
        <a:p>
          <a:r>
            <a:rPr lang="en-US" b="0" i="0" baseline="0"/>
            <a:t>Helps design secure transaction flow</a:t>
          </a:r>
          <a:endParaRPr lang="en-IN"/>
        </a:p>
      </dgm:t>
    </dgm:pt>
    <dgm:pt modelId="{6270D93D-F341-475E-9D1E-1F66EE8058D4}" type="parTrans" cxnId="{E9FB2951-C1AF-4251-814C-3BEE11E39EED}">
      <dgm:prSet/>
      <dgm:spPr/>
      <dgm:t>
        <a:bodyPr/>
        <a:lstStyle/>
        <a:p>
          <a:endParaRPr lang="en-IN"/>
        </a:p>
      </dgm:t>
    </dgm:pt>
    <dgm:pt modelId="{17DDB819-429F-4C07-B3EC-22959CC3942A}" type="sibTrans" cxnId="{E9FB2951-C1AF-4251-814C-3BEE11E39EED}">
      <dgm:prSet/>
      <dgm:spPr/>
      <dgm:t>
        <a:bodyPr/>
        <a:lstStyle/>
        <a:p>
          <a:endParaRPr lang="en-IN"/>
        </a:p>
      </dgm:t>
    </dgm:pt>
    <dgm:pt modelId="{839A8B89-FFE7-42EA-BE29-26F0EFF35C1B}">
      <dgm:prSet/>
      <dgm:spPr/>
      <dgm:t>
        <a:bodyPr/>
        <a:lstStyle/>
        <a:p>
          <a:r>
            <a:rPr lang="en-US" b="0" i="0" baseline="0"/>
            <a:t>Improves overall user experience</a:t>
          </a:r>
          <a:endParaRPr lang="en-IN"/>
        </a:p>
      </dgm:t>
    </dgm:pt>
    <dgm:pt modelId="{BBA0D344-80D7-40F4-8E2B-9D31F0D165A1}" type="parTrans" cxnId="{7767AE32-FDC4-48B2-8B57-BD1AD1EA3ED9}">
      <dgm:prSet/>
      <dgm:spPr/>
      <dgm:t>
        <a:bodyPr/>
        <a:lstStyle/>
        <a:p>
          <a:endParaRPr lang="en-IN"/>
        </a:p>
      </dgm:t>
    </dgm:pt>
    <dgm:pt modelId="{CFD53EFA-B8C7-4B0E-99BE-7599276881FD}" type="sibTrans" cxnId="{7767AE32-FDC4-48B2-8B57-BD1AD1EA3ED9}">
      <dgm:prSet/>
      <dgm:spPr/>
      <dgm:t>
        <a:bodyPr/>
        <a:lstStyle/>
        <a:p>
          <a:endParaRPr lang="en-IN"/>
        </a:p>
      </dgm:t>
    </dgm:pt>
    <dgm:pt modelId="{574A0AD3-B3BD-4BC6-B416-3BB92EF5825B}" type="pres">
      <dgm:prSet presAssocID="{CA99E750-491D-490B-8C47-93AEBD38B280}" presName="linear" presStyleCnt="0">
        <dgm:presLayoutVars>
          <dgm:animLvl val="lvl"/>
          <dgm:resizeHandles val="exact"/>
        </dgm:presLayoutVars>
      </dgm:prSet>
      <dgm:spPr/>
    </dgm:pt>
    <dgm:pt modelId="{0536573A-CD1B-49E9-8B83-DD9EFBF42AA3}" type="pres">
      <dgm:prSet presAssocID="{449C19E7-876E-4468-A9FD-AEBB10575A47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075B60D1-6DEF-4300-963B-90C98C866713}" type="pres">
      <dgm:prSet presAssocID="{BAD3C953-2FC2-48DE-AF35-2E0833B94B09}" presName="spacer" presStyleCnt="0"/>
      <dgm:spPr/>
    </dgm:pt>
    <dgm:pt modelId="{DFC3A449-9A08-4A44-A22A-6F7728A56B4E}" type="pres">
      <dgm:prSet presAssocID="{26A03CF2-6CF2-4AC8-BED0-0ED7695438FC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EDADE7B1-9EBC-4A9F-BE66-CE6154D83D16}" type="pres">
      <dgm:prSet presAssocID="{F9B9F1F2-D439-4FD1-818F-14758FE1529F}" presName="spacer" presStyleCnt="0"/>
      <dgm:spPr/>
    </dgm:pt>
    <dgm:pt modelId="{B359F1F2-8F33-4AEB-8C1E-059C0FD9A4C0}" type="pres">
      <dgm:prSet presAssocID="{5EE5FBB1-6B51-4490-B7FF-21FE09E70A5B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9513D423-0F7C-4C97-B29E-8533312B718F}" type="pres">
      <dgm:prSet presAssocID="{01B390A0-2A4B-41F0-AD08-F04D3A6FA621}" presName="spacer" presStyleCnt="0"/>
      <dgm:spPr/>
    </dgm:pt>
    <dgm:pt modelId="{11CF3A04-DC5E-45DC-9CCA-14E03D10CC23}" type="pres">
      <dgm:prSet presAssocID="{79FDC038-0E57-4DEA-B948-014E5A2418AB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985B6E3E-A630-42DB-8F8D-A059DD44D4C1}" type="pres">
      <dgm:prSet presAssocID="{17DDB819-429F-4C07-B3EC-22959CC3942A}" presName="spacer" presStyleCnt="0"/>
      <dgm:spPr/>
    </dgm:pt>
    <dgm:pt modelId="{A8104459-DB3D-4CE2-998D-50AC3301EF99}" type="pres">
      <dgm:prSet presAssocID="{839A8B89-FFE7-42EA-BE29-26F0EFF35C1B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7767AE32-FDC4-48B2-8B57-BD1AD1EA3ED9}" srcId="{CA99E750-491D-490B-8C47-93AEBD38B280}" destId="{839A8B89-FFE7-42EA-BE29-26F0EFF35C1B}" srcOrd="4" destOrd="0" parTransId="{BBA0D344-80D7-40F4-8E2B-9D31F0D165A1}" sibTransId="{CFD53EFA-B8C7-4B0E-99BE-7599276881FD}"/>
    <dgm:cxn modelId="{35401B35-929D-4756-8DD8-F7E5F7336D8C}" type="presOf" srcId="{839A8B89-FFE7-42EA-BE29-26F0EFF35C1B}" destId="{A8104459-DB3D-4CE2-998D-50AC3301EF99}" srcOrd="0" destOrd="0" presId="urn:microsoft.com/office/officeart/2005/8/layout/vList2"/>
    <dgm:cxn modelId="{C98B2E49-FD84-4B68-9EE2-267A904715C8}" type="presOf" srcId="{CA99E750-491D-490B-8C47-93AEBD38B280}" destId="{574A0AD3-B3BD-4BC6-B416-3BB92EF5825B}" srcOrd="0" destOrd="0" presId="urn:microsoft.com/office/officeart/2005/8/layout/vList2"/>
    <dgm:cxn modelId="{20D5874B-D709-48C8-8E63-AFB1418CA7A1}" type="presOf" srcId="{5EE5FBB1-6B51-4490-B7FF-21FE09E70A5B}" destId="{B359F1F2-8F33-4AEB-8C1E-059C0FD9A4C0}" srcOrd="0" destOrd="0" presId="urn:microsoft.com/office/officeart/2005/8/layout/vList2"/>
    <dgm:cxn modelId="{E9FB2951-C1AF-4251-814C-3BEE11E39EED}" srcId="{CA99E750-491D-490B-8C47-93AEBD38B280}" destId="{79FDC038-0E57-4DEA-B948-014E5A2418AB}" srcOrd="3" destOrd="0" parTransId="{6270D93D-F341-475E-9D1E-1F66EE8058D4}" sibTransId="{17DDB819-429F-4C07-B3EC-22959CC3942A}"/>
    <dgm:cxn modelId="{6EBEFD54-3AEE-4BF2-8103-A898B4CC9A5E}" type="presOf" srcId="{449C19E7-876E-4468-A9FD-AEBB10575A47}" destId="{0536573A-CD1B-49E9-8B83-DD9EFBF42AA3}" srcOrd="0" destOrd="0" presId="urn:microsoft.com/office/officeart/2005/8/layout/vList2"/>
    <dgm:cxn modelId="{24721FA2-F4F5-43CF-B21F-AAFEE334BA57}" type="presOf" srcId="{26A03CF2-6CF2-4AC8-BED0-0ED7695438FC}" destId="{DFC3A449-9A08-4A44-A22A-6F7728A56B4E}" srcOrd="0" destOrd="0" presId="urn:microsoft.com/office/officeart/2005/8/layout/vList2"/>
    <dgm:cxn modelId="{429610B6-03E0-4EFE-A4C6-BE00B8B18822}" srcId="{CA99E750-491D-490B-8C47-93AEBD38B280}" destId="{449C19E7-876E-4468-A9FD-AEBB10575A47}" srcOrd="0" destOrd="0" parTransId="{136A01C6-A6F6-471C-93FB-0B7664B5152B}" sibTransId="{BAD3C953-2FC2-48DE-AF35-2E0833B94B09}"/>
    <dgm:cxn modelId="{6790AAC4-E66D-4BBD-93CD-A705D5F8EEEE}" type="presOf" srcId="{79FDC038-0E57-4DEA-B948-014E5A2418AB}" destId="{11CF3A04-DC5E-45DC-9CCA-14E03D10CC23}" srcOrd="0" destOrd="0" presId="urn:microsoft.com/office/officeart/2005/8/layout/vList2"/>
    <dgm:cxn modelId="{83BCB7D8-BF9A-4319-9B8C-41E229C2CA22}" srcId="{CA99E750-491D-490B-8C47-93AEBD38B280}" destId="{26A03CF2-6CF2-4AC8-BED0-0ED7695438FC}" srcOrd="1" destOrd="0" parTransId="{D4AB8CDC-0C22-442A-9F2F-4DA660F8373F}" sibTransId="{F9B9F1F2-D439-4FD1-818F-14758FE1529F}"/>
    <dgm:cxn modelId="{C48181DC-8354-422E-AF87-E9F597006A33}" srcId="{CA99E750-491D-490B-8C47-93AEBD38B280}" destId="{5EE5FBB1-6B51-4490-B7FF-21FE09E70A5B}" srcOrd="2" destOrd="0" parTransId="{D180A59B-3A58-44D3-90E5-879DE7C13025}" sibTransId="{01B390A0-2A4B-41F0-AD08-F04D3A6FA621}"/>
    <dgm:cxn modelId="{23980F24-F2F6-4969-B4CE-6F29693BEBE4}" type="presParOf" srcId="{574A0AD3-B3BD-4BC6-B416-3BB92EF5825B}" destId="{0536573A-CD1B-49E9-8B83-DD9EFBF42AA3}" srcOrd="0" destOrd="0" presId="urn:microsoft.com/office/officeart/2005/8/layout/vList2"/>
    <dgm:cxn modelId="{C48969AB-8982-4654-9755-A83EC89FD65A}" type="presParOf" srcId="{574A0AD3-B3BD-4BC6-B416-3BB92EF5825B}" destId="{075B60D1-6DEF-4300-963B-90C98C866713}" srcOrd="1" destOrd="0" presId="urn:microsoft.com/office/officeart/2005/8/layout/vList2"/>
    <dgm:cxn modelId="{BACE7067-E690-4D96-B251-3F6D1B508825}" type="presParOf" srcId="{574A0AD3-B3BD-4BC6-B416-3BB92EF5825B}" destId="{DFC3A449-9A08-4A44-A22A-6F7728A56B4E}" srcOrd="2" destOrd="0" presId="urn:microsoft.com/office/officeart/2005/8/layout/vList2"/>
    <dgm:cxn modelId="{3CB86CC3-CAF9-4B27-B08D-74FD586D1EA1}" type="presParOf" srcId="{574A0AD3-B3BD-4BC6-B416-3BB92EF5825B}" destId="{EDADE7B1-9EBC-4A9F-BE66-CE6154D83D16}" srcOrd="3" destOrd="0" presId="urn:microsoft.com/office/officeart/2005/8/layout/vList2"/>
    <dgm:cxn modelId="{47AD596B-10B9-4273-BF64-845D65F428CA}" type="presParOf" srcId="{574A0AD3-B3BD-4BC6-B416-3BB92EF5825B}" destId="{B359F1F2-8F33-4AEB-8C1E-059C0FD9A4C0}" srcOrd="4" destOrd="0" presId="urn:microsoft.com/office/officeart/2005/8/layout/vList2"/>
    <dgm:cxn modelId="{76765F8A-F60F-4053-85A3-EB3968711203}" type="presParOf" srcId="{574A0AD3-B3BD-4BC6-B416-3BB92EF5825B}" destId="{9513D423-0F7C-4C97-B29E-8533312B718F}" srcOrd="5" destOrd="0" presId="urn:microsoft.com/office/officeart/2005/8/layout/vList2"/>
    <dgm:cxn modelId="{4C3828C2-C5CB-444F-854C-0744169B8AC6}" type="presParOf" srcId="{574A0AD3-B3BD-4BC6-B416-3BB92EF5825B}" destId="{11CF3A04-DC5E-45DC-9CCA-14E03D10CC23}" srcOrd="6" destOrd="0" presId="urn:microsoft.com/office/officeart/2005/8/layout/vList2"/>
    <dgm:cxn modelId="{107E9452-37E9-4822-A1C6-1E7EDFDEFE3B}" type="presParOf" srcId="{574A0AD3-B3BD-4BC6-B416-3BB92EF5825B}" destId="{985B6E3E-A630-42DB-8F8D-A059DD44D4C1}" srcOrd="7" destOrd="0" presId="urn:microsoft.com/office/officeart/2005/8/layout/vList2"/>
    <dgm:cxn modelId="{5E62BB51-FCAF-4638-BE16-68FF6B8359F5}" type="presParOf" srcId="{574A0AD3-B3BD-4BC6-B416-3BB92EF5825B}" destId="{A8104459-DB3D-4CE2-998D-50AC3301EF99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00E72C22-9CFB-481C-A4BD-11E06C72643E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IN"/>
        </a:p>
      </dgm:t>
    </dgm:pt>
    <dgm:pt modelId="{8A8F314B-95B4-4E73-8449-81E70FA04796}">
      <dgm:prSet/>
      <dgm:spPr/>
      <dgm:t>
        <a:bodyPr/>
        <a:lstStyle/>
        <a:p>
          <a:r>
            <a:rPr lang="en-US" b="0" i="0" baseline="0"/>
            <a:t>Functional requirement specification</a:t>
          </a:r>
          <a:endParaRPr lang="en-IN"/>
        </a:p>
      </dgm:t>
    </dgm:pt>
    <dgm:pt modelId="{D73204B8-DC8F-4AA5-88DD-005B952296D4}" type="parTrans" cxnId="{376F46DC-0CE4-485C-9F66-48FB6855822D}">
      <dgm:prSet/>
      <dgm:spPr/>
      <dgm:t>
        <a:bodyPr/>
        <a:lstStyle/>
        <a:p>
          <a:endParaRPr lang="en-IN"/>
        </a:p>
      </dgm:t>
    </dgm:pt>
    <dgm:pt modelId="{528D9BCE-FE6D-49B4-9EB9-6DAEA9199DF6}" type="sibTrans" cxnId="{376F46DC-0CE4-485C-9F66-48FB6855822D}">
      <dgm:prSet/>
      <dgm:spPr/>
      <dgm:t>
        <a:bodyPr/>
        <a:lstStyle/>
        <a:p>
          <a:endParaRPr lang="en-IN"/>
        </a:p>
      </dgm:t>
    </dgm:pt>
    <dgm:pt modelId="{7BC7CD1A-38CE-454B-840E-A3F390613F2B}">
      <dgm:prSet/>
      <dgm:spPr/>
      <dgm:t>
        <a:bodyPr/>
        <a:lstStyle/>
        <a:p>
          <a:r>
            <a:rPr lang="en-US" b="0" i="0" baseline="0"/>
            <a:t>Non-functional requirement document</a:t>
          </a:r>
          <a:endParaRPr lang="en-IN"/>
        </a:p>
      </dgm:t>
    </dgm:pt>
    <dgm:pt modelId="{F0845796-BF79-4D8B-B0EC-0061E18B2DA0}" type="parTrans" cxnId="{1A828499-CB79-4FE3-8D4B-8988ED8F427A}">
      <dgm:prSet/>
      <dgm:spPr/>
      <dgm:t>
        <a:bodyPr/>
        <a:lstStyle/>
        <a:p>
          <a:endParaRPr lang="en-IN"/>
        </a:p>
      </dgm:t>
    </dgm:pt>
    <dgm:pt modelId="{99DEBC97-FD03-481A-8C71-B2ADF63B43D6}" type="sibTrans" cxnId="{1A828499-CB79-4FE3-8D4B-8988ED8F427A}">
      <dgm:prSet/>
      <dgm:spPr/>
      <dgm:t>
        <a:bodyPr/>
        <a:lstStyle/>
        <a:p>
          <a:endParaRPr lang="en-IN"/>
        </a:p>
      </dgm:t>
    </dgm:pt>
    <dgm:pt modelId="{F81BDE83-068D-4CD9-BCA3-94E4D992228D}">
      <dgm:prSet/>
      <dgm:spPr/>
      <dgm:t>
        <a:bodyPr/>
        <a:lstStyle/>
        <a:p>
          <a:r>
            <a:rPr lang="en-US" b="0" i="0" baseline="0"/>
            <a:t>Use case diagrams</a:t>
          </a:r>
          <a:endParaRPr lang="en-IN"/>
        </a:p>
      </dgm:t>
    </dgm:pt>
    <dgm:pt modelId="{6E2E67F2-C1A7-4770-A4CB-0608E6384E1A}" type="parTrans" cxnId="{A99309CC-BACE-4C10-8D2C-F752A05860F0}">
      <dgm:prSet/>
      <dgm:spPr/>
      <dgm:t>
        <a:bodyPr/>
        <a:lstStyle/>
        <a:p>
          <a:endParaRPr lang="en-IN"/>
        </a:p>
      </dgm:t>
    </dgm:pt>
    <dgm:pt modelId="{AF502CCE-368A-4E9A-9136-65ABC4C2975C}" type="sibTrans" cxnId="{A99309CC-BACE-4C10-8D2C-F752A05860F0}">
      <dgm:prSet/>
      <dgm:spPr/>
      <dgm:t>
        <a:bodyPr/>
        <a:lstStyle/>
        <a:p>
          <a:endParaRPr lang="en-IN"/>
        </a:p>
      </dgm:t>
    </dgm:pt>
    <dgm:pt modelId="{8FC06ED8-9306-49CA-9D57-CD6E8F2B8346}">
      <dgm:prSet/>
      <dgm:spPr/>
      <dgm:t>
        <a:bodyPr/>
        <a:lstStyle/>
        <a:p>
          <a:r>
            <a:rPr lang="en-US" b="0" i="0" baseline="0"/>
            <a:t>Data flow diagrams</a:t>
          </a:r>
          <a:endParaRPr lang="en-IN"/>
        </a:p>
      </dgm:t>
    </dgm:pt>
    <dgm:pt modelId="{609F4D15-87D2-4F30-A2F2-7E6E59943490}" type="parTrans" cxnId="{695897E2-C930-4461-A11E-F4AEAD74F62E}">
      <dgm:prSet/>
      <dgm:spPr/>
      <dgm:t>
        <a:bodyPr/>
        <a:lstStyle/>
        <a:p>
          <a:endParaRPr lang="en-IN"/>
        </a:p>
      </dgm:t>
    </dgm:pt>
    <dgm:pt modelId="{B29D2FFB-6B85-46A6-801C-1ABB6DC45DE5}" type="sibTrans" cxnId="{695897E2-C930-4461-A11E-F4AEAD74F62E}">
      <dgm:prSet/>
      <dgm:spPr/>
      <dgm:t>
        <a:bodyPr/>
        <a:lstStyle/>
        <a:p>
          <a:endParaRPr lang="en-IN"/>
        </a:p>
      </dgm:t>
    </dgm:pt>
    <dgm:pt modelId="{1EF7ED5C-B1D5-4674-AFFA-9409A3F5FA66}">
      <dgm:prSet/>
      <dgm:spPr/>
      <dgm:t>
        <a:bodyPr/>
        <a:lstStyle/>
        <a:p>
          <a:r>
            <a:rPr lang="en-US" b="0" i="0" baseline="0"/>
            <a:t>User interface mockups</a:t>
          </a:r>
          <a:endParaRPr lang="en-IN"/>
        </a:p>
      </dgm:t>
    </dgm:pt>
    <dgm:pt modelId="{5EC18D00-BA01-4E98-A83B-E2CCCD94169A}" type="parTrans" cxnId="{330C8716-544D-4515-AC46-73719EDDAFCC}">
      <dgm:prSet/>
      <dgm:spPr/>
      <dgm:t>
        <a:bodyPr/>
        <a:lstStyle/>
        <a:p>
          <a:endParaRPr lang="en-IN"/>
        </a:p>
      </dgm:t>
    </dgm:pt>
    <dgm:pt modelId="{E71AF406-AF10-4EDA-BD53-5F70B4FB1BB8}" type="sibTrans" cxnId="{330C8716-544D-4515-AC46-73719EDDAFCC}">
      <dgm:prSet/>
      <dgm:spPr/>
      <dgm:t>
        <a:bodyPr/>
        <a:lstStyle/>
        <a:p>
          <a:endParaRPr lang="en-IN"/>
        </a:p>
      </dgm:t>
    </dgm:pt>
    <dgm:pt modelId="{87B59CB9-845E-4BDC-B615-35F21E0C02FE}">
      <dgm:prSet/>
      <dgm:spPr/>
      <dgm:t>
        <a:bodyPr/>
        <a:lstStyle/>
        <a:p>
          <a:r>
            <a:rPr lang="en-US" b="0" i="0" baseline="0"/>
            <a:t>Risk assessment report</a:t>
          </a:r>
          <a:endParaRPr lang="en-IN"/>
        </a:p>
      </dgm:t>
    </dgm:pt>
    <dgm:pt modelId="{B5D3B55A-A997-4BC7-9F7A-3F35B6416EA7}" type="parTrans" cxnId="{9D7A1E65-AA62-4237-89A5-00417A691C8D}">
      <dgm:prSet/>
      <dgm:spPr/>
      <dgm:t>
        <a:bodyPr/>
        <a:lstStyle/>
        <a:p>
          <a:endParaRPr lang="en-IN"/>
        </a:p>
      </dgm:t>
    </dgm:pt>
    <dgm:pt modelId="{A3F4686A-9389-43FA-AD76-DFF06C0E8896}" type="sibTrans" cxnId="{9D7A1E65-AA62-4237-89A5-00417A691C8D}">
      <dgm:prSet/>
      <dgm:spPr/>
      <dgm:t>
        <a:bodyPr/>
        <a:lstStyle/>
        <a:p>
          <a:endParaRPr lang="en-IN"/>
        </a:p>
      </dgm:t>
    </dgm:pt>
    <dgm:pt modelId="{83B0E9CF-00D6-43FA-9BAF-CB5DA56F93FB}">
      <dgm:prSet/>
      <dgm:spPr/>
      <dgm:t>
        <a:bodyPr/>
        <a:lstStyle/>
        <a:p>
          <a:r>
            <a:rPr lang="en-US" b="0" i="0" baseline="0"/>
            <a:t>Final SRS document</a:t>
          </a:r>
          <a:endParaRPr lang="en-IN"/>
        </a:p>
      </dgm:t>
    </dgm:pt>
    <dgm:pt modelId="{A9EDC56E-E9F2-493B-8D01-4D8C7712E756}" type="parTrans" cxnId="{67733F9B-0151-4C32-B217-C3CB4A3C3895}">
      <dgm:prSet/>
      <dgm:spPr/>
      <dgm:t>
        <a:bodyPr/>
        <a:lstStyle/>
        <a:p>
          <a:endParaRPr lang="en-IN"/>
        </a:p>
      </dgm:t>
    </dgm:pt>
    <dgm:pt modelId="{1D9844A6-41E7-4EA8-B853-0C3D544F69B4}" type="sibTrans" cxnId="{67733F9B-0151-4C32-B217-C3CB4A3C3895}">
      <dgm:prSet/>
      <dgm:spPr/>
      <dgm:t>
        <a:bodyPr/>
        <a:lstStyle/>
        <a:p>
          <a:endParaRPr lang="en-IN"/>
        </a:p>
      </dgm:t>
    </dgm:pt>
    <dgm:pt modelId="{12F8CEF5-61F4-4BEA-851B-EEDCB5436FE6}" type="pres">
      <dgm:prSet presAssocID="{00E72C22-9CFB-481C-A4BD-11E06C72643E}" presName="linear" presStyleCnt="0">
        <dgm:presLayoutVars>
          <dgm:animLvl val="lvl"/>
          <dgm:resizeHandles val="exact"/>
        </dgm:presLayoutVars>
      </dgm:prSet>
      <dgm:spPr/>
    </dgm:pt>
    <dgm:pt modelId="{2EBCC6A8-59C1-45E4-8BC7-D372F4C17E16}" type="pres">
      <dgm:prSet presAssocID="{8A8F314B-95B4-4E73-8449-81E70FA04796}" presName="parentText" presStyleLbl="node1" presStyleIdx="0" presStyleCnt="7">
        <dgm:presLayoutVars>
          <dgm:chMax val="0"/>
          <dgm:bulletEnabled val="1"/>
        </dgm:presLayoutVars>
      </dgm:prSet>
      <dgm:spPr/>
    </dgm:pt>
    <dgm:pt modelId="{1FC0543B-61C2-401B-9EFC-26CA8995D0C4}" type="pres">
      <dgm:prSet presAssocID="{528D9BCE-FE6D-49B4-9EB9-6DAEA9199DF6}" presName="spacer" presStyleCnt="0"/>
      <dgm:spPr/>
    </dgm:pt>
    <dgm:pt modelId="{9342E40E-BB9E-4FEF-9827-2747662C3456}" type="pres">
      <dgm:prSet presAssocID="{7BC7CD1A-38CE-454B-840E-A3F390613F2B}" presName="parentText" presStyleLbl="node1" presStyleIdx="1" presStyleCnt="7">
        <dgm:presLayoutVars>
          <dgm:chMax val="0"/>
          <dgm:bulletEnabled val="1"/>
        </dgm:presLayoutVars>
      </dgm:prSet>
      <dgm:spPr/>
    </dgm:pt>
    <dgm:pt modelId="{8219E217-4285-490E-A18F-E701078DC5D7}" type="pres">
      <dgm:prSet presAssocID="{99DEBC97-FD03-481A-8C71-B2ADF63B43D6}" presName="spacer" presStyleCnt="0"/>
      <dgm:spPr/>
    </dgm:pt>
    <dgm:pt modelId="{CAC244BE-A6C3-4E0B-B902-B0C761D5A2AC}" type="pres">
      <dgm:prSet presAssocID="{F81BDE83-068D-4CD9-BCA3-94E4D992228D}" presName="parentText" presStyleLbl="node1" presStyleIdx="2" presStyleCnt="7">
        <dgm:presLayoutVars>
          <dgm:chMax val="0"/>
          <dgm:bulletEnabled val="1"/>
        </dgm:presLayoutVars>
      </dgm:prSet>
      <dgm:spPr/>
    </dgm:pt>
    <dgm:pt modelId="{D4661945-A276-4100-901E-75A66A113085}" type="pres">
      <dgm:prSet presAssocID="{AF502CCE-368A-4E9A-9136-65ABC4C2975C}" presName="spacer" presStyleCnt="0"/>
      <dgm:spPr/>
    </dgm:pt>
    <dgm:pt modelId="{8D828C2B-A841-405C-93D3-E41E45A7CD56}" type="pres">
      <dgm:prSet presAssocID="{8FC06ED8-9306-49CA-9D57-CD6E8F2B8346}" presName="parentText" presStyleLbl="node1" presStyleIdx="3" presStyleCnt="7">
        <dgm:presLayoutVars>
          <dgm:chMax val="0"/>
          <dgm:bulletEnabled val="1"/>
        </dgm:presLayoutVars>
      </dgm:prSet>
      <dgm:spPr/>
    </dgm:pt>
    <dgm:pt modelId="{8377116E-AB2A-486E-B65E-FB2B307E113F}" type="pres">
      <dgm:prSet presAssocID="{B29D2FFB-6B85-46A6-801C-1ABB6DC45DE5}" presName="spacer" presStyleCnt="0"/>
      <dgm:spPr/>
    </dgm:pt>
    <dgm:pt modelId="{348F4E3B-492D-45BF-98CF-B12B84A8EA22}" type="pres">
      <dgm:prSet presAssocID="{1EF7ED5C-B1D5-4674-AFFA-9409A3F5FA66}" presName="parentText" presStyleLbl="node1" presStyleIdx="4" presStyleCnt="7">
        <dgm:presLayoutVars>
          <dgm:chMax val="0"/>
          <dgm:bulletEnabled val="1"/>
        </dgm:presLayoutVars>
      </dgm:prSet>
      <dgm:spPr/>
    </dgm:pt>
    <dgm:pt modelId="{F3EC53B8-16A0-4346-80C4-234AC3F8545B}" type="pres">
      <dgm:prSet presAssocID="{E71AF406-AF10-4EDA-BD53-5F70B4FB1BB8}" presName="spacer" presStyleCnt="0"/>
      <dgm:spPr/>
    </dgm:pt>
    <dgm:pt modelId="{D26C366B-AF46-4628-A453-F4E5F6451535}" type="pres">
      <dgm:prSet presAssocID="{87B59CB9-845E-4BDC-B615-35F21E0C02FE}" presName="parentText" presStyleLbl="node1" presStyleIdx="5" presStyleCnt="7" custLinFactNeighborX="-185" custLinFactNeighborY="79375">
        <dgm:presLayoutVars>
          <dgm:chMax val="0"/>
          <dgm:bulletEnabled val="1"/>
        </dgm:presLayoutVars>
      </dgm:prSet>
      <dgm:spPr/>
    </dgm:pt>
    <dgm:pt modelId="{0CF07614-2434-44EE-827C-548920CE9262}" type="pres">
      <dgm:prSet presAssocID="{A3F4686A-9389-43FA-AD76-DFF06C0E8896}" presName="spacer" presStyleCnt="0"/>
      <dgm:spPr/>
    </dgm:pt>
    <dgm:pt modelId="{0DCE159B-3A25-4295-AD35-6354541E88ED}" type="pres">
      <dgm:prSet presAssocID="{83B0E9CF-00D6-43FA-9BAF-CB5DA56F93FB}" presName="parentText" presStyleLbl="node1" presStyleIdx="6" presStyleCnt="7">
        <dgm:presLayoutVars>
          <dgm:chMax val="0"/>
          <dgm:bulletEnabled val="1"/>
        </dgm:presLayoutVars>
      </dgm:prSet>
      <dgm:spPr/>
    </dgm:pt>
  </dgm:ptLst>
  <dgm:cxnLst>
    <dgm:cxn modelId="{330C8716-544D-4515-AC46-73719EDDAFCC}" srcId="{00E72C22-9CFB-481C-A4BD-11E06C72643E}" destId="{1EF7ED5C-B1D5-4674-AFFA-9409A3F5FA66}" srcOrd="4" destOrd="0" parTransId="{5EC18D00-BA01-4E98-A83B-E2CCCD94169A}" sibTransId="{E71AF406-AF10-4EDA-BD53-5F70B4FB1BB8}"/>
    <dgm:cxn modelId="{A10A2132-C1CD-477F-9D68-6C5ECA893D08}" type="presOf" srcId="{F81BDE83-068D-4CD9-BCA3-94E4D992228D}" destId="{CAC244BE-A6C3-4E0B-B902-B0C761D5A2AC}" srcOrd="0" destOrd="0" presId="urn:microsoft.com/office/officeart/2005/8/layout/vList2"/>
    <dgm:cxn modelId="{9D7A1E65-AA62-4237-89A5-00417A691C8D}" srcId="{00E72C22-9CFB-481C-A4BD-11E06C72643E}" destId="{87B59CB9-845E-4BDC-B615-35F21E0C02FE}" srcOrd="5" destOrd="0" parTransId="{B5D3B55A-A997-4BC7-9F7A-3F35B6416EA7}" sibTransId="{A3F4686A-9389-43FA-AD76-DFF06C0E8896}"/>
    <dgm:cxn modelId="{F2BAE26E-9850-4CB5-ABDD-56996E36EC5E}" type="presOf" srcId="{7BC7CD1A-38CE-454B-840E-A3F390613F2B}" destId="{9342E40E-BB9E-4FEF-9827-2747662C3456}" srcOrd="0" destOrd="0" presId="urn:microsoft.com/office/officeart/2005/8/layout/vList2"/>
    <dgm:cxn modelId="{6D068551-3CCB-4F1C-9E0E-C7D8C2954A95}" type="presOf" srcId="{00E72C22-9CFB-481C-A4BD-11E06C72643E}" destId="{12F8CEF5-61F4-4BEA-851B-EEDCB5436FE6}" srcOrd="0" destOrd="0" presId="urn:microsoft.com/office/officeart/2005/8/layout/vList2"/>
    <dgm:cxn modelId="{38179C59-48C6-48F3-B68F-E7D52BAB29F3}" type="presOf" srcId="{8A8F314B-95B4-4E73-8449-81E70FA04796}" destId="{2EBCC6A8-59C1-45E4-8BC7-D372F4C17E16}" srcOrd="0" destOrd="0" presId="urn:microsoft.com/office/officeart/2005/8/layout/vList2"/>
    <dgm:cxn modelId="{1A828499-CB79-4FE3-8D4B-8988ED8F427A}" srcId="{00E72C22-9CFB-481C-A4BD-11E06C72643E}" destId="{7BC7CD1A-38CE-454B-840E-A3F390613F2B}" srcOrd="1" destOrd="0" parTransId="{F0845796-BF79-4D8B-B0EC-0061E18B2DA0}" sibTransId="{99DEBC97-FD03-481A-8C71-B2ADF63B43D6}"/>
    <dgm:cxn modelId="{67733F9B-0151-4C32-B217-C3CB4A3C3895}" srcId="{00E72C22-9CFB-481C-A4BD-11E06C72643E}" destId="{83B0E9CF-00D6-43FA-9BAF-CB5DA56F93FB}" srcOrd="6" destOrd="0" parTransId="{A9EDC56E-E9F2-493B-8D01-4D8C7712E756}" sibTransId="{1D9844A6-41E7-4EA8-B853-0C3D544F69B4}"/>
    <dgm:cxn modelId="{959C97AF-B3BD-4FE8-8AA7-A84D4CD48C5B}" type="presOf" srcId="{87B59CB9-845E-4BDC-B615-35F21E0C02FE}" destId="{D26C366B-AF46-4628-A453-F4E5F6451535}" srcOrd="0" destOrd="0" presId="urn:microsoft.com/office/officeart/2005/8/layout/vList2"/>
    <dgm:cxn modelId="{5DA7ECBA-3082-44EA-A7CB-FA0B778D757E}" type="presOf" srcId="{8FC06ED8-9306-49CA-9D57-CD6E8F2B8346}" destId="{8D828C2B-A841-405C-93D3-E41E45A7CD56}" srcOrd="0" destOrd="0" presId="urn:microsoft.com/office/officeart/2005/8/layout/vList2"/>
    <dgm:cxn modelId="{09CA67CB-259B-4D0E-90E4-28DC81F563B3}" type="presOf" srcId="{83B0E9CF-00D6-43FA-9BAF-CB5DA56F93FB}" destId="{0DCE159B-3A25-4295-AD35-6354541E88ED}" srcOrd="0" destOrd="0" presId="urn:microsoft.com/office/officeart/2005/8/layout/vList2"/>
    <dgm:cxn modelId="{A99309CC-BACE-4C10-8D2C-F752A05860F0}" srcId="{00E72C22-9CFB-481C-A4BD-11E06C72643E}" destId="{F81BDE83-068D-4CD9-BCA3-94E4D992228D}" srcOrd="2" destOrd="0" parTransId="{6E2E67F2-C1A7-4770-A4CB-0608E6384E1A}" sibTransId="{AF502CCE-368A-4E9A-9136-65ABC4C2975C}"/>
    <dgm:cxn modelId="{376F46DC-0CE4-485C-9F66-48FB6855822D}" srcId="{00E72C22-9CFB-481C-A4BD-11E06C72643E}" destId="{8A8F314B-95B4-4E73-8449-81E70FA04796}" srcOrd="0" destOrd="0" parTransId="{D73204B8-DC8F-4AA5-88DD-005B952296D4}" sibTransId="{528D9BCE-FE6D-49B4-9EB9-6DAEA9199DF6}"/>
    <dgm:cxn modelId="{695897E2-C930-4461-A11E-F4AEAD74F62E}" srcId="{00E72C22-9CFB-481C-A4BD-11E06C72643E}" destId="{8FC06ED8-9306-49CA-9D57-CD6E8F2B8346}" srcOrd="3" destOrd="0" parTransId="{609F4D15-87D2-4F30-A2F2-7E6E59943490}" sibTransId="{B29D2FFB-6B85-46A6-801C-1ABB6DC45DE5}"/>
    <dgm:cxn modelId="{DB3D77E4-5D04-4A73-814F-B68AFF6FC05E}" type="presOf" srcId="{1EF7ED5C-B1D5-4674-AFFA-9409A3F5FA66}" destId="{348F4E3B-492D-45BF-98CF-B12B84A8EA22}" srcOrd="0" destOrd="0" presId="urn:microsoft.com/office/officeart/2005/8/layout/vList2"/>
    <dgm:cxn modelId="{3D143A9A-A7DE-4725-B92F-56B2CF837EA3}" type="presParOf" srcId="{12F8CEF5-61F4-4BEA-851B-EEDCB5436FE6}" destId="{2EBCC6A8-59C1-45E4-8BC7-D372F4C17E16}" srcOrd="0" destOrd="0" presId="urn:microsoft.com/office/officeart/2005/8/layout/vList2"/>
    <dgm:cxn modelId="{4DBF1D10-A2C1-4A60-BD25-6A1A1C197541}" type="presParOf" srcId="{12F8CEF5-61F4-4BEA-851B-EEDCB5436FE6}" destId="{1FC0543B-61C2-401B-9EFC-26CA8995D0C4}" srcOrd="1" destOrd="0" presId="urn:microsoft.com/office/officeart/2005/8/layout/vList2"/>
    <dgm:cxn modelId="{D16C3729-FDBD-4AC2-AA51-6F9631964426}" type="presParOf" srcId="{12F8CEF5-61F4-4BEA-851B-EEDCB5436FE6}" destId="{9342E40E-BB9E-4FEF-9827-2747662C3456}" srcOrd="2" destOrd="0" presId="urn:microsoft.com/office/officeart/2005/8/layout/vList2"/>
    <dgm:cxn modelId="{8578F746-B63F-4D8E-AACB-6F1AF3DD48F2}" type="presParOf" srcId="{12F8CEF5-61F4-4BEA-851B-EEDCB5436FE6}" destId="{8219E217-4285-490E-A18F-E701078DC5D7}" srcOrd="3" destOrd="0" presId="urn:microsoft.com/office/officeart/2005/8/layout/vList2"/>
    <dgm:cxn modelId="{101024C0-940A-43C7-8B05-DB66326E5DF6}" type="presParOf" srcId="{12F8CEF5-61F4-4BEA-851B-EEDCB5436FE6}" destId="{CAC244BE-A6C3-4E0B-B902-B0C761D5A2AC}" srcOrd="4" destOrd="0" presId="urn:microsoft.com/office/officeart/2005/8/layout/vList2"/>
    <dgm:cxn modelId="{E667BECC-494C-48B9-8EA7-5E487913C04C}" type="presParOf" srcId="{12F8CEF5-61F4-4BEA-851B-EEDCB5436FE6}" destId="{D4661945-A276-4100-901E-75A66A113085}" srcOrd="5" destOrd="0" presId="urn:microsoft.com/office/officeart/2005/8/layout/vList2"/>
    <dgm:cxn modelId="{5BE38069-BD02-4A5D-B28D-50B821D0D28B}" type="presParOf" srcId="{12F8CEF5-61F4-4BEA-851B-EEDCB5436FE6}" destId="{8D828C2B-A841-405C-93D3-E41E45A7CD56}" srcOrd="6" destOrd="0" presId="urn:microsoft.com/office/officeart/2005/8/layout/vList2"/>
    <dgm:cxn modelId="{731F4DC3-8D40-4A9E-A32E-6E5DDB1BDB02}" type="presParOf" srcId="{12F8CEF5-61F4-4BEA-851B-EEDCB5436FE6}" destId="{8377116E-AB2A-486E-B65E-FB2B307E113F}" srcOrd="7" destOrd="0" presId="urn:microsoft.com/office/officeart/2005/8/layout/vList2"/>
    <dgm:cxn modelId="{8CA2621D-6B56-4C1B-9D02-3B5727139CFD}" type="presParOf" srcId="{12F8CEF5-61F4-4BEA-851B-EEDCB5436FE6}" destId="{348F4E3B-492D-45BF-98CF-B12B84A8EA22}" srcOrd="8" destOrd="0" presId="urn:microsoft.com/office/officeart/2005/8/layout/vList2"/>
    <dgm:cxn modelId="{DEDC2071-696F-436C-AE07-8C0A17718870}" type="presParOf" srcId="{12F8CEF5-61F4-4BEA-851B-EEDCB5436FE6}" destId="{F3EC53B8-16A0-4346-80C4-234AC3F8545B}" srcOrd="9" destOrd="0" presId="urn:microsoft.com/office/officeart/2005/8/layout/vList2"/>
    <dgm:cxn modelId="{C369D711-F984-4DA4-99BA-657D9343A3B0}" type="presParOf" srcId="{12F8CEF5-61F4-4BEA-851B-EEDCB5436FE6}" destId="{D26C366B-AF46-4628-A453-F4E5F6451535}" srcOrd="10" destOrd="0" presId="urn:microsoft.com/office/officeart/2005/8/layout/vList2"/>
    <dgm:cxn modelId="{C3AC91EF-9705-41D6-9396-925E796B2663}" type="presParOf" srcId="{12F8CEF5-61F4-4BEA-851B-EEDCB5436FE6}" destId="{0CF07614-2434-44EE-827C-548920CE9262}" srcOrd="11" destOrd="0" presId="urn:microsoft.com/office/officeart/2005/8/layout/vList2"/>
    <dgm:cxn modelId="{F4761E92-8A20-42A6-B496-535F7B44D5E9}" type="presParOf" srcId="{12F8CEF5-61F4-4BEA-851B-EEDCB5436FE6}" destId="{0DCE159B-3A25-4295-AD35-6354541E88ED}" srcOrd="1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F9D2F2A8-00EE-4121-BA34-109D2AB5DEE4}" type="doc">
      <dgm:prSet loTypeId="urn:microsoft.com/office/officeart/2005/8/layout/venn1" loCatId="relationship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IN"/>
        </a:p>
      </dgm:t>
    </dgm:pt>
    <dgm:pt modelId="{1264019C-AB5F-458D-94B8-8D8FC056EAAF}">
      <dgm:prSet/>
      <dgm:spPr/>
      <dgm:t>
        <a:bodyPr/>
        <a:lstStyle/>
        <a:p>
          <a:r>
            <a:rPr lang="en-IN" b="1">
              <a:solidFill>
                <a:schemeClr val="bg2"/>
              </a:solidFill>
            </a:rPr>
            <a:t>• Correct.</a:t>
          </a:r>
        </a:p>
      </dgm:t>
    </dgm:pt>
    <dgm:pt modelId="{8A263200-24E5-4DEC-A95B-270975CA4746}" type="parTrans" cxnId="{4E8DCE83-6B1E-4050-9590-818570E9C9FF}">
      <dgm:prSet/>
      <dgm:spPr/>
      <dgm:t>
        <a:bodyPr/>
        <a:lstStyle/>
        <a:p>
          <a:endParaRPr lang="en-IN" b="1">
            <a:solidFill>
              <a:schemeClr val="bg2"/>
            </a:solidFill>
          </a:endParaRPr>
        </a:p>
      </dgm:t>
    </dgm:pt>
    <dgm:pt modelId="{96221AA2-24A0-4A6E-8C84-872151A4A429}" type="sibTrans" cxnId="{4E8DCE83-6B1E-4050-9590-818570E9C9FF}">
      <dgm:prSet/>
      <dgm:spPr/>
      <dgm:t>
        <a:bodyPr/>
        <a:lstStyle/>
        <a:p>
          <a:endParaRPr lang="en-IN" b="1">
            <a:solidFill>
              <a:schemeClr val="bg2"/>
            </a:solidFill>
          </a:endParaRPr>
        </a:p>
      </dgm:t>
    </dgm:pt>
    <dgm:pt modelId="{7DD3044D-3575-41A4-BF2D-D68C1F28A75F}">
      <dgm:prSet/>
      <dgm:spPr/>
      <dgm:t>
        <a:bodyPr/>
        <a:lstStyle/>
        <a:p>
          <a:r>
            <a:rPr lang="en-IN" b="1">
              <a:solidFill>
                <a:schemeClr val="bg2"/>
              </a:solidFill>
            </a:rPr>
            <a:t>• Complete.</a:t>
          </a:r>
        </a:p>
      </dgm:t>
    </dgm:pt>
    <dgm:pt modelId="{6E029AE7-B67D-49E5-A235-80EE7857B85A}" type="parTrans" cxnId="{99EBCDBA-66E0-4E89-9004-C733B91AB064}">
      <dgm:prSet/>
      <dgm:spPr/>
      <dgm:t>
        <a:bodyPr/>
        <a:lstStyle/>
        <a:p>
          <a:endParaRPr lang="en-IN" b="1">
            <a:solidFill>
              <a:schemeClr val="bg2"/>
            </a:solidFill>
          </a:endParaRPr>
        </a:p>
      </dgm:t>
    </dgm:pt>
    <dgm:pt modelId="{78AC07CF-99BA-479F-89B4-B31036260B64}" type="sibTrans" cxnId="{99EBCDBA-66E0-4E89-9004-C733B91AB064}">
      <dgm:prSet/>
      <dgm:spPr/>
      <dgm:t>
        <a:bodyPr/>
        <a:lstStyle/>
        <a:p>
          <a:endParaRPr lang="en-IN" b="1">
            <a:solidFill>
              <a:schemeClr val="bg2"/>
            </a:solidFill>
          </a:endParaRPr>
        </a:p>
      </dgm:t>
    </dgm:pt>
    <dgm:pt modelId="{CF2927DF-C437-40F3-B4A8-3A5E6E2559A7}">
      <dgm:prSet/>
      <dgm:spPr/>
      <dgm:t>
        <a:bodyPr/>
        <a:lstStyle/>
        <a:p>
          <a:r>
            <a:rPr lang="en-IN" b="1">
              <a:solidFill>
                <a:schemeClr val="bg2"/>
              </a:solidFill>
            </a:rPr>
            <a:t>• Consistent.</a:t>
          </a:r>
        </a:p>
      </dgm:t>
    </dgm:pt>
    <dgm:pt modelId="{5F02A671-6366-4EE5-8758-897E987EB147}" type="parTrans" cxnId="{33736A03-F7E1-4A94-8CDB-DFAD95D7F15D}">
      <dgm:prSet/>
      <dgm:spPr/>
      <dgm:t>
        <a:bodyPr/>
        <a:lstStyle/>
        <a:p>
          <a:endParaRPr lang="en-IN" b="1">
            <a:solidFill>
              <a:schemeClr val="bg2"/>
            </a:solidFill>
          </a:endParaRPr>
        </a:p>
      </dgm:t>
    </dgm:pt>
    <dgm:pt modelId="{D924056F-6B01-4805-8AA7-43C3E06CE5AC}" type="sibTrans" cxnId="{33736A03-F7E1-4A94-8CDB-DFAD95D7F15D}">
      <dgm:prSet/>
      <dgm:spPr/>
      <dgm:t>
        <a:bodyPr/>
        <a:lstStyle/>
        <a:p>
          <a:endParaRPr lang="en-IN" b="1">
            <a:solidFill>
              <a:schemeClr val="bg2"/>
            </a:solidFill>
          </a:endParaRPr>
        </a:p>
      </dgm:t>
    </dgm:pt>
    <dgm:pt modelId="{8B83D014-E4DB-4F1A-B278-AA1517628676}">
      <dgm:prSet/>
      <dgm:spPr/>
      <dgm:t>
        <a:bodyPr/>
        <a:lstStyle/>
        <a:p>
          <a:r>
            <a:rPr lang="en-IN" b="1">
              <a:solidFill>
                <a:schemeClr val="bg2"/>
              </a:solidFill>
            </a:rPr>
            <a:t>• Unambiguous.</a:t>
          </a:r>
        </a:p>
      </dgm:t>
    </dgm:pt>
    <dgm:pt modelId="{F7F5A404-C742-4AF0-B5AD-6AC502E85F62}" type="parTrans" cxnId="{3EF6D99D-3182-40AF-BE60-CA6919D742BB}">
      <dgm:prSet/>
      <dgm:spPr/>
      <dgm:t>
        <a:bodyPr/>
        <a:lstStyle/>
        <a:p>
          <a:endParaRPr lang="en-IN" b="1">
            <a:solidFill>
              <a:schemeClr val="bg2"/>
            </a:solidFill>
          </a:endParaRPr>
        </a:p>
      </dgm:t>
    </dgm:pt>
    <dgm:pt modelId="{820BAD04-0ACF-40FA-87DD-A6528D5EB5A6}" type="sibTrans" cxnId="{3EF6D99D-3182-40AF-BE60-CA6919D742BB}">
      <dgm:prSet/>
      <dgm:spPr/>
      <dgm:t>
        <a:bodyPr/>
        <a:lstStyle/>
        <a:p>
          <a:endParaRPr lang="en-IN" b="1">
            <a:solidFill>
              <a:schemeClr val="bg2"/>
            </a:solidFill>
          </a:endParaRPr>
        </a:p>
      </dgm:t>
    </dgm:pt>
    <dgm:pt modelId="{01E5C0C2-17FC-4D37-AA1D-E5EC0B15FD77}">
      <dgm:prSet/>
      <dgm:spPr/>
      <dgm:t>
        <a:bodyPr/>
        <a:lstStyle/>
        <a:p>
          <a:r>
            <a:rPr lang="en-IN" b="1">
              <a:solidFill>
                <a:schemeClr val="bg2"/>
              </a:solidFill>
            </a:rPr>
            <a:t>• Verifiable.</a:t>
          </a:r>
        </a:p>
      </dgm:t>
    </dgm:pt>
    <dgm:pt modelId="{3B9D3127-9B40-40AA-AD82-D4679A031B9C}" type="parTrans" cxnId="{5AF54E2D-9701-405C-991B-1E2B736E321C}">
      <dgm:prSet/>
      <dgm:spPr/>
      <dgm:t>
        <a:bodyPr/>
        <a:lstStyle/>
        <a:p>
          <a:endParaRPr lang="en-IN" b="1">
            <a:solidFill>
              <a:schemeClr val="bg2"/>
            </a:solidFill>
          </a:endParaRPr>
        </a:p>
      </dgm:t>
    </dgm:pt>
    <dgm:pt modelId="{7F9903CF-63F4-4403-8F51-EE563971B15B}" type="sibTrans" cxnId="{5AF54E2D-9701-405C-991B-1E2B736E321C}">
      <dgm:prSet/>
      <dgm:spPr/>
      <dgm:t>
        <a:bodyPr/>
        <a:lstStyle/>
        <a:p>
          <a:endParaRPr lang="en-IN" b="1">
            <a:solidFill>
              <a:schemeClr val="bg2"/>
            </a:solidFill>
          </a:endParaRPr>
        </a:p>
      </dgm:t>
    </dgm:pt>
    <dgm:pt modelId="{9502CFA6-62F0-494A-99F2-108209CDE585}">
      <dgm:prSet/>
      <dgm:spPr/>
      <dgm:t>
        <a:bodyPr/>
        <a:lstStyle/>
        <a:p>
          <a:r>
            <a:rPr lang="en-IN" b="1">
              <a:solidFill>
                <a:schemeClr val="bg2"/>
              </a:solidFill>
            </a:rPr>
            <a:t>• Modifiable.</a:t>
          </a:r>
        </a:p>
      </dgm:t>
    </dgm:pt>
    <dgm:pt modelId="{1A979D88-D6F7-4CB8-BD9C-3C44F4A12A4E}" type="parTrans" cxnId="{C3BF7645-D9B0-41E3-AE4F-1ECA09E1177F}">
      <dgm:prSet/>
      <dgm:spPr/>
      <dgm:t>
        <a:bodyPr/>
        <a:lstStyle/>
        <a:p>
          <a:endParaRPr lang="en-IN" b="1">
            <a:solidFill>
              <a:schemeClr val="bg2"/>
            </a:solidFill>
          </a:endParaRPr>
        </a:p>
      </dgm:t>
    </dgm:pt>
    <dgm:pt modelId="{0341E5D6-8F96-40EA-B956-27D706C8022C}" type="sibTrans" cxnId="{C3BF7645-D9B0-41E3-AE4F-1ECA09E1177F}">
      <dgm:prSet/>
      <dgm:spPr/>
      <dgm:t>
        <a:bodyPr/>
        <a:lstStyle/>
        <a:p>
          <a:endParaRPr lang="en-IN" b="1">
            <a:solidFill>
              <a:schemeClr val="bg2"/>
            </a:solidFill>
          </a:endParaRPr>
        </a:p>
      </dgm:t>
    </dgm:pt>
    <dgm:pt modelId="{3411448E-8A98-4CB6-9ABC-A01B8E03D6AD}">
      <dgm:prSet/>
      <dgm:spPr/>
      <dgm:t>
        <a:bodyPr/>
        <a:lstStyle/>
        <a:p>
          <a:r>
            <a:rPr lang="en-IN" b="1" dirty="0">
              <a:solidFill>
                <a:schemeClr val="bg2"/>
              </a:solidFill>
            </a:rPr>
            <a:t>• Traceable.</a:t>
          </a:r>
        </a:p>
      </dgm:t>
    </dgm:pt>
    <dgm:pt modelId="{13A6269A-3E08-4996-88B9-EE6B88F6457C}" type="parTrans" cxnId="{08549155-4472-41DB-BB39-C3F9D9713261}">
      <dgm:prSet/>
      <dgm:spPr/>
      <dgm:t>
        <a:bodyPr/>
        <a:lstStyle/>
        <a:p>
          <a:endParaRPr lang="en-IN" b="1">
            <a:solidFill>
              <a:schemeClr val="bg2"/>
            </a:solidFill>
          </a:endParaRPr>
        </a:p>
      </dgm:t>
    </dgm:pt>
    <dgm:pt modelId="{988AD892-01F5-4179-AEAB-E8CAF668C78E}" type="sibTrans" cxnId="{08549155-4472-41DB-BB39-C3F9D9713261}">
      <dgm:prSet/>
      <dgm:spPr/>
      <dgm:t>
        <a:bodyPr/>
        <a:lstStyle/>
        <a:p>
          <a:endParaRPr lang="en-IN" b="1">
            <a:solidFill>
              <a:schemeClr val="bg2"/>
            </a:solidFill>
          </a:endParaRPr>
        </a:p>
      </dgm:t>
    </dgm:pt>
    <dgm:pt modelId="{16EFBEC2-EA99-47B0-ABEF-760DCCE06E3E}">
      <dgm:prSet/>
      <dgm:spPr/>
      <dgm:t>
        <a:bodyPr/>
        <a:lstStyle/>
        <a:p>
          <a:endParaRPr lang="en-IN"/>
        </a:p>
      </dgm:t>
    </dgm:pt>
    <dgm:pt modelId="{432941BA-82EE-472E-8D5E-31442989ACC3}" type="parTrans" cxnId="{00DB81C3-120C-4011-B855-41D421A166AB}">
      <dgm:prSet/>
      <dgm:spPr/>
      <dgm:t>
        <a:bodyPr/>
        <a:lstStyle/>
        <a:p>
          <a:endParaRPr lang="en-IN" b="1">
            <a:solidFill>
              <a:schemeClr val="bg2"/>
            </a:solidFill>
          </a:endParaRPr>
        </a:p>
      </dgm:t>
    </dgm:pt>
    <dgm:pt modelId="{1BB970D6-EC62-4117-ACBF-4B35D355BD9C}" type="sibTrans" cxnId="{00DB81C3-120C-4011-B855-41D421A166AB}">
      <dgm:prSet/>
      <dgm:spPr/>
      <dgm:t>
        <a:bodyPr/>
        <a:lstStyle/>
        <a:p>
          <a:endParaRPr lang="en-IN" b="1">
            <a:solidFill>
              <a:schemeClr val="bg2"/>
            </a:solidFill>
          </a:endParaRPr>
        </a:p>
      </dgm:t>
    </dgm:pt>
    <dgm:pt modelId="{122C2D83-3165-45A5-A4CF-D5065DC95C20}" type="pres">
      <dgm:prSet presAssocID="{F9D2F2A8-00EE-4121-BA34-109D2AB5DEE4}" presName="compositeShape" presStyleCnt="0">
        <dgm:presLayoutVars>
          <dgm:chMax val="7"/>
          <dgm:dir/>
          <dgm:resizeHandles val="exact"/>
        </dgm:presLayoutVars>
      </dgm:prSet>
      <dgm:spPr/>
    </dgm:pt>
    <dgm:pt modelId="{AE32CB0F-D009-4338-99D1-FB46314943F0}" type="pres">
      <dgm:prSet presAssocID="{1264019C-AB5F-458D-94B8-8D8FC056EAAF}" presName="circ1" presStyleLbl="vennNode1" presStyleIdx="0" presStyleCnt="7"/>
      <dgm:spPr/>
    </dgm:pt>
    <dgm:pt modelId="{322DAA5D-E6D9-4EEB-934E-043ED16F29C2}" type="pres">
      <dgm:prSet presAssocID="{1264019C-AB5F-458D-94B8-8D8FC056EAAF}" presName="circ1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332537D7-1064-4219-A28E-7FCFFBA5290B}" type="pres">
      <dgm:prSet presAssocID="{7DD3044D-3575-41A4-BF2D-D68C1F28A75F}" presName="circ2" presStyleLbl="vennNode1" presStyleIdx="1" presStyleCnt="7"/>
      <dgm:spPr/>
    </dgm:pt>
    <dgm:pt modelId="{19A9E765-33FB-443B-AA9A-E6630E6DA2AB}" type="pres">
      <dgm:prSet presAssocID="{7DD3044D-3575-41A4-BF2D-D68C1F28A75F}" presName="circ2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2FA3D45B-5EFC-4F67-A2F4-FF10E593E489}" type="pres">
      <dgm:prSet presAssocID="{CF2927DF-C437-40F3-B4A8-3A5E6E2559A7}" presName="circ3" presStyleLbl="vennNode1" presStyleIdx="2" presStyleCnt="7"/>
      <dgm:spPr/>
    </dgm:pt>
    <dgm:pt modelId="{0D1B6D21-E881-47F8-9711-13EF5D2B54F8}" type="pres">
      <dgm:prSet presAssocID="{CF2927DF-C437-40F3-B4A8-3A5E6E2559A7}" presName="circ3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8C951A60-C564-48BA-845D-5895D61909B9}" type="pres">
      <dgm:prSet presAssocID="{8B83D014-E4DB-4F1A-B278-AA1517628676}" presName="circ4" presStyleLbl="vennNode1" presStyleIdx="3" presStyleCnt="7"/>
      <dgm:spPr/>
    </dgm:pt>
    <dgm:pt modelId="{2B2BE9F5-D1AF-4CCE-A522-F568F3396BD7}" type="pres">
      <dgm:prSet presAssocID="{8B83D014-E4DB-4F1A-B278-AA1517628676}" presName="circ4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10839418-614A-4AEA-B80E-98A725E1D9BD}" type="pres">
      <dgm:prSet presAssocID="{01E5C0C2-17FC-4D37-AA1D-E5EC0B15FD77}" presName="circ5" presStyleLbl="vennNode1" presStyleIdx="4" presStyleCnt="7"/>
      <dgm:spPr/>
    </dgm:pt>
    <dgm:pt modelId="{56DA4363-EBA6-46AB-AAA3-57C16160A34A}" type="pres">
      <dgm:prSet presAssocID="{01E5C0C2-17FC-4D37-AA1D-E5EC0B15FD77}" presName="circ5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65710A02-D336-4E20-BFE1-B8B03562C519}" type="pres">
      <dgm:prSet presAssocID="{9502CFA6-62F0-494A-99F2-108209CDE585}" presName="circ6" presStyleLbl="vennNode1" presStyleIdx="5" presStyleCnt="7"/>
      <dgm:spPr/>
    </dgm:pt>
    <dgm:pt modelId="{4D686AFB-F177-4F67-8737-B3BEC5494A02}" type="pres">
      <dgm:prSet presAssocID="{9502CFA6-62F0-494A-99F2-108209CDE585}" presName="circ6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F2B265F1-BFCC-4A3A-832E-B2D415144E9E}" type="pres">
      <dgm:prSet presAssocID="{3411448E-8A98-4CB6-9ABC-A01B8E03D6AD}" presName="circ7" presStyleLbl="vennNode1" presStyleIdx="6" presStyleCnt="7"/>
      <dgm:spPr/>
    </dgm:pt>
    <dgm:pt modelId="{5DFADEA4-10B7-4295-81F3-89C72B05F003}" type="pres">
      <dgm:prSet presAssocID="{3411448E-8A98-4CB6-9ABC-A01B8E03D6AD}" presName="circ7Tx" presStyleLbl="revTx" presStyleIdx="0" presStyleCnt="0">
        <dgm:presLayoutVars>
          <dgm:chMax val="0"/>
          <dgm:chPref val="0"/>
          <dgm:bulletEnabled val="1"/>
        </dgm:presLayoutVars>
      </dgm:prSet>
      <dgm:spPr/>
    </dgm:pt>
  </dgm:ptLst>
  <dgm:cxnLst>
    <dgm:cxn modelId="{33736A03-F7E1-4A94-8CDB-DFAD95D7F15D}" srcId="{F9D2F2A8-00EE-4121-BA34-109D2AB5DEE4}" destId="{CF2927DF-C437-40F3-B4A8-3A5E6E2559A7}" srcOrd="2" destOrd="0" parTransId="{5F02A671-6366-4EE5-8758-897E987EB147}" sibTransId="{D924056F-6B01-4805-8AA7-43C3E06CE5AC}"/>
    <dgm:cxn modelId="{E211F21F-1433-4A24-8C84-3A4F13AC4291}" type="presOf" srcId="{9502CFA6-62F0-494A-99F2-108209CDE585}" destId="{4D686AFB-F177-4F67-8737-B3BEC5494A02}" srcOrd="0" destOrd="0" presId="urn:microsoft.com/office/officeart/2005/8/layout/venn1"/>
    <dgm:cxn modelId="{5AF54E2D-9701-405C-991B-1E2B736E321C}" srcId="{F9D2F2A8-00EE-4121-BA34-109D2AB5DEE4}" destId="{01E5C0C2-17FC-4D37-AA1D-E5EC0B15FD77}" srcOrd="4" destOrd="0" parTransId="{3B9D3127-9B40-40AA-AD82-D4679A031B9C}" sibTransId="{7F9903CF-63F4-4403-8F51-EE563971B15B}"/>
    <dgm:cxn modelId="{C3BF7645-D9B0-41E3-AE4F-1ECA09E1177F}" srcId="{F9D2F2A8-00EE-4121-BA34-109D2AB5DEE4}" destId="{9502CFA6-62F0-494A-99F2-108209CDE585}" srcOrd="5" destOrd="0" parTransId="{1A979D88-D6F7-4CB8-BD9C-3C44F4A12A4E}" sibTransId="{0341E5D6-8F96-40EA-B956-27D706C8022C}"/>
    <dgm:cxn modelId="{EBFC9A4F-F771-40AE-AFB4-6142BCDB1128}" type="presOf" srcId="{7DD3044D-3575-41A4-BF2D-D68C1F28A75F}" destId="{19A9E765-33FB-443B-AA9A-E6630E6DA2AB}" srcOrd="0" destOrd="0" presId="urn:microsoft.com/office/officeart/2005/8/layout/venn1"/>
    <dgm:cxn modelId="{08549155-4472-41DB-BB39-C3F9D9713261}" srcId="{F9D2F2A8-00EE-4121-BA34-109D2AB5DEE4}" destId="{3411448E-8A98-4CB6-9ABC-A01B8E03D6AD}" srcOrd="6" destOrd="0" parTransId="{13A6269A-3E08-4996-88B9-EE6B88F6457C}" sibTransId="{988AD892-01F5-4179-AEAB-E8CAF668C78E}"/>
    <dgm:cxn modelId="{2360077B-9920-4C83-8119-1C585E19EACC}" type="presOf" srcId="{CF2927DF-C437-40F3-B4A8-3A5E6E2559A7}" destId="{0D1B6D21-E881-47F8-9711-13EF5D2B54F8}" srcOrd="0" destOrd="0" presId="urn:microsoft.com/office/officeart/2005/8/layout/venn1"/>
    <dgm:cxn modelId="{4E8DCE83-6B1E-4050-9590-818570E9C9FF}" srcId="{F9D2F2A8-00EE-4121-BA34-109D2AB5DEE4}" destId="{1264019C-AB5F-458D-94B8-8D8FC056EAAF}" srcOrd="0" destOrd="0" parTransId="{8A263200-24E5-4DEC-A95B-270975CA4746}" sibTransId="{96221AA2-24A0-4A6E-8C84-872151A4A429}"/>
    <dgm:cxn modelId="{07B3B385-A583-4F13-9353-4A724204ECAD}" type="presOf" srcId="{F9D2F2A8-00EE-4121-BA34-109D2AB5DEE4}" destId="{122C2D83-3165-45A5-A4CF-D5065DC95C20}" srcOrd="0" destOrd="0" presId="urn:microsoft.com/office/officeart/2005/8/layout/venn1"/>
    <dgm:cxn modelId="{0A08B88D-549F-474C-B9B2-CC51F190EE88}" type="presOf" srcId="{3411448E-8A98-4CB6-9ABC-A01B8E03D6AD}" destId="{5DFADEA4-10B7-4295-81F3-89C72B05F003}" srcOrd="0" destOrd="0" presId="urn:microsoft.com/office/officeart/2005/8/layout/venn1"/>
    <dgm:cxn modelId="{3EF6D99D-3182-40AF-BE60-CA6919D742BB}" srcId="{F9D2F2A8-00EE-4121-BA34-109D2AB5DEE4}" destId="{8B83D014-E4DB-4F1A-B278-AA1517628676}" srcOrd="3" destOrd="0" parTransId="{F7F5A404-C742-4AF0-B5AD-6AC502E85F62}" sibTransId="{820BAD04-0ACF-40FA-87DD-A6528D5EB5A6}"/>
    <dgm:cxn modelId="{AB3EF6B5-CA59-48BF-9181-D2127286B54E}" type="presOf" srcId="{8B83D014-E4DB-4F1A-B278-AA1517628676}" destId="{2B2BE9F5-D1AF-4CCE-A522-F568F3396BD7}" srcOrd="0" destOrd="0" presId="urn:microsoft.com/office/officeart/2005/8/layout/venn1"/>
    <dgm:cxn modelId="{05EA34B6-FCD7-4169-B373-7FEE71664569}" type="presOf" srcId="{1264019C-AB5F-458D-94B8-8D8FC056EAAF}" destId="{322DAA5D-E6D9-4EEB-934E-043ED16F29C2}" srcOrd="0" destOrd="0" presId="urn:microsoft.com/office/officeart/2005/8/layout/venn1"/>
    <dgm:cxn modelId="{99EBCDBA-66E0-4E89-9004-C733B91AB064}" srcId="{F9D2F2A8-00EE-4121-BA34-109D2AB5DEE4}" destId="{7DD3044D-3575-41A4-BF2D-D68C1F28A75F}" srcOrd="1" destOrd="0" parTransId="{6E029AE7-B67D-49E5-A235-80EE7857B85A}" sibTransId="{78AC07CF-99BA-479F-89B4-B31036260B64}"/>
    <dgm:cxn modelId="{00DB81C3-120C-4011-B855-41D421A166AB}" srcId="{F9D2F2A8-00EE-4121-BA34-109D2AB5DEE4}" destId="{16EFBEC2-EA99-47B0-ABEF-760DCCE06E3E}" srcOrd="7" destOrd="0" parTransId="{432941BA-82EE-472E-8D5E-31442989ACC3}" sibTransId="{1BB970D6-EC62-4117-ACBF-4B35D355BD9C}"/>
    <dgm:cxn modelId="{64E403E8-3E47-4ED3-93EC-5B1619D1328C}" type="presOf" srcId="{01E5C0C2-17FC-4D37-AA1D-E5EC0B15FD77}" destId="{56DA4363-EBA6-46AB-AAA3-57C16160A34A}" srcOrd="0" destOrd="0" presId="urn:microsoft.com/office/officeart/2005/8/layout/venn1"/>
    <dgm:cxn modelId="{9B6CEE55-B25D-4D5B-8863-30EE90C32F81}" type="presParOf" srcId="{122C2D83-3165-45A5-A4CF-D5065DC95C20}" destId="{AE32CB0F-D009-4338-99D1-FB46314943F0}" srcOrd="0" destOrd="0" presId="urn:microsoft.com/office/officeart/2005/8/layout/venn1"/>
    <dgm:cxn modelId="{11E69E6C-D0A7-4A73-B463-031A549F63F6}" type="presParOf" srcId="{122C2D83-3165-45A5-A4CF-D5065DC95C20}" destId="{322DAA5D-E6D9-4EEB-934E-043ED16F29C2}" srcOrd="1" destOrd="0" presId="urn:microsoft.com/office/officeart/2005/8/layout/venn1"/>
    <dgm:cxn modelId="{0790A94E-3614-4124-B4F4-141755A49F67}" type="presParOf" srcId="{122C2D83-3165-45A5-A4CF-D5065DC95C20}" destId="{332537D7-1064-4219-A28E-7FCFFBA5290B}" srcOrd="2" destOrd="0" presId="urn:microsoft.com/office/officeart/2005/8/layout/venn1"/>
    <dgm:cxn modelId="{C2525A42-A7C4-4E65-AD92-55D6119D78D8}" type="presParOf" srcId="{122C2D83-3165-45A5-A4CF-D5065DC95C20}" destId="{19A9E765-33FB-443B-AA9A-E6630E6DA2AB}" srcOrd="3" destOrd="0" presId="urn:microsoft.com/office/officeart/2005/8/layout/venn1"/>
    <dgm:cxn modelId="{1B787FB6-E1D1-432D-8819-7BD09AA78A6B}" type="presParOf" srcId="{122C2D83-3165-45A5-A4CF-D5065DC95C20}" destId="{2FA3D45B-5EFC-4F67-A2F4-FF10E593E489}" srcOrd="4" destOrd="0" presId="urn:microsoft.com/office/officeart/2005/8/layout/venn1"/>
    <dgm:cxn modelId="{C1957923-9C69-4FA3-95A4-D0979E959B1B}" type="presParOf" srcId="{122C2D83-3165-45A5-A4CF-D5065DC95C20}" destId="{0D1B6D21-E881-47F8-9711-13EF5D2B54F8}" srcOrd="5" destOrd="0" presId="urn:microsoft.com/office/officeart/2005/8/layout/venn1"/>
    <dgm:cxn modelId="{45583780-B450-4B13-98F6-7D7AD96C1548}" type="presParOf" srcId="{122C2D83-3165-45A5-A4CF-D5065DC95C20}" destId="{8C951A60-C564-48BA-845D-5895D61909B9}" srcOrd="6" destOrd="0" presId="urn:microsoft.com/office/officeart/2005/8/layout/venn1"/>
    <dgm:cxn modelId="{DA9113B9-FC75-4F60-B7CE-9C1C05B97146}" type="presParOf" srcId="{122C2D83-3165-45A5-A4CF-D5065DC95C20}" destId="{2B2BE9F5-D1AF-4CCE-A522-F568F3396BD7}" srcOrd="7" destOrd="0" presId="urn:microsoft.com/office/officeart/2005/8/layout/venn1"/>
    <dgm:cxn modelId="{CF984D6A-830D-4480-95A3-AE8830CE5586}" type="presParOf" srcId="{122C2D83-3165-45A5-A4CF-D5065DC95C20}" destId="{10839418-614A-4AEA-B80E-98A725E1D9BD}" srcOrd="8" destOrd="0" presId="urn:microsoft.com/office/officeart/2005/8/layout/venn1"/>
    <dgm:cxn modelId="{D2CD3C70-ADF2-4150-8263-86027FF6BB43}" type="presParOf" srcId="{122C2D83-3165-45A5-A4CF-D5065DC95C20}" destId="{56DA4363-EBA6-46AB-AAA3-57C16160A34A}" srcOrd="9" destOrd="0" presId="urn:microsoft.com/office/officeart/2005/8/layout/venn1"/>
    <dgm:cxn modelId="{5C5FF211-AC3F-477D-AD58-BABE0EF9AD42}" type="presParOf" srcId="{122C2D83-3165-45A5-A4CF-D5065DC95C20}" destId="{65710A02-D336-4E20-BFE1-B8B03562C519}" srcOrd="10" destOrd="0" presId="urn:microsoft.com/office/officeart/2005/8/layout/venn1"/>
    <dgm:cxn modelId="{EFA5304A-CBCE-4910-B414-C3F8004A18DC}" type="presParOf" srcId="{122C2D83-3165-45A5-A4CF-D5065DC95C20}" destId="{4D686AFB-F177-4F67-8737-B3BEC5494A02}" srcOrd="11" destOrd="0" presId="urn:microsoft.com/office/officeart/2005/8/layout/venn1"/>
    <dgm:cxn modelId="{EF684F22-EE19-4793-A445-4EF4FE1774A9}" type="presParOf" srcId="{122C2D83-3165-45A5-A4CF-D5065DC95C20}" destId="{F2B265F1-BFCC-4A3A-832E-B2D415144E9E}" srcOrd="12" destOrd="0" presId="urn:microsoft.com/office/officeart/2005/8/layout/venn1"/>
    <dgm:cxn modelId="{0526DE36-849E-4019-B114-4B74C386729A}" type="presParOf" srcId="{122C2D83-3165-45A5-A4CF-D5065DC95C20}" destId="{5DFADEA4-10B7-4295-81F3-89C72B05F003}" srcOrd="13" destOrd="0" presId="urn:microsoft.com/office/officeart/2005/8/layout/venn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6F35CAA-4407-48BD-8A6D-3673F77B61CD}">
      <dsp:nvSpPr>
        <dsp:cNvPr id="0" name=""/>
        <dsp:cNvSpPr/>
      </dsp:nvSpPr>
      <dsp:spPr>
        <a:xfrm>
          <a:off x="1967" y="1153"/>
          <a:ext cx="1560782" cy="93646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i="0" kern="1200" baseline="0"/>
            <a:t>Customers (End Users)</a:t>
          </a:r>
          <a:endParaRPr lang="en-IN" sz="1400" kern="1200"/>
        </a:p>
      </dsp:txBody>
      <dsp:txXfrm>
        <a:off x="1967" y="1153"/>
        <a:ext cx="1560782" cy="936469"/>
      </dsp:txXfrm>
    </dsp:sp>
    <dsp:sp modelId="{3FB16B7B-742D-4A3E-BB44-2EA1F0668030}">
      <dsp:nvSpPr>
        <dsp:cNvPr id="0" name=""/>
        <dsp:cNvSpPr/>
      </dsp:nvSpPr>
      <dsp:spPr>
        <a:xfrm>
          <a:off x="1718828" y="1153"/>
          <a:ext cx="1560782" cy="93646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i="0" kern="1200" baseline="0"/>
            <a:t>Merchants / Sellers</a:t>
          </a:r>
          <a:endParaRPr lang="en-IN" sz="1400" kern="1200"/>
        </a:p>
      </dsp:txBody>
      <dsp:txXfrm>
        <a:off x="1718828" y="1153"/>
        <a:ext cx="1560782" cy="936469"/>
      </dsp:txXfrm>
    </dsp:sp>
    <dsp:sp modelId="{02DA772D-8A4F-4562-9745-E5D531195254}">
      <dsp:nvSpPr>
        <dsp:cNvPr id="0" name=""/>
        <dsp:cNvSpPr/>
      </dsp:nvSpPr>
      <dsp:spPr>
        <a:xfrm>
          <a:off x="3442353" y="8776"/>
          <a:ext cx="1560782" cy="93646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i="0" kern="1200" baseline="0"/>
            <a:t>Banks &amp; Financial Institutions</a:t>
          </a:r>
          <a:endParaRPr lang="en-IN" sz="1400" kern="1200"/>
        </a:p>
      </dsp:txBody>
      <dsp:txXfrm>
        <a:off x="3442353" y="8776"/>
        <a:ext cx="1560782" cy="936469"/>
      </dsp:txXfrm>
    </dsp:sp>
    <dsp:sp modelId="{C1F1BE47-F6A7-469B-B931-245E5B79CCCF}">
      <dsp:nvSpPr>
        <dsp:cNvPr id="0" name=""/>
        <dsp:cNvSpPr/>
      </dsp:nvSpPr>
      <dsp:spPr>
        <a:xfrm>
          <a:off x="5152550" y="1153"/>
          <a:ext cx="1560782" cy="93646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i="0" kern="1200" baseline="0"/>
            <a:t>Payment Gateway Providers</a:t>
          </a:r>
          <a:r>
            <a:rPr lang="en-US" sz="1400" b="0" i="0" kern="1200" baseline="0"/>
            <a:t> (Razorpay, PayPal, Paytm, etc.)</a:t>
          </a:r>
          <a:endParaRPr lang="en-IN" sz="1400" kern="1200"/>
        </a:p>
      </dsp:txBody>
      <dsp:txXfrm>
        <a:off x="5152550" y="1153"/>
        <a:ext cx="1560782" cy="936469"/>
      </dsp:txXfrm>
    </dsp:sp>
    <dsp:sp modelId="{724403D6-9BB1-426B-BF55-1861E5876E70}">
      <dsp:nvSpPr>
        <dsp:cNvPr id="0" name=""/>
        <dsp:cNvSpPr/>
      </dsp:nvSpPr>
      <dsp:spPr>
        <a:xfrm>
          <a:off x="860397" y="1093701"/>
          <a:ext cx="1560782" cy="93646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i="0" kern="1200" baseline="0"/>
            <a:t>System Administrators</a:t>
          </a:r>
          <a:endParaRPr lang="en-IN" sz="1400" kern="1200"/>
        </a:p>
      </dsp:txBody>
      <dsp:txXfrm>
        <a:off x="860397" y="1093701"/>
        <a:ext cx="1560782" cy="936469"/>
      </dsp:txXfrm>
    </dsp:sp>
    <dsp:sp modelId="{A5E981D7-3B2D-4104-B5AC-1CF8C6484EA7}">
      <dsp:nvSpPr>
        <dsp:cNvPr id="0" name=""/>
        <dsp:cNvSpPr/>
      </dsp:nvSpPr>
      <dsp:spPr>
        <a:xfrm>
          <a:off x="2577258" y="1093701"/>
          <a:ext cx="1560782" cy="93646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i="0" kern="1200" baseline="0"/>
            <a:t>Business Managers</a:t>
          </a:r>
          <a:endParaRPr lang="en-IN" sz="1400" kern="1200"/>
        </a:p>
      </dsp:txBody>
      <dsp:txXfrm>
        <a:off x="2577258" y="1093701"/>
        <a:ext cx="1560782" cy="936469"/>
      </dsp:txXfrm>
    </dsp:sp>
    <dsp:sp modelId="{C0611C32-B571-4AD4-88AD-06EBA9283ABF}">
      <dsp:nvSpPr>
        <dsp:cNvPr id="0" name=""/>
        <dsp:cNvSpPr/>
      </dsp:nvSpPr>
      <dsp:spPr>
        <a:xfrm>
          <a:off x="4294119" y="1093701"/>
          <a:ext cx="1560782" cy="93646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i="0" kern="1200" baseline="0"/>
            <a:t>Security &amp; Compliance Authorities</a:t>
          </a:r>
          <a:endParaRPr lang="en-IN" sz="1400" kern="1200"/>
        </a:p>
      </dsp:txBody>
      <dsp:txXfrm>
        <a:off x="4294119" y="1093701"/>
        <a:ext cx="1560782" cy="93646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14918FD-202F-4946-B486-EE15F698C4B1}">
      <dsp:nvSpPr>
        <dsp:cNvPr id="0" name=""/>
        <dsp:cNvSpPr/>
      </dsp:nvSpPr>
      <dsp:spPr>
        <a:xfrm>
          <a:off x="412592" y="1153"/>
          <a:ext cx="1528690" cy="575827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6350" rIns="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000" b="1" i="0" kern="1200" dirty="0"/>
            <a:t>User Account &amp; Authentication</a:t>
          </a:r>
          <a:endParaRPr lang="en-IN" sz="1000" kern="1200" dirty="0"/>
        </a:p>
      </dsp:txBody>
      <dsp:txXfrm>
        <a:off x="700506" y="1153"/>
        <a:ext cx="952863" cy="575827"/>
      </dsp:txXfrm>
    </dsp:sp>
    <dsp:sp modelId="{FA15D54A-D828-4C30-A5B2-4CDF3D60C4EF}">
      <dsp:nvSpPr>
        <dsp:cNvPr id="0" name=""/>
        <dsp:cNvSpPr/>
      </dsp:nvSpPr>
      <dsp:spPr>
        <a:xfrm>
          <a:off x="1812895" y="50098"/>
          <a:ext cx="1268812" cy="477937"/>
        </a:xfrm>
        <a:prstGeom prst="chevron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6350" rIns="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000" b="0" i="0" kern="1200"/>
            <a:t>User registration and login</a:t>
          </a:r>
          <a:endParaRPr lang="en-IN" sz="1000" kern="1200"/>
        </a:p>
      </dsp:txBody>
      <dsp:txXfrm>
        <a:off x="2051864" y="50098"/>
        <a:ext cx="790875" cy="477937"/>
      </dsp:txXfrm>
    </dsp:sp>
    <dsp:sp modelId="{CE2EDDB8-B868-4EEA-AE5A-15C2253A726D}">
      <dsp:nvSpPr>
        <dsp:cNvPr id="0" name=""/>
        <dsp:cNvSpPr/>
      </dsp:nvSpPr>
      <dsp:spPr>
        <a:xfrm>
          <a:off x="2966949" y="50098"/>
          <a:ext cx="1268812" cy="477937"/>
        </a:xfrm>
        <a:prstGeom prst="chevron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6350" rIns="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000" b="0" i="0" kern="1200"/>
            <a:t>OTP-based verification</a:t>
          </a:r>
          <a:endParaRPr lang="en-IN" sz="1000" kern="1200"/>
        </a:p>
      </dsp:txBody>
      <dsp:txXfrm>
        <a:off x="3205918" y="50098"/>
        <a:ext cx="790875" cy="477937"/>
      </dsp:txXfrm>
    </dsp:sp>
    <dsp:sp modelId="{FFFBB190-D0F6-47ED-9C5A-05AAB624DDE6}">
      <dsp:nvSpPr>
        <dsp:cNvPr id="0" name=""/>
        <dsp:cNvSpPr/>
      </dsp:nvSpPr>
      <dsp:spPr>
        <a:xfrm>
          <a:off x="4121003" y="50098"/>
          <a:ext cx="1268812" cy="477937"/>
        </a:xfrm>
        <a:prstGeom prst="chevron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6350" rIns="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000" b="0" i="0" kern="1200" dirty="0"/>
            <a:t>Password reset, 2-factor authentication</a:t>
          </a:r>
          <a:endParaRPr lang="en-IN" sz="1000" kern="1200" dirty="0"/>
        </a:p>
      </dsp:txBody>
      <dsp:txXfrm>
        <a:off x="4359972" y="50098"/>
        <a:ext cx="790875" cy="477937"/>
      </dsp:txXfrm>
    </dsp:sp>
    <dsp:sp modelId="{CDCB5205-4EB6-4037-BF9E-19E2E7B6D20E}">
      <dsp:nvSpPr>
        <dsp:cNvPr id="0" name=""/>
        <dsp:cNvSpPr/>
      </dsp:nvSpPr>
      <dsp:spPr>
        <a:xfrm>
          <a:off x="412592" y="632286"/>
          <a:ext cx="1528690" cy="575827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6350" rIns="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000" b="1" i="0" kern="1200"/>
            <a:t>Payment Processing</a:t>
          </a:r>
          <a:endParaRPr lang="en-IN" sz="1000" kern="1200"/>
        </a:p>
      </dsp:txBody>
      <dsp:txXfrm>
        <a:off x="700506" y="632286"/>
        <a:ext cx="952863" cy="575827"/>
      </dsp:txXfrm>
    </dsp:sp>
    <dsp:sp modelId="{CAF55C3A-E8C4-43EE-B9BD-938B4D4126D0}">
      <dsp:nvSpPr>
        <dsp:cNvPr id="0" name=""/>
        <dsp:cNvSpPr/>
      </dsp:nvSpPr>
      <dsp:spPr>
        <a:xfrm>
          <a:off x="1812895" y="681231"/>
          <a:ext cx="1268812" cy="477937"/>
        </a:xfrm>
        <a:prstGeom prst="chevron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6350" rIns="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000" b="0" i="0" kern="1200" dirty="0"/>
            <a:t>Initiate payment</a:t>
          </a:r>
          <a:endParaRPr lang="en-IN" sz="1000" kern="1200" dirty="0"/>
        </a:p>
      </dsp:txBody>
      <dsp:txXfrm>
        <a:off x="2051864" y="681231"/>
        <a:ext cx="790875" cy="477937"/>
      </dsp:txXfrm>
    </dsp:sp>
    <dsp:sp modelId="{A13D3900-3D2E-4C65-A94D-6689736A3669}">
      <dsp:nvSpPr>
        <dsp:cNvPr id="0" name=""/>
        <dsp:cNvSpPr/>
      </dsp:nvSpPr>
      <dsp:spPr>
        <a:xfrm>
          <a:off x="2966949" y="681231"/>
          <a:ext cx="1268812" cy="477937"/>
        </a:xfrm>
        <a:prstGeom prst="chevron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6350" rIns="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000" b="0" i="0" kern="1200" dirty="0"/>
            <a:t>Select payment method</a:t>
          </a:r>
          <a:endParaRPr lang="en-IN" sz="1000" kern="1200" dirty="0"/>
        </a:p>
      </dsp:txBody>
      <dsp:txXfrm>
        <a:off x="3205918" y="681231"/>
        <a:ext cx="790875" cy="477937"/>
      </dsp:txXfrm>
    </dsp:sp>
    <dsp:sp modelId="{B599F272-771B-4BE4-8078-EE93BC088B01}">
      <dsp:nvSpPr>
        <dsp:cNvPr id="0" name=""/>
        <dsp:cNvSpPr/>
      </dsp:nvSpPr>
      <dsp:spPr>
        <a:xfrm>
          <a:off x="4121003" y="670560"/>
          <a:ext cx="1381358" cy="499278"/>
        </a:xfrm>
        <a:prstGeom prst="chevron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6350" rIns="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000" b="0" i="0" kern="1200" dirty="0"/>
            <a:t>Payment gateway integration</a:t>
          </a:r>
          <a:endParaRPr lang="en-IN" sz="1000" kern="1200" dirty="0"/>
        </a:p>
      </dsp:txBody>
      <dsp:txXfrm>
        <a:off x="4370642" y="670560"/>
        <a:ext cx="882080" cy="499278"/>
      </dsp:txXfrm>
    </dsp:sp>
    <dsp:sp modelId="{47547AC2-E9A8-4E4F-99C5-ACB68B071DC0}">
      <dsp:nvSpPr>
        <dsp:cNvPr id="0" name=""/>
        <dsp:cNvSpPr/>
      </dsp:nvSpPr>
      <dsp:spPr>
        <a:xfrm>
          <a:off x="5387603" y="681231"/>
          <a:ext cx="1268812" cy="477937"/>
        </a:xfrm>
        <a:prstGeom prst="chevron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6350" rIns="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000" b="0" i="0" kern="1200" dirty="0"/>
            <a:t>Real-time </a:t>
          </a:r>
          <a:r>
            <a:rPr lang="en-IN" sz="1000" b="0" i="0" kern="1200"/>
            <a:t>status updates</a:t>
          </a:r>
          <a:endParaRPr lang="en-IN" sz="1000" kern="1200" dirty="0"/>
        </a:p>
      </dsp:txBody>
      <dsp:txXfrm>
        <a:off x="5626572" y="681231"/>
        <a:ext cx="790875" cy="477937"/>
      </dsp:txXfrm>
    </dsp:sp>
    <dsp:sp modelId="{A7F98A5C-66F5-44B3-AF04-E9956B267B4C}">
      <dsp:nvSpPr>
        <dsp:cNvPr id="0" name=""/>
        <dsp:cNvSpPr/>
      </dsp:nvSpPr>
      <dsp:spPr>
        <a:xfrm>
          <a:off x="6541657" y="662940"/>
          <a:ext cx="1878050" cy="514518"/>
        </a:xfrm>
        <a:prstGeom prst="chevron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6350" rIns="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000" b="0" i="0" kern="1200" dirty="0"/>
            <a:t>Transaction confirmation message</a:t>
          </a:r>
          <a:endParaRPr lang="en-IN" sz="1000" kern="1200" dirty="0"/>
        </a:p>
      </dsp:txBody>
      <dsp:txXfrm>
        <a:off x="6798916" y="662940"/>
        <a:ext cx="1363532" cy="514518"/>
      </dsp:txXfrm>
    </dsp:sp>
    <dsp:sp modelId="{BE67BE9D-5687-48CC-BD39-376632C32AF7}">
      <dsp:nvSpPr>
        <dsp:cNvPr id="0" name=""/>
        <dsp:cNvSpPr/>
      </dsp:nvSpPr>
      <dsp:spPr>
        <a:xfrm>
          <a:off x="412592" y="1263419"/>
          <a:ext cx="1528690" cy="575827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6350" rIns="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000" b="1" i="0" kern="1200"/>
            <a:t>Transaction Management</a:t>
          </a:r>
          <a:endParaRPr lang="en-IN" sz="1000" kern="1200"/>
        </a:p>
      </dsp:txBody>
      <dsp:txXfrm>
        <a:off x="700506" y="1263419"/>
        <a:ext cx="952863" cy="575827"/>
      </dsp:txXfrm>
    </dsp:sp>
    <dsp:sp modelId="{46958F82-5167-4FF3-9A31-6B34F8D9748C}">
      <dsp:nvSpPr>
        <dsp:cNvPr id="0" name=""/>
        <dsp:cNvSpPr/>
      </dsp:nvSpPr>
      <dsp:spPr>
        <a:xfrm>
          <a:off x="1812895" y="1312364"/>
          <a:ext cx="1268812" cy="477937"/>
        </a:xfrm>
        <a:prstGeom prst="chevron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6350" rIns="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000" b="0" i="0" kern="1200"/>
            <a:t>Generate a unique transaction ID</a:t>
          </a:r>
          <a:endParaRPr lang="en-IN" sz="1000" kern="1200"/>
        </a:p>
      </dsp:txBody>
      <dsp:txXfrm>
        <a:off x="2051864" y="1312364"/>
        <a:ext cx="790875" cy="477937"/>
      </dsp:txXfrm>
    </dsp:sp>
    <dsp:sp modelId="{35D7A79C-B115-4023-A3C2-3A468C21C6F7}">
      <dsp:nvSpPr>
        <dsp:cNvPr id="0" name=""/>
        <dsp:cNvSpPr/>
      </dsp:nvSpPr>
      <dsp:spPr>
        <a:xfrm>
          <a:off x="2966949" y="1312364"/>
          <a:ext cx="1268812" cy="477937"/>
        </a:xfrm>
        <a:prstGeom prst="chevron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6350" rIns="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000" b="0" i="0" kern="1200"/>
            <a:t>Transaction history for users</a:t>
          </a:r>
          <a:endParaRPr lang="en-IN" sz="1000" kern="1200"/>
        </a:p>
      </dsp:txBody>
      <dsp:txXfrm>
        <a:off x="3205918" y="1312364"/>
        <a:ext cx="790875" cy="477937"/>
      </dsp:txXfrm>
    </dsp:sp>
    <dsp:sp modelId="{81ECFE35-3DF6-46D3-9411-B4EED5083F54}">
      <dsp:nvSpPr>
        <dsp:cNvPr id="0" name=""/>
        <dsp:cNvSpPr/>
      </dsp:nvSpPr>
      <dsp:spPr>
        <a:xfrm>
          <a:off x="4121003" y="1312364"/>
          <a:ext cx="1268812" cy="477937"/>
        </a:xfrm>
        <a:prstGeom prst="chevron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6350" rIns="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000" b="0" i="0" kern="1200"/>
            <a:t>Refund/chargeback processing</a:t>
          </a:r>
          <a:endParaRPr lang="en-IN" sz="1000" kern="1200"/>
        </a:p>
      </dsp:txBody>
      <dsp:txXfrm>
        <a:off x="4359972" y="1312364"/>
        <a:ext cx="790875" cy="477937"/>
      </dsp:txXfrm>
    </dsp:sp>
    <dsp:sp modelId="{18313EF5-AB40-460A-97BC-E1DFAE8BF249}">
      <dsp:nvSpPr>
        <dsp:cNvPr id="0" name=""/>
        <dsp:cNvSpPr/>
      </dsp:nvSpPr>
      <dsp:spPr>
        <a:xfrm>
          <a:off x="5275057" y="1312364"/>
          <a:ext cx="1268812" cy="477937"/>
        </a:xfrm>
        <a:prstGeom prst="chevron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6350" rIns="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000" b="0" i="0" kern="1200"/>
            <a:t>Download receipt/invoice</a:t>
          </a:r>
          <a:endParaRPr lang="en-IN" sz="1000" kern="1200"/>
        </a:p>
      </dsp:txBody>
      <dsp:txXfrm>
        <a:off x="5514026" y="1312364"/>
        <a:ext cx="790875" cy="477937"/>
      </dsp:txXfrm>
    </dsp:sp>
    <dsp:sp modelId="{DDF65DAE-787A-4165-B6A1-564B2DA44856}">
      <dsp:nvSpPr>
        <dsp:cNvPr id="0" name=""/>
        <dsp:cNvSpPr/>
      </dsp:nvSpPr>
      <dsp:spPr>
        <a:xfrm>
          <a:off x="412592" y="1894552"/>
          <a:ext cx="1528690" cy="575827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6350" rIns="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000" b="1" i="0" kern="1200"/>
            <a:t>Wallet / UPI Support</a:t>
          </a:r>
          <a:endParaRPr lang="en-IN" sz="1000" kern="1200"/>
        </a:p>
      </dsp:txBody>
      <dsp:txXfrm>
        <a:off x="700506" y="1894552"/>
        <a:ext cx="952863" cy="575827"/>
      </dsp:txXfrm>
    </dsp:sp>
    <dsp:sp modelId="{DE2CB6BB-9CD7-4FEE-8627-47E35439598C}">
      <dsp:nvSpPr>
        <dsp:cNvPr id="0" name=""/>
        <dsp:cNvSpPr/>
      </dsp:nvSpPr>
      <dsp:spPr>
        <a:xfrm>
          <a:off x="1812895" y="1943498"/>
          <a:ext cx="1268812" cy="477937"/>
        </a:xfrm>
        <a:prstGeom prst="chevron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6350" rIns="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000" b="0" i="0" kern="1200"/>
            <a:t>Add money to the wallet</a:t>
          </a:r>
          <a:endParaRPr lang="en-IN" sz="1000" kern="1200"/>
        </a:p>
      </dsp:txBody>
      <dsp:txXfrm>
        <a:off x="2051864" y="1943498"/>
        <a:ext cx="790875" cy="477937"/>
      </dsp:txXfrm>
    </dsp:sp>
    <dsp:sp modelId="{B268755C-B4FC-4279-B63F-B75F9B0B9828}">
      <dsp:nvSpPr>
        <dsp:cNvPr id="0" name=""/>
        <dsp:cNvSpPr/>
      </dsp:nvSpPr>
      <dsp:spPr>
        <a:xfrm>
          <a:off x="2966949" y="1943498"/>
          <a:ext cx="1268812" cy="477937"/>
        </a:xfrm>
        <a:prstGeom prst="chevron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6350" rIns="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000" b="0" i="0" kern="1200"/>
            <a:t>UPI ID verification</a:t>
          </a:r>
          <a:endParaRPr lang="en-IN" sz="1000" kern="1200"/>
        </a:p>
      </dsp:txBody>
      <dsp:txXfrm>
        <a:off x="3205918" y="1943498"/>
        <a:ext cx="790875" cy="477937"/>
      </dsp:txXfrm>
    </dsp:sp>
    <dsp:sp modelId="{4B07FDC9-5BEB-49E9-9115-0E4BF254C20F}">
      <dsp:nvSpPr>
        <dsp:cNvPr id="0" name=""/>
        <dsp:cNvSpPr/>
      </dsp:nvSpPr>
      <dsp:spPr>
        <a:xfrm>
          <a:off x="4121003" y="1943498"/>
          <a:ext cx="1268812" cy="477937"/>
        </a:xfrm>
        <a:prstGeom prst="chevron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6350" rIns="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000" b="0" i="0" kern="1200"/>
            <a:t>Instant transfer</a:t>
          </a:r>
          <a:endParaRPr lang="en-IN" sz="1000" kern="1200"/>
        </a:p>
      </dsp:txBody>
      <dsp:txXfrm>
        <a:off x="4359972" y="1943498"/>
        <a:ext cx="790875" cy="477937"/>
      </dsp:txXfrm>
    </dsp:sp>
    <dsp:sp modelId="{7905300F-4A75-40A5-B8DF-9F2A427EDC30}">
      <dsp:nvSpPr>
        <dsp:cNvPr id="0" name=""/>
        <dsp:cNvSpPr/>
      </dsp:nvSpPr>
      <dsp:spPr>
        <a:xfrm>
          <a:off x="412592" y="2525685"/>
          <a:ext cx="1528690" cy="575827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6350" rIns="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000" b="1" i="0" kern="1200"/>
            <a:t>Merchant Interface</a:t>
          </a:r>
          <a:endParaRPr lang="en-IN" sz="1000" kern="1200"/>
        </a:p>
      </dsp:txBody>
      <dsp:txXfrm>
        <a:off x="700506" y="2525685"/>
        <a:ext cx="952863" cy="575827"/>
      </dsp:txXfrm>
    </dsp:sp>
    <dsp:sp modelId="{0CEAF7A7-50D0-4709-95FD-EFB37537C8CA}">
      <dsp:nvSpPr>
        <dsp:cNvPr id="0" name=""/>
        <dsp:cNvSpPr/>
      </dsp:nvSpPr>
      <dsp:spPr>
        <a:xfrm>
          <a:off x="1812895" y="2574631"/>
          <a:ext cx="1268812" cy="477937"/>
        </a:xfrm>
        <a:prstGeom prst="chevron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6350" rIns="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000" b="0" i="0" kern="1200"/>
            <a:t>Dashboard for transaction viewing</a:t>
          </a:r>
          <a:endParaRPr lang="en-IN" sz="1000" kern="1200"/>
        </a:p>
      </dsp:txBody>
      <dsp:txXfrm>
        <a:off x="2051864" y="2574631"/>
        <a:ext cx="790875" cy="477937"/>
      </dsp:txXfrm>
    </dsp:sp>
    <dsp:sp modelId="{160937C9-AB06-4A63-963A-A502552EAFF1}">
      <dsp:nvSpPr>
        <dsp:cNvPr id="0" name=""/>
        <dsp:cNvSpPr/>
      </dsp:nvSpPr>
      <dsp:spPr>
        <a:xfrm>
          <a:off x="2966949" y="2574631"/>
          <a:ext cx="1268812" cy="477937"/>
        </a:xfrm>
        <a:prstGeom prst="chevron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6350" rIns="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000" b="0" i="0" kern="1200"/>
            <a:t>Settlement reports</a:t>
          </a:r>
          <a:endParaRPr lang="en-IN" sz="1000" kern="1200"/>
        </a:p>
      </dsp:txBody>
      <dsp:txXfrm>
        <a:off x="3205918" y="2574631"/>
        <a:ext cx="790875" cy="477937"/>
      </dsp:txXfrm>
    </dsp:sp>
    <dsp:sp modelId="{C8DD0357-623A-4A64-B9BE-D9E73125BD08}">
      <dsp:nvSpPr>
        <dsp:cNvPr id="0" name=""/>
        <dsp:cNvSpPr/>
      </dsp:nvSpPr>
      <dsp:spPr>
        <a:xfrm>
          <a:off x="4121003" y="2574631"/>
          <a:ext cx="1268812" cy="477937"/>
        </a:xfrm>
        <a:prstGeom prst="chevron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6350" rIns="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000" b="0" i="0" kern="1200" dirty="0"/>
            <a:t>API integration</a:t>
          </a:r>
          <a:endParaRPr lang="en-IN" sz="1000" kern="1200" dirty="0"/>
        </a:p>
      </dsp:txBody>
      <dsp:txXfrm>
        <a:off x="4359972" y="2574631"/>
        <a:ext cx="790875" cy="477937"/>
      </dsp:txXfrm>
    </dsp:sp>
    <dsp:sp modelId="{B9EFFE57-B394-4BEB-A2C2-2C15A4ED6D41}">
      <dsp:nvSpPr>
        <dsp:cNvPr id="0" name=""/>
        <dsp:cNvSpPr/>
      </dsp:nvSpPr>
      <dsp:spPr>
        <a:xfrm>
          <a:off x="412592" y="3156818"/>
          <a:ext cx="1528690" cy="575827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6350" rIns="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000" b="1" i="0" kern="1200" dirty="0"/>
            <a:t>Notifications </a:t>
          </a:r>
          <a:r>
            <a:rPr lang="en-IN" sz="1000" b="0" i="0" kern="1200" dirty="0"/>
            <a:t>Email/SMS alerts for:</a:t>
          </a:r>
          <a:endParaRPr lang="en-IN" sz="1000" kern="1200" dirty="0"/>
        </a:p>
      </dsp:txBody>
      <dsp:txXfrm>
        <a:off x="700506" y="3156818"/>
        <a:ext cx="952863" cy="575827"/>
      </dsp:txXfrm>
    </dsp:sp>
    <dsp:sp modelId="{FB0F85ED-246E-4381-A1AD-4104F1D9D87B}">
      <dsp:nvSpPr>
        <dsp:cNvPr id="0" name=""/>
        <dsp:cNvSpPr/>
      </dsp:nvSpPr>
      <dsp:spPr>
        <a:xfrm>
          <a:off x="1812895" y="3205764"/>
          <a:ext cx="1268812" cy="477937"/>
        </a:xfrm>
        <a:prstGeom prst="chevron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6350" rIns="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000" b="0" i="0" kern="1200"/>
            <a:t>Successful payment</a:t>
          </a:r>
          <a:endParaRPr lang="en-IN" sz="1000" kern="1200"/>
        </a:p>
      </dsp:txBody>
      <dsp:txXfrm>
        <a:off x="2051864" y="3205764"/>
        <a:ext cx="790875" cy="477937"/>
      </dsp:txXfrm>
    </dsp:sp>
    <dsp:sp modelId="{083FDE2F-78CE-4238-814F-7E2269F4AD0A}">
      <dsp:nvSpPr>
        <dsp:cNvPr id="0" name=""/>
        <dsp:cNvSpPr/>
      </dsp:nvSpPr>
      <dsp:spPr>
        <a:xfrm>
          <a:off x="2966949" y="3205764"/>
          <a:ext cx="1268812" cy="477937"/>
        </a:xfrm>
        <a:prstGeom prst="chevron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6350" rIns="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000" b="0" i="0" kern="1200"/>
            <a:t>Failed payment</a:t>
          </a:r>
          <a:endParaRPr lang="en-IN" sz="1000" kern="1200"/>
        </a:p>
      </dsp:txBody>
      <dsp:txXfrm>
        <a:off x="3205918" y="3205764"/>
        <a:ext cx="790875" cy="477937"/>
      </dsp:txXfrm>
    </dsp:sp>
    <dsp:sp modelId="{564ECD36-66EC-412D-A393-2C097B0A71D6}">
      <dsp:nvSpPr>
        <dsp:cNvPr id="0" name=""/>
        <dsp:cNvSpPr/>
      </dsp:nvSpPr>
      <dsp:spPr>
        <a:xfrm>
          <a:off x="4121003" y="3205764"/>
          <a:ext cx="1268812" cy="477937"/>
        </a:xfrm>
        <a:prstGeom prst="chevron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6350" rIns="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000" b="0" i="0" kern="1200"/>
            <a:t>Refunds</a:t>
          </a:r>
          <a:endParaRPr lang="en-IN" sz="1000" kern="1200"/>
        </a:p>
      </dsp:txBody>
      <dsp:txXfrm>
        <a:off x="4359972" y="3205764"/>
        <a:ext cx="790875" cy="477937"/>
      </dsp:txXfrm>
    </dsp:sp>
    <dsp:sp modelId="{0A141272-132B-4BF4-8A65-FDAE45369470}">
      <dsp:nvSpPr>
        <dsp:cNvPr id="0" name=""/>
        <dsp:cNvSpPr/>
      </dsp:nvSpPr>
      <dsp:spPr>
        <a:xfrm>
          <a:off x="5275057" y="3205764"/>
          <a:ext cx="1268812" cy="477937"/>
        </a:xfrm>
        <a:prstGeom prst="chevron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6350" rIns="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000" b="0" i="0" kern="1200" dirty="0"/>
            <a:t>Suspicious activity</a:t>
          </a:r>
          <a:endParaRPr lang="en-IN" sz="1000" kern="1200" dirty="0"/>
        </a:p>
      </dsp:txBody>
      <dsp:txXfrm>
        <a:off x="5514026" y="3205764"/>
        <a:ext cx="790875" cy="477937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67E8BDC-F7B3-4642-89B0-051C7B6B217E}">
      <dsp:nvSpPr>
        <dsp:cNvPr id="0" name=""/>
        <dsp:cNvSpPr/>
      </dsp:nvSpPr>
      <dsp:spPr>
        <a:xfrm>
          <a:off x="479440" y="981"/>
          <a:ext cx="1660019" cy="664007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6350" rIns="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000" b="1" i="0" kern="1200"/>
            <a:t>Performance Requirements</a:t>
          </a:r>
          <a:endParaRPr lang="en-IN" sz="1000" kern="1200"/>
        </a:p>
      </dsp:txBody>
      <dsp:txXfrm>
        <a:off x="811444" y="981"/>
        <a:ext cx="996012" cy="664007"/>
      </dsp:txXfrm>
    </dsp:sp>
    <dsp:sp modelId="{A2AB42CE-9447-482E-86D5-8D3D244F45CC}">
      <dsp:nvSpPr>
        <dsp:cNvPr id="0" name=""/>
        <dsp:cNvSpPr/>
      </dsp:nvSpPr>
      <dsp:spPr>
        <a:xfrm>
          <a:off x="1923656" y="57421"/>
          <a:ext cx="1377815" cy="551126"/>
        </a:xfrm>
        <a:prstGeom prst="chevron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6350" rIns="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000" b="0" i="0" kern="1200"/>
            <a:t>Payment completion within a few seconds</a:t>
          </a:r>
          <a:endParaRPr lang="en-IN" sz="1000" kern="1200"/>
        </a:p>
      </dsp:txBody>
      <dsp:txXfrm>
        <a:off x="2199219" y="57421"/>
        <a:ext cx="826689" cy="551126"/>
      </dsp:txXfrm>
    </dsp:sp>
    <dsp:sp modelId="{E11A845D-5D22-4511-A254-241D91017D80}">
      <dsp:nvSpPr>
        <dsp:cNvPr id="0" name=""/>
        <dsp:cNvSpPr/>
      </dsp:nvSpPr>
      <dsp:spPr>
        <a:xfrm>
          <a:off x="3108578" y="57421"/>
          <a:ext cx="1377815" cy="551126"/>
        </a:xfrm>
        <a:prstGeom prst="chevron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6350" rIns="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000" b="0" i="0" kern="1200"/>
            <a:t>High-speed gateway response</a:t>
          </a:r>
          <a:endParaRPr lang="en-IN" sz="1000" kern="1200"/>
        </a:p>
      </dsp:txBody>
      <dsp:txXfrm>
        <a:off x="3384141" y="57421"/>
        <a:ext cx="826689" cy="551126"/>
      </dsp:txXfrm>
    </dsp:sp>
    <dsp:sp modelId="{C88157FD-74BB-461E-A11F-DAA81988BF79}">
      <dsp:nvSpPr>
        <dsp:cNvPr id="0" name=""/>
        <dsp:cNvSpPr/>
      </dsp:nvSpPr>
      <dsp:spPr>
        <a:xfrm>
          <a:off x="4293500" y="57421"/>
          <a:ext cx="1377815" cy="551126"/>
        </a:xfrm>
        <a:prstGeom prst="chevron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6350" rIns="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000" b="0" i="0" kern="1200"/>
            <a:t>Supports large number of concurrent users</a:t>
          </a:r>
          <a:endParaRPr lang="en-IN" sz="1000" kern="1200"/>
        </a:p>
      </dsp:txBody>
      <dsp:txXfrm>
        <a:off x="4569063" y="57421"/>
        <a:ext cx="826689" cy="551126"/>
      </dsp:txXfrm>
    </dsp:sp>
    <dsp:sp modelId="{919BB209-493E-4EA6-8C03-B480C3C59F09}">
      <dsp:nvSpPr>
        <dsp:cNvPr id="0" name=""/>
        <dsp:cNvSpPr/>
      </dsp:nvSpPr>
      <dsp:spPr>
        <a:xfrm>
          <a:off x="479440" y="757949"/>
          <a:ext cx="1660019" cy="664007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6350" rIns="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000" b="1" i="0" kern="1200"/>
            <a:t>Security Requirements</a:t>
          </a:r>
          <a:endParaRPr lang="en-IN" sz="1000" kern="1200"/>
        </a:p>
      </dsp:txBody>
      <dsp:txXfrm>
        <a:off x="811444" y="757949"/>
        <a:ext cx="996012" cy="664007"/>
      </dsp:txXfrm>
    </dsp:sp>
    <dsp:sp modelId="{0B784318-0827-465D-8682-EC718A4E9F35}">
      <dsp:nvSpPr>
        <dsp:cNvPr id="0" name=""/>
        <dsp:cNvSpPr/>
      </dsp:nvSpPr>
      <dsp:spPr>
        <a:xfrm>
          <a:off x="1923656" y="814390"/>
          <a:ext cx="1377815" cy="551126"/>
        </a:xfrm>
        <a:prstGeom prst="chevron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6350" rIns="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000" b="0" i="0" kern="1200"/>
            <a:t>PCI-DSS compliance</a:t>
          </a:r>
          <a:endParaRPr lang="en-IN" sz="1000" kern="1200"/>
        </a:p>
      </dsp:txBody>
      <dsp:txXfrm>
        <a:off x="2199219" y="814390"/>
        <a:ext cx="826689" cy="551126"/>
      </dsp:txXfrm>
    </dsp:sp>
    <dsp:sp modelId="{46606ED7-7EAF-488E-A480-B47CF74A62EC}">
      <dsp:nvSpPr>
        <dsp:cNvPr id="0" name=""/>
        <dsp:cNvSpPr/>
      </dsp:nvSpPr>
      <dsp:spPr>
        <a:xfrm>
          <a:off x="3108578" y="814390"/>
          <a:ext cx="1377815" cy="551126"/>
        </a:xfrm>
        <a:prstGeom prst="chevron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6350" rIns="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000" b="0" i="0" kern="1200"/>
            <a:t>Encryption of card data</a:t>
          </a:r>
          <a:endParaRPr lang="en-IN" sz="1000" kern="1200"/>
        </a:p>
      </dsp:txBody>
      <dsp:txXfrm>
        <a:off x="3384141" y="814390"/>
        <a:ext cx="826689" cy="551126"/>
      </dsp:txXfrm>
    </dsp:sp>
    <dsp:sp modelId="{E96D1EFC-5E9D-4EBD-B7A9-F4380AD926C2}">
      <dsp:nvSpPr>
        <dsp:cNvPr id="0" name=""/>
        <dsp:cNvSpPr/>
      </dsp:nvSpPr>
      <dsp:spPr>
        <a:xfrm>
          <a:off x="4293500" y="814390"/>
          <a:ext cx="1377815" cy="551126"/>
        </a:xfrm>
        <a:prstGeom prst="chevron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6350" rIns="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000" b="0" i="0" kern="1200"/>
            <a:t>Tokenization</a:t>
          </a:r>
          <a:endParaRPr lang="en-IN" sz="1000" kern="1200"/>
        </a:p>
      </dsp:txBody>
      <dsp:txXfrm>
        <a:off x="4569063" y="814390"/>
        <a:ext cx="826689" cy="551126"/>
      </dsp:txXfrm>
    </dsp:sp>
    <dsp:sp modelId="{59655F1B-84A8-470E-AA55-05CCE5699EA1}">
      <dsp:nvSpPr>
        <dsp:cNvPr id="0" name=""/>
        <dsp:cNvSpPr/>
      </dsp:nvSpPr>
      <dsp:spPr>
        <a:xfrm>
          <a:off x="5478422" y="814390"/>
          <a:ext cx="1377815" cy="551126"/>
        </a:xfrm>
        <a:prstGeom prst="chevron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6350" rIns="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000" b="0" i="0" kern="1200"/>
            <a:t>Secure authentication (OTP, 2FA)</a:t>
          </a:r>
          <a:endParaRPr lang="en-IN" sz="1000" kern="1200"/>
        </a:p>
      </dsp:txBody>
      <dsp:txXfrm>
        <a:off x="5753985" y="814390"/>
        <a:ext cx="826689" cy="551126"/>
      </dsp:txXfrm>
    </dsp:sp>
    <dsp:sp modelId="{A4BBC601-8D4B-45AF-9066-F642426C594D}">
      <dsp:nvSpPr>
        <dsp:cNvPr id="0" name=""/>
        <dsp:cNvSpPr/>
      </dsp:nvSpPr>
      <dsp:spPr>
        <a:xfrm>
          <a:off x="6663343" y="814390"/>
          <a:ext cx="1377815" cy="551126"/>
        </a:xfrm>
        <a:prstGeom prst="chevron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6350" rIns="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000" b="0" i="0" kern="1200"/>
            <a:t>Fraud detection system</a:t>
          </a:r>
          <a:endParaRPr lang="en-IN" sz="1000" kern="1200"/>
        </a:p>
      </dsp:txBody>
      <dsp:txXfrm>
        <a:off x="6938906" y="814390"/>
        <a:ext cx="826689" cy="551126"/>
      </dsp:txXfrm>
    </dsp:sp>
    <dsp:sp modelId="{0B5D6E32-3B3D-4B3E-8809-F608CBB0A4F2}">
      <dsp:nvSpPr>
        <dsp:cNvPr id="0" name=""/>
        <dsp:cNvSpPr/>
      </dsp:nvSpPr>
      <dsp:spPr>
        <a:xfrm>
          <a:off x="479440" y="1514918"/>
          <a:ext cx="1660019" cy="664007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6350" rIns="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000" b="1" i="0" kern="1200"/>
            <a:t>Availability and Reliability</a:t>
          </a:r>
          <a:endParaRPr lang="en-IN" sz="1000" kern="1200"/>
        </a:p>
      </dsp:txBody>
      <dsp:txXfrm>
        <a:off x="811444" y="1514918"/>
        <a:ext cx="996012" cy="664007"/>
      </dsp:txXfrm>
    </dsp:sp>
    <dsp:sp modelId="{A65ACB24-3760-4229-A1C4-9EEADC60A569}">
      <dsp:nvSpPr>
        <dsp:cNvPr id="0" name=""/>
        <dsp:cNvSpPr/>
      </dsp:nvSpPr>
      <dsp:spPr>
        <a:xfrm>
          <a:off x="1923656" y="1571359"/>
          <a:ext cx="1377815" cy="551126"/>
        </a:xfrm>
        <a:prstGeom prst="chevron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6350" rIns="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000" b="0" i="0" kern="1200"/>
            <a:t>24/7 system uptime</a:t>
          </a:r>
          <a:endParaRPr lang="en-IN" sz="1000" kern="1200"/>
        </a:p>
      </dsp:txBody>
      <dsp:txXfrm>
        <a:off x="2199219" y="1571359"/>
        <a:ext cx="826689" cy="551126"/>
      </dsp:txXfrm>
    </dsp:sp>
    <dsp:sp modelId="{D8FF5802-C94C-4DB9-951B-26716FD8B9C1}">
      <dsp:nvSpPr>
        <dsp:cNvPr id="0" name=""/>
        <dsp:cNvSpPr/>
      </dsp:nvSpPr>
      <dsp:spPr>
        <a:xfrm>
          <a:off x="3108578" y="1571359"/>
          <a:ext cx="1377815" cy="551126"/>
        </a:xfrm>
        <a:prstGeom prst="chevron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6350" rIns="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000" b="0" i="0" kern="1200"/>
            <a:t>Failover servers</a:t>
          </a:r>
          <a:endParaRPr lang="en-IN" sz="1000" kern="1200"/>
        </a:p>
      </dsp:txBody>
      <dsp:txXfrm>
        <a:off x="3384141" y="1571359"/>
        <a:ext cx="826689" cy="551126"/>
      </dsp:txXfrm>
    </dsp:sp>
    <dsp:sp modelId="{D1363AF9-2474-427D-999E-3D0BEEE9BD99}">
      <dsp:nvSpPr>
        <dsp:cNvPr id="0" name=""/>
        <dsp:cNvSpPr/>
      </dsp:nvSpPr>
      <dsp:spPr>
        <a:xfrm>
          <a:off x="4293500" y="1571359"/>
          <a:ext cx="1377815" cy="551126"/>
        </a:xfrm>
        <a:prstGeom prst="chevron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6350" rIns="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000" b="0" i="0" kern="1200"/>
            <a:t>Backup &amp; recovery</a:t>
          </a:r>
          <a:endParaRPr lang="en-IN" sz="1000" kern="1200"/>
        </a:p>
      </dsp:txBody>
      <dsp:txXfrm>
        <a:off x="4569063" y="1571359"/>
        <a:ext cx="826689" cy="551126"/>
      </dsp:txXfrm>
    </dsp:sp>
    <dsp:sp modelId="{6A7FB675-2FAE-4EB5-B04B-387F6EA56B07}">
      <dsp:nvSpPr>
        <dsp:cNvPr id="0" name=""/>
        <dsp:cNvSpPr/>
      </dsp:nvSpPr>
      <dsp:spPr>
        <a:xfrm>
          <a:off x="479440" y="2271887"/>
          <a:ext cx="1660019" cy="664007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6350" rIns="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000" b="1" i="0" kern="1200"/>
            <a:t>Usability Requirements</a:t>
          </a:r>
          <a:endParaRPr lang="en-IN" sz="1000" kern="1200"/>
        </a:p>
      </dsp:txBody>
      <dsp:txXfrm>
        <a:off x="811444" y="2271887"/>
        <a:ext cx="996012" cy="664007"/>
      </dsp:txXfrm>
    </dsp:sp>
    <dsp:sp modelId="{8879F25D-5A96-4122-A671-3A4F0A0A40B9}">
      <dsp:nvSpPr>
        <dsp:cNvPr id="0" name=""/>
        <dsp:cNvSpPr/>
      </dsp:nvSpPr>
      <dsp:spPr>
        <a:xfrm>
          <a:off x="1923656" y="2328328"/>
          <a:ext cx="1377815" cy="551126"/>
        </a:xfrm>
        <a:prstGeom prst="chevron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6350" rIns="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000" b="0" i="0" kern="1200"/>
            <a:t>Easy-to-use interface</a:t>
          </a:r>
          <a:endParaRPr lang="en-IN" sz="1000" kern="1200"/>
        </a:p>
      </dsp:txBody>
      <dsp:txXfrm>
        <a:off x="2199219" y="2328328"/>
        <a:ext cx="826689" cy="551126"/>
      </dsp:txXfrm>
    </dsp:sp>
    <dsp:sp modelId="{1BDA493F-536B-421A-B8E7-20DCEED50769}">
      <dsp:nvSpPr>
        <dsp:cNvPr id="0" name=""/>
        <dsp:cNvSpPr/>
      </dsp:nvSpPr>
      <dsp:spPr>
        <a:xfrm>
          <a:off x="3108578" y="2328328"/>
          <a:ext cx="1377815" cy="551126"/>
        </a:xfrm>
        <a:prstGeom prst="chevron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6350" rIns="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000" b="0" i="0" kern="1200" dirty="0"/>
            <a:t>Minimal steps for payment</a:t>
          </a:r>
          <a:endParaRPr lang="en-IN" sz="1000" kern="1200" dirty="0"/>
        </a:p>
      </dsp:txBody>
      <dsp:txXfrm>
        <a:off x="3384141" y="2328328"/>
        <a:ext cx="826689" cy="551126"/>
      </dsp:txXfrm>
    </dsp:sp>
    <dsp:sp modelId="{73D1B925-8047-4742-BDCC-F1DD7E2416A0}">
      <dsp:nvSpPr>
        <dsp:cNvPr id="0" name=""/>
        <dsp:cNvSpPr/>
      </dsp:nvSpPr>
      <dsp:spPr>
        <a:xfrm>
          <a:off x="4293500" y="2328328"/>
          <a:ext cx="1377815" cy="551126"/>
        </a:xfrm>
        <a:prstGeom prst="chevron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6350" rIns="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000" b="0" i="0" kern="1200"/>
            <a:t>Clear error messages</a:t>
          </a:r>
          <a:endParaRPr lang="en-IN" sz="1000" kern="1200"/>
        </a:p>
      </dsp:txBody>
      <dsp:txXfrm>
        <a:off x="4569063" y="2328328"/>
        <a:ext cx="826689" cy="551126"/>
      </dsp:txXfrm>
    </dsp:sp>
    <dsp:sp modelId="{C1887006-65C9-4559-9942-08EEF25654B5}">
      <dsp:nvSpPr>
        <dsp:cNvPr id="0" name=""/>
        <dsp:cNvSpPr/>
      </dsp:nvSpPr>
      <dsp:spPr>
        <a:xfrm>
          <a:off x="479440" y="3028856"/>
          <a:ext cx="1660019" cy="664007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6350" rIns="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000" b="1" i="0" kern="1200"/>
            <a:t>Scalability</a:t>
          </a:r>
          <a:endParaRPr lang="en-IN" sz="1000" kern="1200"/>
        </a:p>
      </dsp:txBody>
      <dsp:txXfrm>
        <a:off x="811444" y="3028856"/>
        <a:ext cx="996012" cy="664007"/>
      </dsp:txXfrm>
    </dsp:sp>
    <dsp:sp modelId="{392E30F4-6FC6-48FA-9DCF-A6EA65E75E62}">
      <dsp:nvSpPr>
        <dsp:cNvPr id="0" name=""/>
        <dsp:cNvSpPr/>
      </dsp:nvSpPr>
      <dsp:spPr>
        <a:xfrm>
          <a:off x="1923656" y="3085296"/>
          <a:ext cx="1377815" cy="551126"/>
        </a:xfrm>
        <a:prstGeom prst="chevron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6350" rIns="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000" b="0" i="0" kern="1200"/>
            <a:t>Support increasing user load</a:t>
          </a:r>
          <a:endParaRPr lang="en-IN" sz="1000" kern="1200"/>
        </a:p>
      </dsp:txBody>
      <dsp:txXfrm>
        <a:off x="2199219" y="3085296"/>
        <a:ext cx="826689" cy="551126"/>
      </dsp:txXfrm>
    </dsp:sp>
    <dsp:sp modelId="{B2925A4F-C5EC-4E5A-B1C3-01B39FE2DE20}">
      <dsp:nvSpPr>
        <dsp:cNvPr id="0" name=""/>
        <dsp:cNvSpPr/>
      </dsp:nvSpPr>
      <dsp:spPr>
        <a:xfrm>
          <a:off x="3108578" y="3085296"/>
          <a:ext cx="1377815" cy="551126"/>
        </a:xfrm>
        <a:prstGeom prst="chevron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6350" rIns="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000" b="0" i="0" kern="1200" dirty="0"/>
            <a:t>Cloud-based auto-scaling</a:t>
          </a:r>
          <a:endParaRPr lang="en-IN" sz="1000" kern="1200" dirty="0"/>
        </a:p>
      </dsp:txBody>
      <dsp:txXfrm>
        <a:off x="3384141" y="3085296"/>
        <a:ext cx="826689" cy="551126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D891B3F-02E0-44D0-8A54-A27549F89300}">
      <dsp:nvSpPr>
        <dsp:cNvPr id="0" name=""/>
        <dsp:cNvSpPr/>
      </dsp:nvSpPr>
      <dsp:spPr>
        <a:xfrm>
          <a:off x="4040532" y="8090"/>
          <a:ext cx="1530408" cy="7079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i="0" kern="1200" baseline="0" dirty="0">
              <a:solidFill>
                <a:schemeClr val="bg2"/>
              </a:solidFill>
            </a:rPr>
            <a:t>High security risk (fraud, phishing, data theft)</a:t>
          </a:r>
          <a:endParaRPr lang="en-IN" sz="1400" b="1" kern="1200" dirty="0">
            <a:solidFill>
              <a:schemeClr val="bg2"/>
            </a:solidFill>
          </a:endParaRPr>
        </a:p>
      </dsp:txBody>
      <dsp:txXfrm>
        <a:off x="4040532" y="8090"/>
        <a:ext cx="1530408" cy="707916"/>
      </dsp:txXfrm>
    </dsp:sp>
    <dsp:sp modelId="{DA24FDC7-64BB-4869-A6BB-926934F5E094}">
      <dsp:nvSpPr>
        <dsp:cNvPr id="0" name=""/>
        <dsp:cNvSpPr/>
      </dsp:nvSpPr>
      <dsp:spPr>
        <a:xfrm>
          <a:off x="2287278" y="918"/>
          <a:ext cx="3457642" cy="3457642"/>
        </a:xfrm>
        <a:prstGeom prst="circularArrow">
          <a:avLst>
            <a:gd name="adj1" fmla="val 3992"/>
            <a:gd name="adj2" fmla="val 250465"/>
            <a:gd name="adj3" fmla="val 20572442"/>
            <a:gd name="adj4" fmla="val 19203989"/>
            <a:gd name="adj5" fmla="val 4658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62E67F5-C94D-4A4B-9E60-25369DB66958}">
      <dsp:nvSpPr>
        <dsp:cNvPr id="0" name=""/>
        <dsp:cNvSpPr/>
      </dsp:nvSpPr>
      <dsp:spPr>
        <a:xfrm>
          <a:off x="5110175" y="1375781"/>
          <a:ext cx="970397" cy="7079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i="0" kern="1200" baseline="0">
              <a:solidFill>
                <a:schemeClr val="bg2"/>
              </a:solidFill>
            </a:rPr>
            <a:t>Network failures or bank downtime</a:t>
          </a:r>
          <a:endParaRPr lang="en-IN" sz="1400" b="1" kern="1200" dirty="0">
            <a:solidFill>
              <a:schemeClr val="bg2"/>
            </a:solidFill>
          </a:endParaRPr>
        </a:p>
      </dsp:txBody>
      <dsp:txXfrm>
        <a:off x="5110175" y="1375781"/>
        <a:ext cx="970397" cy="707916"/>
      </dsp:txXfrm>
    </dsp:sp>
    <dsp:sp modelId="{E3A4D377-0EBF-4D1D-91C1-6416F80F5464}">
      <dsp:nvSpPr>
        <dsp:cNvPr id="0" name=""/>
        <dsp:cNvSpPr/>
      </dsp:nvSpPr>
      <dsp:spPr>
        <a:xfrm>
          <a:off x="2287278" y="918"/>
          <a:ext cx="3457642" cy="3457642"/>
        </a:xfrm>
        <a:prstGeom prst="circularArrow">
          <a:avLst>
            <a:gd name="adj1" fmla="val 3992"/>
            <a:gd name="adj2" fmla="val 250465"/>
            <a:gd name="adj3" fmla="val 2145546"/>
            <a:gd name="adj4" fmla="val 777093"/>
            <a:gd name="adj5" fmla="val 4658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4431DA9-4DCC-4C96-AA09-24D36B51805E}">
      <dsp:nvSpPr>
        <dsp:cNvPr id="0" name=""/>
        <dsp:cNvSpPr/>
      </dsp:nvSpPr>
      <dsp:spPr>
        <a:xfrm>
          <a:off x="4320538" y="2743473"/>
          <a:ext cx="970397" cy="7079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i="0" kern="1200" baseline="0">
              <a:solidFill>
                <a:schemeClr val="bg2"/>
              </a:solidFill>
            </a:rPr>
            <a:t>Handling failed or pending transactions</a:t>
          </a:r>
          <a:endParaRPr lang="en-IN" sz="1400" b="1" kern="1200">
            <a:solidFill>
              <a:schemeClr val="bg2"/>
            </a:solidFill>
          </a:endParaRPr>
        </a:p>
      </dsp:txBody>
      <dsp:txXfrm>
        <a:off x="4320538" y="2743473"/>
        <a:ext cx="970397" cy="707916"/>
      </dsp:txXfrm>
    </dsp:sp>
    <dsp:sp modelId="{BB84B5A5-7549-4B64-9FB1-7540411807A8}">
      <dsp:nvSpPr>
        <dsp:cNvPr id="0" name=""/>
        <dsp:cNvSpPr/>
      </dsp:nvSpPr>
      <dsp:spPr>
        <a:xfrm>
          <a:off x="2287278" y="918"/>
          <a:ext cx="3457642" cy="3457642"/>
        </a:xfrm>
        <a:prstGeom prst="circularArrow">
          <a:avLst>
            <a:gd name="adj1" fmla="val 3992"/>
            <a:gd name="adj2" fmla="val 250465"/>
            <a:gd name="adj3" fmla="val 5816408"/>
            <a:gd name="adj4" fmla="val 4733127"/>
            <a:gd name="adj5" fmla="val 4658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D0D71FC-49D3-46FE-88C9-B3E75F2D8727}">
      <dsp:nvSpPr>
        <dsp:cNvPr id="0" name=""/>
        <dsp:cNvSpPr/>
      </dsp:nvSpPr>
      <dsp:spPr>
        <a:xfrm>
          <a:off x="2741264" y="2743473"/>
          <a:ext cx="970397" cy="7079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i="0" kern="1200" baseline="0">
              <a:solidFill>
                <a:schemeClr val="bg2"/>
              </a:solidFill>
            </a:rPr>
            <a:t>Managing refunds and reversals</a:t>
          </a:r>
          <a:endParaRPr lang="en-IN" sz="1400" b="1" kern="1200">
            <a:solidFill>
              <a:schemeClr val="bg2"/>
            </a:solidFill>
          </a:endParaRPr>
        </a:p>
      </dsp:txBody>
      <dsp:txXfrm>
        <a:off x="2741264" y="2743473"/>
        <a:ext cx="970397" cy="707916"/>
      </dsp:txXfrm>
    </dsp:sp>
    <dsp:sp modelId="{12976ECF-C05C-4EEE-AF71-26B980AC6D4F}">
      <dsp:nvSpPr>
        <dsp:cNvPr id="0" name=""/>
        <dsp:cNvSpPr/>
      </dsp:nvSpPr>
      <dsp:spPr>
        <a:xfrm>
          <a:off x="2287278" y="918"/>
          <a:ext cx="3457642" cy="3457642"/>
        </a:xfrm>
        <a:prstGeom prst="circularArrow">
          <a:avLst>
            <a:gd name="adj1" fmla="val 3992"/>
            <a:gd name="adj2" fmla="val 250465"/>
            <a:gd name="adj3" fmla="val 9772442"/>
            <a:gd name="adj4" fmla="val 8403989"/>
            <a:gd name="adj5" fmla="val 4658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2D1DACB-3AF4-4228-9A1A-2BBD678856D1}">
      <dsp:nvSpPr>
        <dsp:cNvPr id="0" name=""/>
        <dsp:cNvSpPr/>
      </dsp:nvSpPr>
      <dsp:spPr>
        <a:xfrm>
          <a:off x="1951627" y="1375781"/>
          <a:ext cx="970397" cy="7079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i="0" kern="1200" baseline="0">
              <a:solidFill>
                <a:schemeClr val="bg2"/>
              </a:solidFill>
            </a:rPr>
            <a:t>Payment gateway dependency</a:t>
          </a:r>
          <a:endParaRPr lang="en-IN" sz="1400" b="1" kern="1200">
            <a:solidFill>
              <a:schemeClr val="bg2"/>
            </a:solidFill>
          </a:endParaRPr>
        </a:p>
      </dsp:txBody>
      <dsp:txXfrm>
        <a:off x="1951627" y="1375781"/>
        <a:ext cx="970397" cy="707916"/>
      </dsp:txXfrm>
    </dsp:sp>
    <dsp:sp modelId="{B5C2521B-D50B-44E4-85A9-24FA2F005494}">
      <dsp:nvSpPr>
        <dsp:cNvPr id="0" name=""/>
        <dsp:cNvSpPr/>
      </dsp:nvSpPr>
      <dsp:spPr>
        <a:xfrm>
          <a:off x="2287278" y="918"/>
          <a:ext cx="3457642" cy="3457642"/>
        </a:xfrm>
        <a:prstGeom prst="circularArrow">
          <a:avLst>
            <a:gd name="adj1" fmla="val 3992"/>
            <a:gd name="adj2" fmla="val 250465"/>
            <a:gd name="adj3" fmla="val 12945546"/>
            <a:gd name="adj4" fmla="val 11577093"/>
            <a:gd name="adj5" fmla="val 4658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C0D3377-D2A4-4DE2-ACA4-B6A6491A2C46}">
      <dsp:nvSpPr>
        <dsp:cNvPr id="0" name=""/>
        <dsp:cNvSpPr/>
      </dsp:nvSpPr>
      <dsp:spPr>
        <a:xfrm>
          <a:off x="2741264" y="8090"/>
          <a:ext cx="970397" cy="7079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i="0" kern="1200" baseline="0" dirty="0">
              <a:solidFill>
                <a:schemeClr val="bg2"/>
              </a:solidFill>
            </a:rPr>
            <a:t>High concurrency requirement</a:t>
          </a:r>
          <a:endParaRPr lang="en-IN" sz="1400" b="1" kern="1200" dirty="0">
            <a:solidFill>
              <a:schemeClr val="bg2"/>
            </a:solidFill>
          </a:endParaRPr>
        </a:p>
      </dsp:txBody>
      <dsp:txXfrm>
        <a:off x="2741264" y="8090"/>
        <a:ext cx="970397" cy="707916"/>
      </dsp:txXfrm>
    </dsp:sp>
    <dsp:sp modelId="{12DFB4E3-6EF2-465D-8C16-8D2AB93970EC}">
      <dsp:nvSpPr>
        <dsp:cNvPr id="0" name=""/>
        <dsp:cNvSpPr/>
      </dsp:nvSpPr>
      <dsp:spPr>
        <a:xfrm>
          <a:off x="2287278" y="918"/>
          <a:ext cx="3457642" cy="3457642"/>
        </a:xfrm>
        <a:prstGeom prst="circularArrow">
          <a:avLst>
            <a:gd name="adj1" fmla="val 3992"/>
            <a:gd name="adj2" fmla="val 250465"/>
            <a:gd name="adj3" fmla="val 16002722"/>
            <a:gd name="adj4" fmla="val 15533127"/>
            <a:gd name="adj5" fmla="val 4658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536573A-CD1B-49E9-8B83-DD9EFBF42AA3}">
      <dsp:nvSpPr>
        <dsp:cNvPr id="0" name=""/>
        <dsp:cNvSpPr/>
      </dsp:nvSpPr>
      <dsp:spPr>
        <a:xfrm>
          <a:off x="0" y="57713"/>
          <a:ext cx="8290560" cy="57563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0" i="0" kern="1200" baseline="0"/>
            <a:t>Prevents financial losses</a:t>
          </a:r>
          <a:endParaRPr lang="en-IN" sz="2400" kern="1200"/>
        </a:p>
      </dsp:txBody>
      <dsp:txXfrm>
        <a:off x="28100" y="85813"/>
        <a:ext cx="8234360" cy="519439"/>
      </dsp:txXfrm>
    </dsp:sp>
    <dsp:sp modelId="{DFC3A449-9A08-4A44-A22A-6F7728A56B4E}">
      <dsp:nvSpPr>
        <dsp:cNvPr id="0" name=""/>
        <dsp:cNvSpPr/>
      </dsp:nvSpPr>
      <dsp:spPr>
        <a:xfrm>
          <a:off x="0" y="702473"/>
          <a:ext cx="8290560" cy="57563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0" i="0" kern="1200" baseline="0"/>
            <a:t>Ensures user trust and system reliability</a:t>
          </a:r>
          <a:endParaRPr lang="en-IN" sz="2400" kern="1200"/>
        </a:p>
      </dsp:txBody>
      <dsp:txXfrm>
        <a:off x="28100" y="730573"/>
        <a:ext cx="8234360" cy="519439"/>
      </dsp:txXfrm>
    </dsp:sp>
    <dsp:sp modelId="{B359F1F2-8F33-4AEB-8C1E-059C0FD9A4C0}">
      <dsp:nvSpPr>
        <dsp:cNvPr id="0" name=""/>
        <dsp:cNvSpPr/>
      </dsp:nvSpPr>
      <dsp:spPr>
        <a:xfrm>
          <a:off x="0" y="1347233"/>
          <a:ext cx="8290560" cy="57563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0" i="0" kern="1200" baseline="0"/>
            <a:t>Ensures legal and financial compliance</a:t>
          </a:r>
          <a:endParaRPr lang="en-IN" sz="2400" kern="1200"/>
        </a:p>
      </dsp:txBody>
      <dsp:txXfrm>
        <a:off x="28100" y="1375333"/>
        <a:ext cx="8234360" cy="519439"/>
      </dsp:txXfrm>
    </dsp:sp>
    <dsp:sp modelId="{11CF3A04-DC5E-45DC-9CCA-14E03D10CC23}">
      <dsp:nvSpPr>
        <dsp:cNvPr id="0" name=""/>
        <dsp:cNvSpPr/>
      </dsp:nvSpPr>
      <dsp:spPr>
        <a:xfrm>
          <a:off x="0" y="1991993"/>
          <a:ext cx="8290560" cy="57563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0" i="0" kern="1200" baseline="0"/>
            <a:t>Helps design secure transaction flow</a:t>
          </a:r>
          <a:endParaRPr lang="en-IN" sz="2400" kern="1200"/>
        </a:p>
      </dsp:txBody>
      <dsp:txXfrm>
        <a:off x="28100" y="2020093"/>
        <a:ext cx="8234360" cy="519439"/>
      </dsp:txXfrm>
    </dsp:sp>
    <dsp:sp modelId="{A8104459-DB3D-4CE2-998D-50AC3301EF99}">
      <dsp:nvSpPr>
        <dsp:cNvPr id="0" name=""/>
        <dsp:cNvSpPr/>
      </dsp:nvSpPr>
      <dsp:spPr>
        <a:xfrm>
          <a:off x="0" y="2636753"/>
          <a:ext cx="8290560" cy="57563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0" i="0" kern="1200" baseline="0"/>
            <a:t>Improves overall user experience</a:t>
          </a:r>
          <a:endParaRPr lang="en-IN" sz="2400" kern="1200"/>
        </a:p>
      </dsp:txBody>
      <dsp:txXfrm>
        <a:off x="28100" y="2664853"/>
        <a:ext cx="8234360" cy="519439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EBCC6A8-59C1-45E4-8BC7-D372F4C17E16}">
      <dsp:nvSpPr>
        <dsp:cNvPr id="0" name=""/>
        <dsp:cNvSpPr/>
      </dsp:nvSpPr>
      <dsp:spPr>
        <a:xfrm>
          <a:off x="0" y="51711"/>
          <a:ext cx="7498080" cy="33579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i="0" kern="1200" baseline="0"/>
            <a:t>Functional requirement specification</a:t>
          </a:r>
          <a:endParaRPr lang="en-IN" sz="1400" kern="1200"/>
        </a:p>
      </dsp:txBody>
      <dsp:txXfrm>
        <a:off x="16392" y="68103"/>
        <a:ext cx="7465296" cy="303006"/>
      </dsp:txXfrm>
    </dsp:sp>
    <dsp:sp modelId="{9342E40E-BB9E-4FEF-9827-2747662C3456}">
      <dsp:nvSpPr>
        <dsp:cNvPr id="0" name=""/>
        <dsp:cNvSpPr/>
      </dsp:nvSpPr>
      <dsp:spPr>
        <a:xfrm>
          <a:off x="0" y="427821"/>
          <a:ext cx="7498080" cy="33579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i="0" kern="1200" baseline="0"/>
            <a:t>Non-functional requirement document</a:t>
          </a:r>
          <a:endParaRPr lang="en-IN" sz="1400" kern="1200"/>
        </a:p>
      </dsp:txBody>
      <dsp:txXfrm>
        <a:off x="16392" y="444213"/>
        <a:ext cx="7465296" cy="303006"/>
      </dsp:txXfrm>
    </dsp:sp>
    <dsp:sp modelId="{CAC244BE-A6C3-4E0B-B902-B0C761D5A2AC}">
      <dsp:nvSpPr>
        <dsp:cNvPr id="0" name=""/>
        <dsp:cNvSpPr/>
      </dsp:nvSpPr>
      <dsp:spPr>
        <a:xfrm>
          <a:off x="0" y="803931"/>
          <a:ext cx="7498080" cy="33579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i="0" kern="1200" baseline="0"/>
            <a:t>Use case diagrams</a:t>
          </a:r>
          <a:endParaRPr lang="en-IN" sz="1400" kern="1200"/>
        </a:p>
      </dsp:txBody>
      <dsp:txXfrm>
        <a:off x="16392" y="820323"/>
        <a:ext cx="7465296" cy="303006"/>
      </dsp:txXfrm>
    </dsp:sp>
    <dsp:sp modelId="{8D828C2B-A841-405C-93D3-E41E45A7CD56}">
      <dsp:nvSpPr>
        <dsp:cNvPr id="0" name=""/>
        <dsp:cNvSpPr/>
      </dsp:nvSpPr>
      <dsp:spPr>
        <a:xfrm>
          <a:off x="0" y="1180041"/>
          <a:ext cx="7498080" cy="33579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i="0" kern="1200" baseline="0"/>
            <a:t>Data flow diagrams</a:t>
          </a:r>
          <a:endParaRPr lang="en-IN" sz="1400" kern="1200"/>
        </a:p>
      </dsp:txBody>
      <dsp:txXfrm>
        <a:off x="16392" y="1196433"/>
        <a:ext cx="7465296" cy="303006"/>
      </dsp:txXfrm>
    </dsp:sp>
    <dsp:sp modelId="{348F4E3B-492D-45BF-98CF-B12B84A8EA22}">
      <dsp:nvSpPr>
        <dsp:cNvPr id="0" name=""/>
        <dsp:cNvSpPr/>
      </dsp:nvSpPr>
      <dsp:spPr>
        <a:xfrm>
          <a:off x="0" y="1556151"/>
          <a:ext cx="7498080" cy="33579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i="0" kern="1200" baseline="0"/>
            <a:t>User interface mockups</a:t>
          </a:r>
          <a:endParaRPr lang="en-IN" sz="1400" kern="1200"/>
        </a:p>
      </dsp:txBody>
      <dsp:txXfrm>
        <a:off x="16392" y="1572543"/>
        <a:ext cx="7465296" cy="303006"/>
      </dsp:txXfrm>
    </dsp:sp>
    <dsp:sp modelId="{D26C366B-AF46-4628-A453-F4E5F6451535}">
      <dsp:nvSpPr>
        <dsp:cNvPr id="0" name=""/>
        <dsp:cNvSpPr/>
      </dsp:nvSpPr>
      <dsp:spPr>
        <a:xfrm>
          <a:off x="0" y="1964265"/>
          <a:ext cx="7498080" cy="33579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i="0" kern="1200" baseline="0"/>
            <a:t>Risk assessment report</a:t>
          </a:r>
          <a:endParaRPr lang="en-IN" sz="1400" kern="1200"/>
        </a:p>
      </dsp:txBody>
      <dsp:txXfrm>
        <a:off x="16392" y="1980657"/>
        <a:ext cx="7465296" cy="303006"/>
      </dsp:txXfrm>
    </dsp:sp>
    <dsp:sp modelId="{0DCE159B-3A25-4295-AD35-6354541E88ED}">
      <dsp:nvSpPr>
        <dsp:cNvPr id="0" name=""/>
        <dsp:cNvSpPr/>
      </dsp:nvSpPr>
      <dsp:spPr>
        <a:xfrm>
          <a:off x="0" y="2308371"/>
          <a:ext cx="7498080" cy="33579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i="0" kern="1200" baseline="0"/>
            <a:t>Final SRS document</a:t>
          </a:r>
          <a:endParaRPr lang="en-IN" sz="1400" kern="1200"/>
        </a:p>
      </dsp:txBody>
      <dsp:txXfrm>
        <a:off x="16392" y="2324763"/>
        <a:ext cx="7465296" cy="303006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E32CB0F-D009-4338-99D1-FB46314943F0}">
      <dsp:nvSpPr>
        <dsp:cNvPr id="0" name=""/>
        <dsp:cNvSpPr/>
      </dsp:nvSpPr>
      <dsp:spPr>
        <a:xfrm>
          <a:off x="2532529" y="864232"/>
          <a:ext cx="1107140" cy="1107276"/>
        </a:xfrm>
        <a:prstGeom prst="ellipse">
          <a:avLst/>
        </a:prstGeom>
        <a:solidFill>
          <a:schemeClr val="accent5">
            <a:alpha val="5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322DAA5D-E6D9-4EEB-934E-043ED16F29C2}">
      <dsp:nvSpPr>
        <dsp:cNvPr id="0" name=""/>
        <dsp:cNvSpPr/>
      </dsp:nvSpPr>
      <dsp:spPr>
        <a:xfrm>
          <a:off x="2451800" y="0"/>
          <a:ext cx="1268599" cy="678894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b="1" kern="1200">
              <a:solidFill>
                <a:schemeClr val="bg2"/>
              </a:solidFill>
            </a:rPr>
            <a:t>• Correct.</a:t>
          </a:r>
        </a:p>
      </dsp:txBody>
      <dsp:txXfrm>
        <a:off x="2451800" y="0"/>
        <a:ext cx="1268599" cy="678894"/>
      </dsp:txXfrm>
    </dsp:sp>
    <dsp:sp modelId="{332537D7-1064-4219-A28E-7FCFFBA5290B}">
      <dsp:nvSpPr>
        <dsp:cNvPr id="0" name=""/>
        <dsp:cNvSpPr/>
      </dsp:nvSpPr>
      <dsp:spPr>
        <a:xfrm>
          <a:off x="2857290" y="1020378"/>
          <a:ext cx="1107140" cy="1107276"/>
        </a:xfrm>
        <a:prstGeom prst="ellipse">
          <a:avLst/>
        </a:prstGeom>
        <a:solidFill>
          <a:schemeClr val="accent5">
            <a:alpha val="50000"/>
            <a:hueOff val="-2088484"/>
            <a:satOff val="6306"/>
            <a:lumOff val="8791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19A9E765-33FB-443B-AA9A-E6630E6DA2AB}">
      <dsp:nvSpPr>
        <dsp:cNvPr id="0" name=""/>
        <dsp:cNvSpPr/>
      </dsp:nvSpPr>
      <dsp:spPr>
        <a:xfrm>
          <a:off x="4100979" y="644949"/>
          <a:ext cx="1199402" cy="746783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b="1" kern="1200">
              <a:solidFill>
                <a:schemeClr val="bg2"/>
              </a:solidFill>
            </a:rPr>
            <a:t>• Complete.</a:t>
          </a:r>
        </a:p>
      </dsp:txBody>
      <dsp:txXfrm>
        <a:off x="4100979" y="644949"/>
        <a:ext cx="1199402" cy="746783"/>
      </dsp:txXfrm>
    </dsp:sp>
    <dsp:sp modelId="{2FA3D45B-5EFC-4F67-A2F4-FF10E593E489}">
      <dsp:nvSpPr>
        <dsp:cNvPr id="0" name=""/>
        <dsp:cNvSpPr/>
      </dsp:nvSpPr>
      <dsp:spPr>
        <a:xfrm>
          <a:off x="2937097" y="1371706"/>
          <a:ext cx="1107140" cy="1107276"/>
        </a:xfrm>
        <a:prstGeom prst="ellipse">
          <a:avLst/>
        </a:prstGeom>
        <a:solidFill>
          <a:schemeClr val="accent5">
            <a:alpha val="50000"/>
            <a:hueOff val="-4176968"/>
            <a:satOff val="12611"/>
            <a:lumOff val="17582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0D1B6D21-E881-47F8-9711-13EF5D2B54F8}">
      <dsp:nvSpPr>
        <dsp:cNvPr id="0" name=""/>
        <dsp:cNvSpPr/>
      </dsp:nvSpPr>
      <dsp:spPr>
        <a:xfrm>
          <a:off x="4216306" y="1595401"/>
          <a:ext cx="1176337" cy="797700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b="1" kern="1200">
              <a:solidFill>
                <a:schemeClr val="bg2"/>
              </a:solidFill>
            </a:rPr>
            <a:t>• Consistent.</a:t>
          </a:r>
        </a:p>
      </dsp:txBody>
      <dsp:txXfrm>
        <a:off x="4216306" y="1595401"/>
        <a:ext cx="1176337" cy="797700"/>
      </dsp:txXfrm>
    </dsp:sp>
    <dsp:sp modelId="{8C951A60-C564-48BA-845D-5895D61909B9}">
      <dsp:nvSpPr>
        <dsp:cNvPr id="0" name=""/>
        <dsp:cNvSpPr/>
      </dsp:nvSpPr>
      <dsp:spPr>
        <a:xfrm>
          <a:off x="2712439" y="1653447"/>
          <a:ext cx="1107140" cy="1107276"/>
        </a:xfrm>
        <a:prstGeom prst="ellipse">
          <a:avLst/>
        </a:prstGeom>
        <a:solidFill>
          <a:schemeClr val="accent5">
            <a:alpha val="50000"/>
            <a:hueOff val="-6265452"/>
            <a:satOff val="18917"/>
            <a:lumOff val="26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2B2BE9F5-D1AF-4CCE-A522-F568F3396BD7}">
      <dsp:nvSpPr>
        <dsp:cNvPr id="0" name=""/>
        <dsp:cNvSpPr/>
      </dsp:nvSpPr>
      <dsp:spPr>
        <a:xfrm>
          <a:off x="3708866" y="2664660"/>
          <a:ext cx="1268599" cy="729811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b="1" kern="1200">
              <a:solidFill>
                <a:schemeClr val="bg2"/>
              </a:solidFill>
            </a:rPr>
            <a:t>• Unambiguous.</a:t>
          </a:r>
        </a:p>
      </dsp:txBody>
      <dsp:txXfrm>
        <a:off x="3708866" y="2664660"/>
        <a:ext cx="1268599" cy="729811"/>
      </dsp:txXfrm>
    </dsp:sp>
    <dsp:sp modelId="{10839418-614A-4AEA-B80E-98A725E1D9BD}">
      <dsp:nvSpPr>
        <dsp:cNvPr id="0" name=""/>
        <dsp:cNvSpPr/>
      </dsp:nvSpPr>
      <dsp:spPr>
        <a:xfrm>
          <a:off x="2352619" y="1653447"/>
          <a:ext cx="1107140" cy="1107276"/>
        </a:xfrm>
        <a:prstGeom prst="ellipse">
          <a:avLst/>
        </a:prstGeom>
        <a:solidFill>
          <a:schemeClr val="accent5">
            <a:alpha val="50000"/>
            <a:hueOff val="-8353936"/>
            <a:satOff val="25223"/>
            <a:lumOff val="35164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56DA4363-EBA6-46AB-AAA3-57C16160A34A}">
      <dsp:nvSpPr>
        <dsp:cNvPr id="0" name=""/>
        <dsp:cNvSpPr/>
      </dsp:nvSpPr>
      <dsp:spPr>
        <a:xfrm>
          <a:off x="1194734" y="2664660"/>
          <a:ext cx="1268599" cy="729811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b="1" kern="1200">
              <a:solidFill>
                <a:schemeClr val="bg2"/>
              </a:solidFill>
            </a:rPr>
            <a:t>• Verifiable.</a:t>
          </a:r>
        </a:p>
      </dsp:txBody>
      <dsp:txXfrm>
        <a:off x="1194734" y="2664660"/>
        <a:ext cx="1268599" cy="729811"/>
      </dsp:txXfrm>
    </dsp:sp>
    <dsp:sp modelId="{65710A02-D336-4E20-BFE1-B8B03562C519}">
      <dsp:nvSpPr>
        <dsp:cNvPr id="0" name=""/>
        <dsp:cNvSpPr/>
      </dsp:nvSpPr>
      <dsp:spPr>
        <a:xfrm>
          <a:off x="2127961" y="1371706"/>
          <a:ext cx="1107140" cy="1107276"/>
        </a:xfrm>
        <a:prstGeom prst="ellipse">
          <a:avLst/>
        </a:prstGeom>
        <a:solidFill>
          <a:schemeClr val="accent5">
            <a:alpha val="50000"/>
            <a:hueOff val="-10442420"/>
            <a:satOff val="31528"/>
            <a:lumOff val="4395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4D686AFB-F177-4F67-8737-B3BEC5494A02}">
      <dsp:nvSpPr>
        <dsp:cNvPr id="0" name=""/>
        <dsp:cNvSpPr/>
      </dsp:nvSpPr>
      <dsp:spPr>
        <a:xfrm>
          <a:off x="779556" y="1595401"/>
          <a:ext cx="1176337" cy="797700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b="1" kern="1200">
              <a:solidFill>
                <a:schemeClr val="bg2"/>
              </a:solidFill>
            </a:rPr>
            <a:t>• Modifiable.</a:t>
          </a:r>
        </a:p>
      </dsp:txBody>
      <dsp:txXfrm>
        <a:off x="779556" y="1595401"/>
        <a:ext cx="1176337" cy="797700"/>
      </dsp:txXfrm>
    </dsp:sp>
    <dsp:sp modelId="{F2B265F1-BFCC-4A3A-832E-B2D415144E9E}">
      <dsp:nvSpPr>
        <dsp:cNvPr id="0" name=""/>
        <dsp:cNvSpPr/>
      </dsp:nvSpPr>
      <dsp:spPr>
        <a:xfrm>
          <a:off x="2207768" y="1020378"/>
          <a:ext cx="1107140" cy="1107276"/>
        </a:xfrm>
        <a:prstGeom prst="ellipse">
          <a:avLst/>
        </a:prstGeom>
        <a:solidFill>
          <a:schemeClr val="accent5">
            <a:alpha val="50000"/>
            <a:hueOff val="-12530904"/>
            <a:satOff val="37834"/>
            <a:lumOff val="5274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5DFADEA4-10B7-4295-81F3-89C72B05F003}">
      <dsp:nvSpPr>
        <dsp:cNvPr id="0" name=""/>
        <dsp:cNvSpPr/>
      </dsp:nvSpPr>
      <dsp:spPr>
        <a:xfrm>
          <a:off x="871818" y="644949"/>
          <a:ext cx="1199402" cy="746783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b="1" kern="1200" dirty="0">
              <a:solidFill>
                <a:schemeClr val="bg2"/>
              </a:solidFill>
            </a:rPr>
            <a:t>• Traceable.</a:t>
          </a:r>
        </a:p>
      </dsp:txBody>
      <dsp:txXfrm>
        <a:off x="871818" y="644949"/>
        <a:ext cx="1199402" cy="74678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lProcess3">
  <dgm:title val=""/>
  <dgm:desc val=""/>
  <dgm:catLst>
    <dgm:cat type="process" pri="11000"/>
    <dgm:cat type="convert" pri="1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1" destId="2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51" srcId="1" destId="11" srcOrd="0" destOrd="0"/>
        <dgm:cxn modelId="61" srcId="2" destId="21" srcOrd="0" destOrd="0"/>
        <dgm:cxn modelId="71" srcId="3" destId="31" srcOrd="0" destOrd="0"/>
        <dgm:cxn modelId="81" srcId="4" destId="41" srcOrd="0" destOrd="0"/>
      </dgm:cxnLst>
      <dgm:bg/>
      <dgm:whole/>
    </dgm:dataModel>
  </dgm:clrData>
  <dgm:layoutNode name="Name0">
    <dgm:varLst>
      <dgm:chPref val="3"/>
      <dgm:dir/>
      <dgm:animLvl val="lvl"/>
      <dgm:resizeHandles/>
    </dgm:varLst>
    <dgm:choose name="Name1">
      <dgm:if name="Name2" func="var" arg="dir" op="equ" val="norm">
        <dgm:alg type="lin">
          <dgm:param type="linDir" val="fromT"/>
          <dgm:param type="vertAlign" val="mid"/>
          <dgm:param type="nodeHorzAlign" val="l"/>
          <dgm:param type="nodeVertAlign" val="t"/>
          <dgm:param type="fallback" val="2D"/>
        </dgm:alg>
      </dgm:if>
      <dgm:else name="Name3">
        <dgm:alg type="lin">
          <dgm:param type="linDir" val="fromT"/>
          <dgm:param type="vertAlign" val="mid"/>
          <dgm:param type="nodeHorzAlign" val="r"/>
          <dgm:param type="nodeVertAlign" val="t"/>
          <dgm:param type="fallback" val="2D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bigChev" refType="w"/>
      <dgm:constr type="h" for="des" forName="bigChev" refType="w" refFor="des" refForName="bigChev" op="equ" fact="0.4"/>
      <dgm:constr type="w" for="des" forName="node" refType="w" refFor="des" refForName="bigChev" fact="0.83"/>
      <dgm:constr type="h" for="des" forName="node" refType="w" refFor="des" refForName="node" op="equ" fact="0.4"/>
      <dgm:constr type="w" for="des" forName="parTrans" refType="w" refFor="des" refForName="bigChev" op="equ" fact="-0.13"/>
      <dgm:constr type="w" for="des" forName="sibTrans" refType="w" refFor="des" refForName="node" op="equ" fact="-0.14"/>
      <dgm:constr type="h" for="ch" forName="vSp" refType="h" refFor="des" refForName="bigChev" op="equ" fact="0.14"/>
      <dgm:constr type="primFontSz" for="des" forName="node" op="equ"/>
      <dgm:constr type="primFontSz" for="des" forName="bigChev" op="equ"/>
    </dgm:constrLst>
    <dgm:ruleLst/>
    <dgm:forEach name="Name4" axis="ch" ptType="node">
      <dgm:layoutNode name="horFlow">
        <dgm:choose name="Name5">
          <dgm:if name="Name6" func="var" arg="dir" op="equ" val="norm">
            <dgm:alg type="lin">
              <dgm:param type="linDir" val="fromL"/>
              <dgm:param type="nodeHorzAlign" val="l"/>
              <dgm:param type="nodeVertAlign" val="mid"/>
              <dgm:param type="fallback" val="2D"/>
            </dgm:alg>
          </dgm:if>
          <dgm:else name="Name7">
            <dgm:alg type="lin">
              <dgm:param type="linDir" val="fromR"/>
              <dgm:param type="nodeHorzAlign" val="r"/>
              <dgm:param type="nodeVertAlign" val="mid"/>
              <dgm:param type="fallback" val="2D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bigChev" styleLbl="node1">
          <dgm:alg type="tx"/>
          <dgm:choose name="Name8">
            <dgm:if name="Name9" func="var" arg="dir" op="equ" val="norm">
              <dgm:shape xmlns:r="http://schemas.openxmlformats.org/officeDocument/2006/relationships" type="chevron" r:blip="">
                <dgm:adjLst/>
              </dgm:shape>
              <dgm:presOf axis="self"/>
              <dgm:constrLst>
                <dgm:constr type="primFontSz" val="65"/>
                <dgm:constr type="rMarg"/>
                <dgm:constr type="lMarg" refType="primFontSz" fact="0.1"/>
                <dgm:constr type="tMarg" refType="primFontSz" fact="0.05"/>
                <dgm:constr type="bMarg" refType="primFontSz" fact="0.05"/>
              </dgm:constrLst>
            </dgm:if>
            <dgm:else name="Name10">
              <dgm:shape xmlns:r="http://schemas.openxmlformats.org/officeDocument/2006/relationships" rot="180" type="chevron" r:blip="">
                <dgm:adjLst/>
              </dgm:shape>
              <dgm:presOf axis="self"/>
              <dgm:constrLst>
                <dgm:constr type="primFontSz" val="65"/>
                <dgm:constr type="lMarg"/>
                <dgm:constr type="rMarg" refType="primFontSz" fact="0.1"/>
                <dgm:constr type="tMarg" refType="primFontSz" fact="0.05"/>
                <dgm:constr type="bMarg" refType="primFontSz" fact="0.05"/>
              </dgm:constrLst>
            </dgm:else>
          </dgm:choose>
          <dgm:ruleLst>
            <dgm:rule type="primFontSz" val="5" fact="NaN" max="NaN"/>
          </dgm:ruleLst>
        </dgm:layoutNode>
        <dgm:forEach name="parTransForEach" axis="ch" ptType="parTrans" cnt="1">
          <dgm:layoutNode name="par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  <dgm:forEach name="Name11" axis="ch" ptType="node">
          <dgm:layoutNode name="node" styleLbl="alignAccFollowNode1">
            <dgm:varLst>
              <dgm:bulletEnabled val="1"/>
            </dgm:varLst>
            <dgm:alg type="tx"/>
            <dgm:choose name="Name12">
              <dgm:if name="Name13" func="var" arg="dir" op="equ" val="norm">
                <dgm:shape xmlns:r="http://schemas.openxmlformats.org/officeDocument/2006/relationships" type="chevron" r:blip="">
                  <dgm:adjLst/>
                </dgm:shape>
                <dgm:presOf axis="desOrSelf" ptType="node"/>
                <dgm:constrLst>
                  <dgm:constr type="primFontSz" val="65"/>
                  <dgm:constr type="rMarg"/>
                  <dgm:constr type="lMarg" refType="primFontSz" fact="0.1"/>
                  <dgm:constr type="tMarg" refType="primFontSz" fact="0.05"/>
                  <dgm:constr type="bMarg" refType="primFontSz" fact="0.05"/>
                </dgm:constrLst>
              </dgm:if>
              <dgm:else name="Name14">
                <dgm:shape xmlns:r="http://schemas.openxmlformats.org/officeDocument/2006/relationships" rot="180" type="chevron" r:blip="">
                  <dgm:adjLst/>
                </dgm:shape>
                <dgm:presOf axis="desOrSelf" ptType="node"/>
                <dgm:constrLst>
                  <dgm:constr type="primFontSz" val="65"/>
                  <dgm:constr type="lMarg"/>
                  <dgm:constr type="rMarg" refType="primFontSz" fact="0.1"/>
                  <dgm:constr type="tMarg" refType="primFontSz" fact="0.05"/>
                  <dgm:constr type="bMarg" refType="primFontSz" fact="0.05"/>
                </dgm:constrLst>
              </dgm:else>
            </dgm:choose>
            <dgm:ruleLst>
              <dgm:rule type="primFontSz" val="5" fact="NaN" max="NaN"/>
            </dgm:ruleLst>
          </dgm:layoutNode>
          <dgm:forEach name="sibTransForEach" axis="followSib" ptType="sibTrans" cnt="1">
            <dgm:layoutNode name="sibTrans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layoutNode>
      <dgm:choose name="Name15">
        <dgm:if name="Name16" axis="self" ptType="node" func="revPos" op="gte" val="2">
          <dgm:layoutNode name="vSp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17"/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lProcess3">
  <dgm:title val=""/>
  <dgm:desc val=""/>
  <dgm:catLst>
    <dgm:cat type="process" pri="11000"/>
    <dgm:cat type="convert" pri="1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1" destId="2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51" srcId="1" destId="11" srcOrd="0" destOrd="0"/>
        <dgm:cxn modelId="61" srcId="2" destId="21" srcOrd="0" destOrd="0"/>
        <dgm:cxn modelId="71" srcId="3" destId="31" srcOrd="0" destOrd="0"/>
        <dgm:cxn modelId="81" srcId="4" destId="41" srcOrd="0" destOrd="0"/>
      </dgm:cxnLst>
      <dgm:bg/>
      <dgm:whole/>
    </dgm:dataModel>
  </dgm:clrData>
  <dgm:layoutNode name="Name0">
    <dgm:varLst>
      <dgm:chPref val="3"/>
      <dgm:dir/>
      <dgm:animLvl val="lvl"/>
      <dgm:resizeHandles/>
    </dgm:varLst>
    <dgm:choose name="Name1">
      <dgm:if name="Name2" func="var" arg="dir" op="equ" val="norm">
        <dgm:alg type="lin">
          <dgm:param type="linDir" val="fromT"/>
          <dgm:param type="vertAlign" val="mid"/>
          <dgm:param type="nodeHorzAlign" val="l"/>
          <dgm:param type="nodeVertAlign" val="t"/>
          <dgm:param type="fallback" val="2D"/>
        </dgm:alg>
      </dgm:if>
      <dgm:else name="Name3">
        <dgm:alg type="lin">
          <dgm:param type="linDir" val="fromT"/>
          <dgm:param type="vertAlign" val="mid"/>
          <dgm:param type="nodeHorzAlign" val="r"/>
          <dgm:param type="nodeVertAlign" val="t"/>
          <dgm:param type="fallback" val="2D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bigChev" refType="w"/>
      <dgm:constr type="h" for="des" forName="bigChev" refType="w" refFor="des" refForName="bigChev" op="equ" fact="0.4"/>
      <dgm:constr type="w" for="des" forName="node" refType="w" refFor="des" refForName="bigChev" fact="0.83"/>
      <dgm:constr type="h" for="des" forName="node" refType="w" refFor="des" refForName="node" op="equ" fact="0.4"/>
      <dgm:constr type="w" for="des" forName="parTrans" refType="w" refFor="des" refForName="bigChev" op="equ" fact="-0.13"/>
      <dgm:constr type="w" for="des" forName="sibTrans" refType="w" refFor="des" refForName="node" op="equ" fact="-0.14"/>
      <dgm:constr type="h" for="ch" forName="vSp" refType="h" refFor="des" refForName="bigChev" op="equ" fact="0.14"/>
      <dgm:constr type="primFontSz" for="des" forName="node" op="equ"/>
      <dgm:constr type="primFontSz" for="des" forName="bigChev" op="equ"/>
    </dgm:constrLst>
    <dgm:ruleLst/>
    <dgm:forEach name="Name4" axis="ch" ptType="node">
      <dgm:layoutNode name="horFlow">
        <dgm:choose name="Name5">
          <dgm:if name="Name6" func="var" arg="dir" op="equ" val="norm">
            <dgm:alg type="lin">
              <dgm:param type="linDir" val="fromL"/>
              <dgm:param type="nodeHorzAlign" val="l"/>
              <dgm:param type="nodeVertAlign" val="mid"/>
              <dgm:param type="fallback" val="2D"/>
            </dgm:alg>
          </dgm:if>
          <dgm:else name="Name7">
            <dgm:alg type="lin">
              <dgm:param type="linDir" val="fromR"/>
              <dgm:param type="nodeHorzAlign" val="r"/>
              <dgm:param type="nodeVertAlign" val="mid"/>
              <dgm:param type="fallback" val="2D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bigChev" styleLbl="node1">
          <dgm:alg type="tx"/>
          <dgm:choose name="Name8">
            <dgm:if name="Name9" func="var" arg="dir" op="equ" val="norm">
              <dgm:shape xmlns:r="http://schemas.openxmlformats.org/officeDocument/2006/relationships" type="chevron" r:blip="">
                <dgm:adjLst/>
              </dgm:shape>
              <dgm:presOf axis="self"/>
              <dgm:constrLst>
                <dgm:constr type="primFontSz" val="65"/>
                <dgm:constr type="rMarg"/>
                <dgm:constr type="lMarg" refType="primFontSz" fact="0.1"/>
                <dgm:constr type="tMarg" refType="primFontSz" fact="0.05"/>
                <dgm:constr type="bMarg" refType="primFontSz" fact="0.05"/>
              </dgm:constrLst>
            </dgm:if>
            <dgm:else name="Name10">
              <dgm:shape xmlns:r="http://schemas.openxmlformats.org/officeDocument/2006/relationships" rot="180" type="chevron" r:blip="">
                <dgm:adjLst/>
              </dgm:shape>
              <dgm:presOf axis="self"/>
              <dgm:constrLst>
                <dgm:constr type="primFontSz" val="65"/>
                <dgm:constr type="lMarg"/>
                <dgm:constr type="rMarg" refType="primFontSz" fact="0.1"/>
                <dgm:constr type="tMarg" refType="primFontSz" fact="0.05"/>
                <dgm:constr type="bMarg" refType="primFontSz" fact="0.05"/>
              </dgm:constrLst>
            </dgm:else>
          </dgm:choose>
          <dgm:ruleLst>
            <dgm:rule type="primFontSz" val="5" fact="NaN" max="NaN"/>
          </dgm:ruleLst>
        </dgm:layoutNode>
        <dgm:forEach name="parTransForEach" axis="ch" ptType="parTrans" cnt="1">
          <dgm:layoutNode name="par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  <dgm:forEach name="Name11" axis="ch" ptType="node">
          <dgm:layoutNode name="node" styleLbl="alignAccFollowNode1">
            <dgm:varLst>
              <dgm:bulletEnabled val="1"/>
            </dgm:varLst>
            <dgm:alg type="tx"/>
            <dgm:choose name="Name12">
              <dgm:if name="Name13" func="var" arg="dir" op="equ" val="norm">
                <dgm:shape xmlns:r="http://schemas.openxmlformats.org/officeDocument/2006/relationships" type="chevron" r:blip="">
                  <dgm:adjLst/>
                </dgm:shape>
                <dgm:presOf axis="desOrSelf" ptType="node"/>
                <dgm:constrLst>
                  <dgm:constr type="primFontSz" val="65"/>
                  <dgm:constr type="rMarg"/>
                  <dgm:constr type="lMarg" refType="primFontSz" fact="0.1"/>
                  <dgm:constr type="tMarg" refType="primFontSz" fact="0.05"/>
                  <dgm:constr type="bMarg" refType="primFontSz" fact="0.05"/>
                </dgm:constrLst>
              </dgm:if>
              <dgm:else name="Name14">
                <dgm:shape xmlns:r="http://schemas.openxmlformats.org/officeDocument/2006/relationships" rot="180" type="chevron" r:blip="">
                  <dgm:adjLst/>
                </dgm:shape>
                <dgm:presOf axis="desOrSelf" ptType="node"/>
                <dgm:constrLst>
                  <dgm:constr type="primFontSz" val="65"/>
                  <dgm:constr type="lMarg"/>
                  <dgm:constr type="rMarg" refType="primFontSz" fact="0.1"/>
                  <dgm:constr type="tMarg" refType="primFontSz" fact="0.05"/>
                  <dgm:constr type="bMarg" refType="primFontSz" fact="0.05"/>
                </dgm:constrLst>
              </dgm:else>
            </dgm:choose>
            <dgm:ruleLst>
              <dgm:rule type="primFontSz" val="5" fact="NaN" max="NaN"/>
            </dgm:ruleLst>
          </dgm:layoutNode>
          <dgm:forEach name="sibTransForEach" axis="followSib" ptType="sibTrans" cnt="1">
            <dgm:layoutNode name="sibTrans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layoutNode>
      <dgm:choose name="Name15">
        <dgm:if name="Name16" axis="self" ptType="node" func="revPos" op="gte" val="2">
          <dgm:layoutNode name="vSp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17"/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cycle1">
  <dgm:title val=""/>
  <dgm:desc val=""/>
  <dgm:catLst>
    <dgm:cat type="cycle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alg type="cycle">
          <dgm:param type="stAng" val="0"/>
          <dgm:param type="spanAng" val="360"/>
        </dgm:alg>
      </dgm:if>
      <dgm:else name="Name2">
        <dgm:alg type="cycle">
          <dgm:param type="stAng" val="0"/>
          <dgm:param type="spanAng" val="-360"/>
        </dgm:alg>
      </dgm:else>
    </dgm:choose>
    <dgm:shape xmlns:r="http://schemas.openxmlformats.org/officeDocument/2006/relationships" r:blip="">
      <dgm:adjLst/>
    </dgm:shape>
    <dgm:presOf/>
    <dgm:choose name="Name3">
      <dgm:if name="Name4" func="var" arg="dir" op="equ" val="norm">
        <dgm:constrLst>
          <dgm:constr type="diam" val="1"/>
          <dgm:constr type="w" for="ch" forName="node" refType="w"/>
          <dgm:constr type="w" for="ch" ptType="sibTrans" refType="w" refFor="ch" refForName="node" fact="0.5"/>
          <dgm:constr type="h" for="ch" ptType="sibTrans" op="equ"/>
          <dgm:constr type="diam" for="ch" ptType="sibTrans" refType="diam" op="equ"/>
          <dgm:constr type="sibSp" refType="w" refFor="ch" refForName="node" fact="0.15"/>
          <dgm:constr type="w" for="ch" forName="dummy" refType="sibSp" fact="2.8"/>
          <dgm:constr type="primFontSz" for="ch" forName="node" op="equ" val="65"/>
        </dgm:constrLst>
      </dgm:if>
      <dgm:else name="Name5">
        <dgm:constrLst>
          <dgm:constr type="diam" val="1"/>
          <dgm:constr type="w" for="ch" forName="node" refType="w"/>
          <dgm:constr type="w" for="ch" ptType="sibTrans" refType="w" refFor="ch" refForName="node" fact="0.5"/>
          <dgm:constr type="h" for="ch" ptType="sibTrans" op="equ"/>
          <dgm:constr type="diam" for="ch" ptType="sibTrans" refType="diam" op="equ" fact="-1"/>
          <dgm:constr type="sibSp" refType="w" refFor="ch" refForName="node" fact="0.15"/>
          <dgm:constr type="w" for="ch" forName="dummy" refType="sibSp" fact="2.8"/>
          <dgm:constr type="primFontSz" for="ch" forName="node" op="equ" val="65"/>
        </dgm:constrLst>
      </dgm:else>
    </dgm:choose>
    <dgm:ruleLst>
      <dgm:rule type="diam" val="INF" fact="NaN" max="NaN"/>
    </dgm:ruleLst>
    <dgm:forEach name="nodesForEach" axis="ch" ptType="node">
      <dgm:choose name="Name6">
        <dgm:if name="Name7" axis="par ch" ptType="doc node" func="cnt" op="gt" val="1">
          <dgm:layoutNode name="dummy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</dgm:if>
        <dgm:else name="Name8"/>
      </dgm:choose>
      <dgm:layoutNode name="node" styleLbl="revTx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Name11" axis="followSib" ptType="sibTrans" hideLastTrans="0" cnt="1">
            <dgm:layoutNode name="sibTrans" styleLbl="node1">
              <dgm:alg type="conn">
                <dgm:param type="connRout" val="curve"/>
                <dgm:param type="begPts" val="radial"/>
                <dgm:param type="endPts" val="radial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begPad"/>
                <dgm:constr type="endPad"/>
              </dgm:constrLst>
              <dgm:ruleLst/>
            </dgm:layoutNode>
          </dgm:forEach>
        </dgm:if>
        <dgm:else name="Name12"/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venn1">
  <dgm:title val=""/>
  <dgm:desc val=""/>
  <dgm:catLst>
    <dgm:cat type="relationship" pri="28000"/>
    <dgm:cat type="convert" pri="19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</dgm:cxnLst>
      <dgm:bg/>
      <dgm:whole/>
    </dgm:dataModel>
  </dgm:clrData>
  <dgm:layoutNode name="compositeShape">
    <dgm:varLst>
      <dgm:chMax val="7"/>
      <dgm:dir/>
      <dgm:resizeHandles val="exact"/>
    </dgm:varLst>
    <dgm:choose name="Name0">
      <dgm:if name="Name1" axis="ch" ptType="node" func="cnt" op="equ" val="1">
        <dgm:alg type="composite">
          <dgm:param type="ar" val="1"/>
        </dgm:alg>
      </dgm:if>
      <dgm:if name="Name2" axis="ch" ptType="node" func="cnt" op="equ" val="2">
        <dgm:alg type="composite">
          <dgm:param type="ar" val="1.792"/>
        </dgm:alg>
      </dgm:if>
      <dgm:if name="Name3" axis="ch" ptType="node" func="cnt" op="equ" val="3">
        <dgm:alg type="composite">
          <dgm:param type="ar" val="1"/>
        </dgm:alg>
      </dgm:if>
      <dgm:if name="Name4" axis="ch" ptType="node" func="cnt" op="equ" val="4">
        <dgm:alg type="composite">
          <dgm:param type="ar" val="1"/>
        </dgm:alg>
      </dgm:if>
      <dgm:if name="Name5" axis="ch" ptType="node" func="cnt" op="equ" val="5">
        <dgm:alg type="composite">
          <dgm:param type="ar" val="1.4"/>
        </dgm:alg>
      </dgm:if>
      <dgm:if name="Name6" axis="ch" ptType="node" func="cnt" op="equ" val="6">
        <dgm:alg type="composite">
          <dgm:param type="ar" val="1.285"/>
        </dgm:alg>
      </dgm:if>
      <dgm:if name="Name7" axis="ch" ptType="node" func="cnt" op="equ" val="7">
        <dgm:alg type="composite">
          <dgm:param type="ar" val="1.359"/>
        </dgm:alg>
      </dgm:if>
      <dgm:else name="Name8">
        <dgm:alg type="composite">
          <dgm:param type="ar" val="1.359"/>
        </dgm:alg>
      </dgm:else>
    </dgm:choose>
    <dgm:shape xmlns:r="http://schemas.openxmlformats.org/officeDocument/2006/relationships" r:blip="">
      <dgm:adjLst/>
    </dgm:shape>
    <dgm:presOf/>
    <dgm:choose name="Name9">
      <dgm:if name="Name10" axis="ch" ptType="node" func="cnt" op="equ" val="1">
        <dgm:constrLst>
          <dgm:constr type="ctrX" for="ch" forName="circ1TxSh" refType="w" fact="0.5"/>
          <dgm:constr type="ctrY" for="ch" forName="circ1TxSh" refType="h" fact="0.5"/>
          <dgm:constr type="w" for="ch" forName="circ1TxSh" refType="w"/>
          <dgm:constr type="h" for="ch" forName="circ1TxSh" refType="h"/>
          <dgm:constr type="primFontSz" for="ch" ptType="node" op="equ"/>
        </dgm:constrLst>
      </dgm:if>
      <dgm:if name="Name11" axis="ch" ptType="node" func="cnt" op="equ" val="2">
        <dgm:constrLst>
          <dgm:constr type="ctrX" for="ch" forName="circ1" refType="w" fact="0.3"/>
          <dgm:constr type="ctrY" for="ch" forName="circ1" refType="h" fact="0.5"/>
          <dgm:constr type="w" for="ch" forName="circ1" refType="w" fact="0.555"/>
          <dgm:constr type="h" for="ch" forName="circ1" refType="h" fact="0.99456"/>
          <dgm:constr type="l" for="ch" forName="circ1Tx" refType="w" fact="0.1"/>
          <dgm:constr type="t" for="ch" forName="circ1Tx" refType="h" fact="0.12"/>
          <dgm:constr type="w" for="ch" forName="circ1Tx" refType="w" fact="0.32"/>
          <dgm:constr type="h" for="ch" forName="circ1Tx" refType="h" fact="0.76"/>
          <dgm:constr type="ctrX" for="ch" forName="circ2" refType="w" fact="0.7"/>
          <dgm:constr type="ctrY" for="ch" forName="circ2" refType="h" fact="0.5"/>
          <dgm:constr type="w" for="ch" forName="circ2" refType="w" fact="0.555"/>
          <dgm:constr type="h" for="ch" forName="circ2" refType="h" fact="0.99456"/>
          <dgm:constr type="l" for="ch" forName="circ2Tx" refType="w" fact="0.58"/>
          <dgm:constr type="t" for="ch" forName="circ2Tx" refType="h" fact="0.12"/>
          <dgm:constr type="w" for="ch" forName="circ2Tx" refType="w" fact="0.32"/>
          <dgm:constr type="h" for="ch" forName="circ2Tx" refType="h" fact="0.76"/>
          <dgm:constr type="primFontSz" for="ch" ptType="node" op="equ"/>
        </dgm:constrLst>
      </dgm:if>
      <dgm:if name="Name12" axis="ch" ptType="node" func="cnt" op="equ" val="3">
        <dgm:constrLst>
          <dgm:constr type="ctrX" for="ch" forName="circ1" refType="w" fact="0.5"/>
          <dgm:constr type="ctrY" for="ch" forName="circ1" refType="w" fact="0.25"/>
          <dgm:constr type="w" for="ch" forName="circ1" refType="w" fact="0.6"/>
          <dgm:constr type="h" for="ch" forName="circ1" refType="h" fact="0.6"/>
          <dgm:constr type="l" for="ch" forName="circ1Tx" refType="w" fact="0.28"/>
          <dgm:constr type="t" for="ch" forName="circ1Tx" refType="h" fact="0.055"/>
          <dgm:constr type="w" for="ch" forName="circ1Tx" refType="w" fact="0.44"/>
          <dgm:constr type="h" for="ch" forName="circ1Tx" refType="h" fact="0.27"/>
          <dgm:constr type="ctrX" for="ch" forName="circ2" refType="w" fact="0.7165"/>
          <dgm:constr type="ctrY" for="ch" forName="circ2" refType="w" fact="0.625"/>
          <dgm:constr type="w" for="ch" forName="circ2" refType="w" fact="0.6"/>
          <dgm:constr type="h" for="ch" forName="circ2" refType="h" fact="0.6"/>
          <dgm:constr type="l" for="ch" forName="circ2Tx" refType="w" fact="0.6"/>
          <dgm:constr type="t" for="ch" forName="circ2Tx" refType="h" fact="0.48"/>
          <dgm:constr type="w" for="ch" forName="circ2Tx" refType="w" fact="0.36"/>
          <dgm:constr type="h" for="ch" forName="circ2Tx" refType="h" fact="0.33"/>
          <dgm:constr type="ctrX" for="ch" forName="circ3" refType="w" fact="0.2835"/>
          <dgm:constr type="ctrY" for="ch" forName="circ3" refType="w" fact="0.625"/>
          <dgm:constr type="w" for="ch" forName="circ3" refType="w" fact="0.6"/>
          <dgm:constr type="h" for="ch" forName="circ3" refType="h" fact="0.6"/>
          <dgm:constr type="l" for="ch" forName="circ3Tx" refType="w" fact="0.04"/>
          <dgm:constr type="t" for="ch" forName="circ3Tx" refType="h" fact="0.48"/>
          <dgm:constr type="w" for="ch" forName="circ3Tx" refType="w" fact="0.36"/>
          <dgm:constr type="h" for="ch" forName="circ3Tx" refType="h" fact="0.33"/>
          <dgm:constr type="primFontSz" for="ch" ptType="node" op="equ"/>
        </dgm:constrLst>
      </dgm:if>
      <dgm:if name="Name13" axis="ch" ptType="node" func="cnt" op="equ" val="4">
        <dgm:constrLst>
          <dgm:constr type="ctrX" for="ch" forName="circ1" refType="w" fact="0.5"/>
          <dgm:constr type="ctrY" for="ch" forName="circ1" refType="w" fact="0.27"/>
          <dgm:constr type="w" for="ch" forName="circ1" refType="w" fact="0.52"/>
          <dgm:constr type="h" for="ch" forName="circ1" refType="h" fact="0.52"/>
          <dgm:constr type="l" for="ch" forName="circ1Tx" refType="w" fact="0.3"/>
          <dgm:constr type="t" for="ch" forName="circ1Tx" refType="h" fact="0.08"/>
          <dgm:constr type="w" for="ch" forName="circ1Tx" refType="w" fact="0.4"/>
          <dgm:constr type="h" for="ch" forName="circ1Tx" refType="h" fact="0.165"/>
          <dgm:constr type="ctrX" for="ch" forName="circ2" refType="w" fact="0.73"/>
          <dgm:constr type="ctrY" for="ch" forName="circ2" refType="w" fact="0.5"/>
          <dgm:constr type="w" for="ch" forName="circ2" refType="w" fact="0.52"/>
          <dgm:constr type="h" for="ch" forName="circ2" refType="h" fact="0.52"/>
          <dgm:constr type="r" for="ch" forName="circ2Tx" refType="w" fact="0.95"/>
          <dgm:constr type="t" for="ch" forName="circ2Tx" refType="h" fact="0.3"/>
          <dgm:constr type="w" for="ch" forName="circ2Tx" refType="w" fact="0.2"/>
          <dgm:constr type="h" for="ch" forName="circ2Tx" refType="h" fact="0.4"/>
          <dgm:constr type="ctrX" for="ch" forName="circ3" refType="w" fact="0.5"/>
          <dgm:constr type="ctrY" for="ch" forName="circ3" refType="w" fact="0.73"/>
          <dgm:constr type="w" for="ch" forName="circ3" refType="w" fact="0.52"/>
          <dgm:constr type="h" for="ch" forName="circ3" refType="h" fact="0.52"/>
          <dgm:constr type="l" for="ch" forName="circ3Tx" refType="w" fact="0.3"/>
          <dgm:constr type="b" for="ch" forName="circ3Tx" refType="h" fact="0.92"/>
          <dgm:constr type="w" for="ch" forName="circ3Tx" refType="w" fact="0.4"/>
          <dgm:constr type="h" for="ch" forName="circ3Tx" refType="h" fact="0.165"/>
          <dgm:constr type="ctrX" for="ch" forName="circ4" refType="w" fact="0.27"/>
          <dgm:constr type="ctrY" for="ch" forName="circ4" refType="h" fact="0.5"/>
          <dgm:constr type="w" for="ch" forName="circ4" refType="w" fact="0.52"/>
          <dgm:constr type="h" for="ch" forName="circ4" refType="h" fact="0.52"/>
          <dgm:constr type="l" for="ch" forName="circ4Tx" refType="w" fact="0.05"/>
          <dgm:constr type="t" for="ch" forName="circ4Tx" refType="h" fact="0.3"/>
          <dgm:constr type="w" for="ch" forName="circ4Tx" refType="w" fact="0.2"/>
          <dgm:constr type="h" for="ch" forName="circ4Tx" refType="h" fact="0.4"/>
          <dgm:constr type="primFontSz" for="ch" ptType="node" op="equ"/>
        </dgm:constrLst>
      </dgm:if>
      <dgm:if name="Name14" axis="ch" ptType="node" func="cnt" op="equ" val="5">
        <dgm:constrLst>
          <dgm:constr type="ctrX" for="ch" forName="circ1" refType="w" fact="0.5"/>
          <dgm:constr type="ctrY" for="ch" forName="circ1" refType="h" fact="0.46"/>
          <dgm:constr type="w" for="ch" forName="circ1" refType="w" fact="0.25"/>
          <dgm:constr type="h" for="ch" forName="circ1" refType="h" fact="0.35"/>
          <dgm:constr type="l" for="ch" forName="circ1Tx" refType="w" fact="0.355"/>
          <dgm:constr type="t" for="ch" forName="circ1Tx"/>
          <dgm:constr type="w" for="ch" forName="circ1Tx" refType="w" fact="0.29"/>
          <dgm:constr type="h" for="ch" forName="circ1Tx" refType="h" fact="0.235"/>
          <dgm:constr type="ctrX" for="ch" forName="circ2" refType="w" fact="0.5951"/>
          <dgm:constr type="ctrY" for="ch" forName="circ2" refType="h" fact="0.5567"/>
          <dgm:constr type="w" for="ch" forName="circ2" refType="w" fact="0.25"/>
          <dgm:constr type="h" for="ch" forName="circ2" refType="h" fact="0.35"/>
          <dgm:constr type="l" for="ch" forName="circ2Tx" refType="w" fact="0.74"/>
          <dgm:constr type="t" for="ch" forName="circ2Tx" refType="h" fact="0.31"/>
          <dgm:constr type="w" for="ch" forName="circ2Tx" refType="w" fact="0.26"/>
          <dgm:constr type="h" for="ch" forName="circ2Tx" refType="h" fact="0.255"/>
          <dgm:constr type="ctrX" for="ch" forName="circ3" refType="w" fact="0.5588"/>
          <dgm:constr type="ctrY" for="ch" forName="circ3" refType="h" fact="0.7133"/>
          <dgm:constr type="w" for="ch" forName="circ3" refType="w" fact="0.25"/>
          <dgm:constr type="h" for="ch" forName="circ3" refType="h" fact="0.35"/>
          <dgm:constr type="l" for="ch" forName="circ3Tx" refType="w" fact="0.7"/>
          <dgm:constr type="t" for="ch" forName="circ3Tx" refType="h" fact="0.745"/>
          <dgm:constr type="w" for="ch" forName="circ3Tx" refType="w" fact="0.26"/>
          <dgm:constr type="h" for="ch" forName="circ3Tx" refType="h" fact="0.255"/>
          <dgm:constr type="ctrX" for="ch" forName="circ4" refType="w" fact="0.4412"/>
          <dgm:constr type="ctrY" for="ch" forName="circ4" refType="h" fact="0.7133"/>
          <dgm:constr type="w" for="ch" forName="circ4" refType="w" fact="0.25"/>
          <dgm:constr type="h" for="ch" forName="circ4" refType="h" fact="0.35"/>
          <dgm:constr type="l" for="ch" forName="circ4Tx" refType="w" fact="0.04"/>
          <dgm:constr type="t" for="ch" forName="circ4Tx" refType="h" fact="0.745"/>
          <dgm:constr type="w" for="ch" forName="circ4Tx" refType="w" fact="0.26"/>
          <dgm:constr type="h" for="ch" forName="circ4Tx" refType="h" fact="0.255"/>
          <dgm:constr type="ctrX" for="ch" forName="circ5" refType="w" fact="0.4049"/>
          <dgm:constr type="ctrY" for="ch" forName="circ5" refType="h" fact="0.5567"/>
          <dgm:constr type="w" for="ch" forName="circ5" refType="w" fact="0.25"/>
          <dgm:constr type="h" for="ch" forName="circ5" refType="h" fact="0.35"/>
          <dgm:constr type="l" for="ch" forName="circ5Tx"/>
          <dgm:constr type="t" for="ch" forName="circ5Tx" refType="h" fact="0.31"/>
          <dgm:constr type="w" for="ch" forName="circ5Tx" refType="w" fact="0.26"/>
          <dgm:constr type="h" for="ch" forName="circ5Tx" refType="h" fact="0.255"/>
          <dgm:constr type="primFontSz" for="ch" ptType="node" op="equ"/>
        </dgm:constrLst>
      </dgm:if>
      <dgm:if name="Name15" axis="ch" ptType="node" func="cnt" op="equ" val="6">
        <dgm:constrLst>
          <dgm:constr type="ctrX" for="ch" forName="circ1" refType="w" fact="0.5"/>
          <dgm:constr type="ctrY" for="ch" forName="circ1" refType="h" fact="0.3844"/>
          <dgm:constr type="w" for="ch" forName="circ1" refType="w" fact="0.24"/>
          <dgm:constr type="h" for="ch" forName="circ1" refType="h" fact="0.3084"/>
          <dgm:constr type="l" for="ch" forName="circ1Tx" refType="w" fact="0.35"/>
          <dgm:constr type="t" for="ch" forName="circ1Tx"/>
          <dgm:constr type="w" for="ch" forName="circ1Tx" refType="w" fact="0.3"/>
          <dgm:constr type="h" for="ch" forName="circ1Tx" refType="h" fact="0.21"/>
          <dgm:constr type="ctrX" for="ch" forName="circ2" refType="w" fact="0.5779"/>
          <dgm:constr type="ctrY" for="ch" forName="circ2" refType="h" fact="0.4422"/>
          <dgm:constr type="w" for="ch" forName="circ2" refType="w" fact="0.24"/>
          <dgm:constr type="h" for="ch" forName="circ2" refType="h" fact="0.3084"/>
          <dgm:constr type="l" for="ch" forName="circ2Tx" refType="w" fact="0.7157"/>
          <dgm:constr type="t" for="ch" forName="circ2Tx" refType="h" fact="0.2"/>
          <dgm:constr type="w" for="ch" forName="circ2Tx" refType="w" fact="0.2843"/>
          <dgm:constr type="h" for="ch" forName="circ2Tx" refType="h" fact="0.23"/>
          <dgm:constr type="ctrX" for="ch" forName="circ3" refType="w" fact="0.5779"/>
          <dgm:constr type="ctrY" for="ch" forName="circ3" refType="h" fact="0.5578"/>
          <dgm:constr type="w" for="ch" forName="circ3" refType="w" fact="0.24"/>
          <dgm:constr type="h" for="ch" forName="circ3" refType="h" fact="0.3084"/>
          <dgm:constr type="l" for="ch" forName="circ3Tx" refType="w" fact="0.7157"/>
          <dgm:constr type="t" for="ch" forName="circ3Tx" refType="h" fact="0.543"/>
          <dgm:constr type="w" for="ch" forName="circ3Tx" refType="w" fact="0.2843"/>
          <dgm:constr type="h" for="ch" forName="circ3Tx" refType="h" fact="0.257"/>
          <dgm:constr type="ctrX" for="ch" forName="circ4" refType="w" fact="0.5"/>
          <dgm:constr type="ctrY" for="ch" forName="circ4" refType="h" fact="0.6157"/>
          <dgm:constr type="w" for="ch" forName="circ4" refType="w" fact="0.24"/>
          <dgm:constr type="h" for="ch" forName="circ4" refType="h" fact="0.3084"/>
          <dgm:constr type="l" for="ch" forName="circ4Tx" refType="w" fact="0.35"/>
          <dgm:constr type="t" for="ch" forName="circ4Tx" refType="h" fact="0.79"/>
          <dgm:constr type="w" for="ch" forName="circ4Tx" refType="w" fact="0.3"/>
          <dgm:constr type="h" for="ch" forName="circ4Tx" refType="h" fact="0.21"/>
          <dgm:constr type="ctrX" for="ch" forName="circ5" refType="w" fact="0.4221"/>
          <dgm:constr type="ctrY" for="ch" forName="circ5" refType="h" fact="0.5578"/>
          <dgm:constr type="w" for="ch" forName="circ5" refType="w" fact="0.24"/>
          <dgm:constr type="h" for="ch" forName="circ5" refType="h" fact="0.3084"/>
          <dgm:constr type="l" for="ch" forName="circ5Tx" refType="w" fact="0"/>
          <dgm:constr type="t" for="ch" forName="circ5Tx" refType="h" fact="0.543"/>
          <dgm:constr type="w" for="ch" forName="circ5Tx" refType="w" fact="0.2843"/>
          <dgm:constr type="h" for="ch" forName="circ5Tx" refType="h" fact="0.257"/>
          <dgm:constr type="ctrX" for="ch" forName="circ6" refType="w" fact="0.4221"/>
          <dgm:constr type="ctrY" for="ch" forName="circ6" refType="h" fact="0.4422"/>
          <dgm:constr type="w" for="ch" forName="circ6" refType="w" fact="0.24"/>
          <dgm:constr type="h" for="ch" forName="circ6" refType="h" fact="0.3084"/>
          <dgm:constr type="l" for="ch" forName="circ6Tx" refType="w" fact="0"/>
          <dgm:constr type="t" for="ch" forName="circ6Tx" refType="h" fact="0.2"/>
          <dgm:constr type="w" for="ch" forName="circ6Tx" refType="w" fact="0.2843"/>
          <dgm:constr type="h" for="ch" forName="circ6Tx" refType="h" fact="0.257"/>
          <dgm:constr type="primFontSz" for="ch" ptType="node" op="equ"/>
        </dgm:constrLst>
      </dgm:if>
      <dgm:else name="Name16">
        <dgm:constrLst>
          <dgm:constr type="ctrX" for="ch" forName="circ1" refType="w" fact="0.5"/>
          <dgm:constr type="ctrY" for="ch" forName="circ1" refType="h" fact="0.4177"/>
          <dgm:constr type="w" for="ch" forName="circ1" refType="w" fact="0.24"/>
          <dgm:constr type="h" for="ch" forName="circ1" refType="h" fact="0.3262"/>
          <dgm:constr type="l" for="ch" forName="circ1Tx" refType="w" fact="0.3625"/>
          <dgm:constr type="t" for="ch" forName="circ1Tx"/>
          <dgm:constr type="w" for="ch" forName="circ1Tx" refType="w" fact="0.275"/>
          <dgm:constr type="h" for="ch" forName="circ1Tx" refType="h" fact="0.2"/>
          <dgm:constr type="ctrX" for="ch" forName="circ2" refType="w" fact="0.5704"/>
          <dgm:constr type="ctrY" for="ch" forName="circ2" refType="h" fact="0.4637"/>
          <dgm:constr type="w" for="ch" forName="circ2" refType="w" fact="0.24"/>
          <dgm:constr type="h" for="ch" forName="circ2" refType="h" fact="0.3262"/>
          <dgm:constr type="l" for="ch" forName="circ2Tx" refType="w" fact="0.72"/>
          <dgm:constr type="t" for="ch" forName="circ2Tx" refType="h" fact="0.19"/>
          <dgm:constr type="w" for="ch" forName="circ2Tx" refType="w" fact="0.26"/>
          <dgm:constr type="h" for="ch" forName="circ2Tx" refType="h" fact="0.22"/>
          <dgm:constr type="ctrX" for="ch" forName="circ3" refType="w" fact="0.5877"/>
          <dgm:constr type="ctrY" for="ch" forName="circ3" refType="h" fact="0.5672"/>
          <dgm:constr type="w" for="ch" forName="circ3" refType="w" fact="0.24"/>
          <dgm:constr type="h" for="ch" forName="circ3" refType="h" fact="0.3262"/>
          <dgm:constr type="l" for="ch" forName="circ3Tx" refType="w" fact="0.745"/>
          <dgm:constr type="t" for="ch" forName="circ3Tx" refType="h" fact="0.47"/>
          <dgm:constr type="w" for="ch" forName="circ3Tx" refType="w" fact="0.255"/>
          <dgm:constr type="h" for="ch" forName="circ3Tx" refType="h" fact="0.235"/>
          <dgm:constr type="ctrX" for="ch" forName="circ4" refType="w" fact="0.539"/>
          <dgm:constr type="ctrY" for="ch" forName="circ4" refType="h" fact="0.6502"/>
          <dgm:constr type="w" for="ch" forName="circ4" refType="w" fact="0.24"/>
          <dgm:constr type="h" for="ch" forName="circ4" refType="h" fact="0.3262"/>
          <dgm:constr type="l" for="ch" forName="circ4Tx" refType="w" fact="0.635"/>
          <dgm:constr type="t" for="ch" forName="circ4Tx" refType="h" fact="0.785"/>
          <dgm:constr type="w" for="ch" forName="circ4Tx" refType="w" fact="0.275"/>
          <dgm:constr type="h" for="ch" forName="circ4Tx" refType="h" fact="0.215"/>
          <dgm:constr type="ctrX" for="ch" forName="circ5" refType="w" fact="0.461"/>
          <dgm:constr type="ctrY" for="ch" forName="circ5" refType="h" fact="0.6502"/>
          <dgm:constr type="w" for="ch" forName="circ5" refType="w" fact="0.24"/>
          <dgm:constr type="h" for="ch" forName="circ5" refType="h" fact="0.3262"/>
          <dgm:constr type="l" for="ch" forName="circ5Tx" refType="w" fact="0.09"/>
          <dgm:constr type="t" for="ch" forName="circ5Tx" refType="h" fact="0.785"/>
          <dgm:constr type="w" for="ch" forName="circ5Tx" refType="w" fact="0.275"/>
          <dgm:constr type="h" for="ch" forName="circ5Tx" refType="h" fact="0.215"/>
          <dgm:constr type="ctrX" for="ch" forName="circ6" refType="w" fact="0.4123"/>
          <dgm:constr type="ctrY" for="ch" forName="circ6" refType="h" fact="0.5672"/>
          <dgm:constr type="w" for="ch" forName="circ6" refType="w" fact="0.24"/>
          <dgm:constr type="h" for="ch" forName="circ6" refType="h" fact="0.3262"/>
          <dgm:constr type="l" for="ch" forName="circ6Tx"/>
          <dgm:constr type="t" for="ch" forName="circ6Tx" refType="h" fact="0.47"/>
          <dgm:constr type="w" for="ch" forName="circ6Tx" refType="w" fact="0.255"/>
          <dgm:constr type="h" for="ch" forName="circ6Tx" refType="h" fact="0.235"/>
          <dgm:constr type="ctrX" for="ch" forName="circ7" refType="w" fact="0.4296"/>
          <dgm:constr type="ctrY" for="ch" forName="circ7" refType="h" fact="0.4637"/>
          <dgm:constr type="w" for="ch" forName="circ7" refType="w" fact="0.24"/>
          <dgm:constr type="h" for="ch" forName="circ7" refType="h" fact="0.3262"/>
          <dgm:constr type="l" for="ch" forName="circ7Tx" refType="w" fact="0.02"/>
          <dgm:constr type="t" for="ch" forName="circ7Tx" refType="h" fact="0.19"/>
          <dgm:constr type="w" for="ch" forName="circ7Tx" refType="w" fact="0.26"/>
          <dgm:constr type="h" for="ch" forName="circ7Tx" refType="h" fact="0.22"/>
          <dgm:constr type="primFontSz" for="ch" ptType="node" op="equ"/>
        </dgm:constrLst>
      </dgm:else>
    </dgm:choose>
    <dgm:ruleLst/>
    <dgm:forEach name="Name17" axis="ch" ptType="node" cnt="1">
      <dgm:choose name="Name18">
        <dgm:if name="Name19" axis="root ch" ptType="all node" func="cnt" op="equ" val="1">
          <dgm:layoutNode name="circ1TxSh" styleLbl="vennNode1"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20">
              <dgm:if name="Name21" func="var" arg="dir" op="equ" val="norm">
                <dgm:choose name="Name22">
                  <dgm:if name="Name23" axis="root ch" ptType="all node" func="cnt" op="lte" val="4">
                    <dgm:presOf axis="desOrSelf" ptType="node"/>
                  </dgm:if>
                  <dgm:else name="Name24">
                    <dgm:presOf/>
                  </dgm:else>
                </dgm:choose>
              </dgm:if>
              <dgm:else name="Name25">
                <dgm:choose name="Name26">
                  <dgm:if name="Name27" axis="root ch" ptType="all node" func="cnt" op="equ" val="2">
                    <dgm:presOf axis="root ch desOrSelf" ptType="all node node" st="1 2 1" cnt="1 1 0"/>
                  </dgm:if>
                  <dgm:else name="Name28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if>
        <dgm:else name="Name29">
          <dgm:layoutNode name="circ1" styleLbl="vennNode1">
            <dgm:alg type="sp"/>
            <dgm:shape xmlns:r="http://schemas.openxmlformats.org/officeDocument/2006/relationships" type="ellipse" r:blip="">
              <dgm:adjLst/>
            </dgm:shape>
            <dgm:choose name="Name30">
              <dgm:if name="Name31" func="var" arg="dir" op="equ" val="norm">
                <dgm:choose name="Name32">
                  <dgm:if name="Name33" axis="root ch" ptType="all node" func="cnt" op="lte" val="4">
                    <dgm:presOf axis="desOrSelf" ptType="node"/>
                  </dgm:if>
                  <dgm:else name="Name34">
                    <dgm:presOf/>
                  </dgm:else>
                </dgm:choose>
              </dgm:if>
              <dgm:else name="Name35">
                <dgm:choose name="Name36">
                  <dgm:if name="Name37" axis="root ch" ptType="all node" func="cnt" op="equ" val="2">
                    <dgm:presOf axis="root ch desOrSelf" ptType="all node node" st="1 2 1" cnt="1 1 0"/>
                  </dgm:if>
                  <dgm:else name="Name38">
                    <dgm:choose name="Name39">
                      <dgm:if name="Name40" axis="root ch" ptType="all node" func="cnt" op="lte" val="4">
                        <dgm:presOf axis="desOrSelf" ptType="node"/>
                      </dgm:if>
                      <dgm:else name="Name41">
                        <dgm:presOf/>
                      </dgm:else>
                    </dgm:choose>
                  </dgm:else>
                </dgm:choose>
              </dgm:else>
            </dgm:choose>
            <dgm:constrLst/>
            <dgm:ruleLst/>
          </dgm:layoutNode>
          <dgm:layoutNode name="circ1Tx" styleLbl="revTx">
            <dgm:varLst>
              <dgm:chMax val="0"/>
              <dgm:chPref val="0"/>
              <dgm:bulletEnabled val="1"/>
            </dgm:varLst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choose name="Name42">
              <dgm:if name="Name43" func="var" arg="dir" op="equ" val="norm">
                <dgm:presOf axis="desOrSelf" ptType="node"/>
              </dgm:if>
              <dgm:else name="Name44">
                <dgm:choose name="Name45">
                  <dgm:if name="Name46" axis="root ch" ptType="all node" func="cnt" op="equ" val="2">
                    <dgm:presOf axis="root ch desOrSelf" ptType="all node node" st="1 2 1" cnt="1 1 0"/>
                  </dgm:if>
                  <dgm:else name="Name47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else>
      </dgm:choose>
    </dgm:forEach>
    <dgm:forEach name="Name48" axis="ch" ptType="node" st="2" cnt="1">
      <dgm:layoutNode name="circ2" styleLbl="vennNode1">
        <dgm:alg type="sp"/>
        <dgm:shape xmlns:r="http://schemas.openxmlformats.org/officeDocument/2006/relationships" type="ellipse" r:blip="">
          <dgm:adjLst/>
        </dgm:shape>
        <dgm:choose name="Name49">
          <dgm:if name="Name50" func="var" arg="dir" op="equ" val="norm">
            <dgm:choose name="Name51">
              <dgm:if name="Name52" axis="root ch" ptType="all node" func="cnt" op="lte" val="4">
                <dgm:presOf axis="desOrSelf" ptType="node"/>
              </dgm:if>
              <dgm:else name="Name53">
                <dgm:presOf/>
              </dgm:else>
            </dgm:choose>
          </dgm:if>
          <dgm:else name="Name54">
            <dgm:choose name="Name55">
              <dgm:if name="Name56" axis="root ch" ptType="all node" func="cnt" op="equ" val="2">
                <dgm:presOf axis="root ch desOrSelf" ptType="all node node" st="1 1 1" cnt="1 1 0"/>
              </dgm:if>
              <dgm:if name="Name57" axis="root ch" ptType="all node" func="cnt" op="equ" val="3">
                <dgm:presOf axis="root ch desOrSelf" ptType="all node node" st="1 3 1" cnt="1 1 0"/>
              </dgm:if>
              <dgm:if name="Name58" axis="root ch" ptType="all node" func="cnt" op="equ" val="4">
                <dgm:presOf axis="root ch desOrSelf" ptType="all node node" st="1 4 1" cnt="1 1 0"/>
              </dgm:if>
              <dgm:else name="Name59">
                <dgm:presOf/>
              </dgm:else>
            </dgm:choose>
          </dgm:else>
        </dgm:choose>
        <dgm:constrLst/>
        <dgm:ruleLst/>
      </dgm:layoutNode>
      <dgm:layoutNode name="circ2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60">
          <dgm:if name="Name61" func="var" arg="dir" op="equ" val="norm">
            <dgm:presOf axis="desOrSelf" ptType="node"/>
          </dgm:if>
          <dgm:else name="Name62">
            <dgm:choose name="Name63">
              <dgm:if name="Name64" axis="root ch" ptType="all node" func="cnt" op="equ" val="2">
                <dgm:presOf axis="root ch desOrSelf" ptType="all node node" st="1 1 1" cnt="1 1 0"/>
              </dgm:if>
              <dgm:if name="Name65" axis="root ch" ptType="all node" func="cnt" op="equ" val="3">
                <dgm:presOf axis="root ch desOrSelf" ptType="all node node" st="1 3 1" cnt="1 1 0"/>
              </dgm:if>
              <dgm:if name="Name66" axis="root ch" ptType="all node" func="cnt" op="equ" val="4">
                <dgm:presOf axis="root ch desOrSelf" ptType="all node node" st="1 4 1" cnt="1 1 0"/>
              </dgm:if>
              <dgm:if name="Name67" axis="root ch" ptType="all node" func="cnt" op="equ" val="5">
                <dgm:presOf axis="root ch desOrSelf" ptType="all node node" st="1 5 1" cnt="1 1 0"/>
              </dgm:if>
              <dgm:if name="Name68" axis="root ch" ptType="all node" func="cnt" op="equ" val="6">
                <dgm:presOf axis="root ch desOrSelf" ptType="all node node" st="1 6 1" cnt="1 1 0"/>
              </dgm:if>
              <dgm:else name="Name69">
                <dgm:presOf axis="root ch desOrSelf" ptType="all node node" st="1 7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70" axis="ch" ptType="node" st="3" cnt="1">
      <dgm:layoutNode name="circ3" styleLbl="vennNode1">
        <dgm:alg type="sp"/>
        <dgm:shape xmlns:r="http://schemas.openxmlformats.org/officeDocument/2006/relationships" type="ellipse" r:blip="">
          <dgm:adjLst/>
        </dgm:shape>
        <dgm:choose name="Name71">
          <dgm:if name="Name72" func="var" arg="dir" op="equ" val="norm">
            <dgm:choose name="Name73">
              <dgm:if name="Name74" axis="root ch" ptType="all node" func="cnt" op="lte" val="4">
                <dgm:presOf axis="desOrSelf" ptType="node"/>
              </dgm:if>
              <dgm:else name="Name75">
                <dgm:presOf/>
              </dgm:else>
            </dgm:choose>
          </dgm:if>
          <dgm:else name="Name76">
            <dgm:choose name="Name77">
              <dgm:if name="Name78" axis="root ch" ptType="all node" func="cnt" op="equ" val="3">
                <dgm:presOf axis="root ch desOrSelf" ptType="all node node" st="1 2 1" cnt="1 1 0"/>
              </dgm:if>
              <dgm:if name="Name79" axis="root ch" ptType="all node" func="cnt" op="equ" val="4">
                <dgm:presOf axis="root ch desOrSelf" ptType="all node node" st="1 3 1" cnt="1 1 0"/>
              </dgm:if>
              <dgm:else name="Name80">
                <dgm:presOf/>
              </dgm:else>
            </dgm:choose>
          </dgm:else>
        </dgm:choose>
        <dgm:constrLst/>
        <dgm:ruleLst/>
      </dgm:layoutNode>
      <dgm:layoutNode name="circ3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81">
          <dgm:if name="Name82" func="var" arg="dir" op="equ" val="norm">
            <dgm:presOf axis="desOrSelf" ptType="node"/>
          </dgm:if>
          <dgm:else name="Name83">
            <dgm:choose name="Name84">
              <dgm:if name="Name85" axis="root ch" ptType="all node" func="cnt" op="equ" val="3">
                <dgm:presOf axis="root ch desOrSelf" ptType="all node node" st="1 2 1" cnt="1 1 0"/>
              </dgm:if>
              <dgm:if name="Name86" axis="root ch" ptType="all node" func="cnt" op="equ" val="4">
                <dgm:presOf axis="root ch desOrSelf" ptType="all node node" st="1 3 1" cnt="1 1 0"/>
              </dgm:if>
              <dgm:if name="Name87" axis="root ch" ptType="all node" func="cnt" op="equ" val="5">
                <dgm:presOf axis="root ch desOrSelf" ptType="all node node" st="1 4 1" cnt="1 1 0"/>
              </dgm:if>
              <dgm:if name="Name88" axis="root ch" ptType="all node" func="cnt" op="equ" val="6">
                <dgm:presOf axis="root ch desOrSelf" ptType="all node node" st="1 5 1" cnt="1 1 0"/>
              </dgm:if>
              <dgm:else name="Name89">
                <dgm:presOf axis="root ch desOrSelf" ptType="all node node" st="1 6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90" axis="ch" ptType="node" st="4" cnt="1">
      <dgm:layoutNode name="circ4" styleLbl="vennNode1">
        <dgm:alg type="sp"/>
        <dgm:shape xmlns:r="http://schemas.openxmlformats.org/officeDocument/2006/relationships" type="ellipse" r:blip="">
          <dgm:adjLst/>
        </dgm:shape>
        <dgm:choose name="Name91">
          <dgm:if name="Name92" func="var" arg="dir" op="equ" val="norm">
            <dgm:choose name="Name93">
              <dgm:if name="Name94" axis="root ch" ptType="all node" func="cnt" op="lte" val="4">
                <dgm:presOf axis="desOrSelf" ptType="node"/>
              </dgm:if>
              <dgm:else name="Name95">
                <dgm:presOf/>
              </dgm:else>
            </dgm:choose>
          </dgm:if>
          <dgm:else name="Name96">
            <dgm:choose name="Name97">
              <dgm:if name="Name98" axis="root ch" ptType="all node" func="cnt" op="equ" val="4">
                <dgm:presOf axis="root ch desOrSelf" ptType="all node node" st="1 2 1" cnt="1 1 0"/>
              </dgm:if>
              <dgm:else name="Name99">
                <dgm:presOf/>
              </dgm:else>
            </dgm:choose>
          </dgm:else>
        </dgm:choose>
        <dgm:constrLst/>
        <dgm:ruleLst/>
      </dgm:layoutNode>
      <dgm:layoutNode name="circ4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0">
          <dgm:if name="Name101" func="var" arg="dir" op="equ" val="norm">
            <dgm:presOf axis="desOrSelf" ptType="node"/>
          </dgm:if>
          <dgm:else name="Name102">
            <dgm:choose name="Name103">
              <dgm:if name="Name104" axis="root ch" ptType="all node" func="cnt" op="equ" val="4">
                <dgm:presOf axis="root ch desOrSelf" ptType="all node node" st="1 2 1" cnt="1 1 0"/>
              </dgm:if>
              <dgm:if name="Name105" axis="root ch" ptType="all node" func="cnt" op="equ" val="5">
                <dgm:presOf axis="root ch desOrSelf" ptType="all node node" st="1 3 1" cnt="1 1 0"/>
              </dgm:if>
              <dgm:if name="Name106" axis="root ch" ptType="all node" func="cnt" op="equ" val="6">
                <dgm:presOf axis="root ch desOrSelf" ptType="all node node" st="1 4 1" cnt="1 1 0"/>
              </dgm:if>
              <dgm:else name="Name107">
                <dgm:presOf axis="root ch desOrSelf" ptType="all node node" st="1 5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08" axis="ch" ptType="node" st="5" cnt="1">
      <dgm:layoutNode name="circ5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5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9">
          <dgm:if name="Name110" func="var" arg="dir" op="equ" val="norm">
            <dgm:presOf axis="desOrSelf" ptType="node"/>
          </dgm:if>
          <dgm:else name="Name111">
            <dgm:choose name="Name112">
              <dgm:if name="Name113" axis="root ch" ptType="all node" func="cnt" op="equ" val="5">
                <dgm:presOf axis="root ch desOrSelf" ptType="all node node" st="1 2 1" cnt="1 1 0"/>
              </dgm:if>
              <dgm:if name="Name114" axis="root ch" ptType="all node" func="cnt" op="equ" val="6">
                <dgm:presOf axis="root ch desOrSelf" ptType="all node node" st="1 3 1" cnt="1 1 0"/>
              </dgm:if>
              <dgm:else name="Name115">
                <dgm:presOf axis="root ch desOrSelf" ptType="all node node" st="1 4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16" axis="ch" ptType="node" st="6" cnt="1">
      <dgm:layoutNode name="circ6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6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17">
          <dgm:if name="Name118" func="var" arg="dir" op="equ" val="norm">
            <dgm:presOf axis="desOrSelf" ptType="node"/>
          </dgm:if>
          <dgm:else name="Name119">
            <dgm:choose name="Name120">
              <dgm:if name="Name121" axis="root ch" ptType="all node" func="cnt" op="equ" val="6">
                <dgm:presOf axis="root ch desOrSelf" ptType="all node node" st="1 2 1" cnt="1 1 0"/>
              </dgm:if>
              <dgm:else name="Name122">
                <dgm:presOf axis="root ch desOrSelf" ptType="all node node" st="1 3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23" axis="ch" ptType="node" st="7" cnt="1">
      <dgm:layoutNode name="circ7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7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24">
          <dgm:if name="Name125" func="var" arg="dir" op="equ" val="norm">
            <dgm:presOf axis="desOrSelf" ptType="node"/>
          </dgm:if>
          <dgm:else name="Name126">
            <dgm:presOf axis="root ch desOrSelf" ptType="all node node" st="1 2 1" cnt="1 1 0"/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993081118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1" name="Google Shape;9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2452151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622C6AF8-29EE-B898-AED3-AF70CD8800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E4E2CBAD-82BD-A0FC-7CFF-1A422C38645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5B335324-82D2-FD4A-92A0-750403AE05F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98068482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CAF8D011-1978-0123-5CB2-07F259488B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1F30FEB0-AB40-4EED-9FDB-BD2BDC5B187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40132642-52DF-B83A-52A1-4C0392323CE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22111950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09D8B882-0A42-A997-B7C2-B7E4A790F7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C0D5EBF7-7AF6-6579-8561-57B613E9489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4533F13B-1510-E87D-A49C-D1857BE0DD8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22620071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6BF395B1-0DDA-EC2D-8CD4-6D4FF14A33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424A4F30-E86A-115B-0CE7-D952412617F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6889E4CB-D564-C918-3A24-F3AEE033CEF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84596374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4BB2C93B-7FE2-A8D6-21D2-CB1FAAB416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B35863A3-7B58-0DD0-4438-352440F081B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1C70A685-A7E2-6333-F188-6854C80611A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51191623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6BF395B1-0DDA-EC2D-8CD4-6D4FF14A33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424A4F30-E86A-115B-0CE7-D952412617F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6889E4CB-D564-C918-3A24-F3AEE033CEF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84596374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919778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CE744BD3-2273-63E8-B289-EF3B2B107E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7F32C7BD-C65E-21E0-A5D7-96E9D601935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A256D67B-D43A-765B-55B7-6128E938068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49399315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933566B8-DF3A-05B0-31BF-3E9330E905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6E1D4698-774E-05EC-35A8-C442A34DE00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9F45E652-90CA-7AD8-28F6-16ACCE6A235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14438428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618896A3-CA15-4C87-8FB7-24487FE577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29BF4E4D-8363-3E77-BFA5-048BFD297EF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F1179ABD-E767-1A65-FB79-9B790ADA685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51703336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CE744BD3-2273-63E8-B289-EF3B2B107E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7F32C7BD-C65E-21E0-A5D7-96E9D601935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A256D67B-D43A-765B-55B7-6128E938068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34182375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38CC7291-0158-2CF9-E3E7-C104BA8763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8B9D57E8-6C07-996D-1CC3-BF44C62ABF1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B91E2C0C-79EA-9DB7-B0A8-4CEF2F72D79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0456188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userDrawn="1">
  <p:cSld name="OBJECT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9"/>
          <p:cNvSpPr txBox="1">
            <a:spLocks noGrp="1"/>
          </p:cNvSpPr>
          <p:nvPr>
            <p:ph type="body" idx="1"/>
          </p:nvPr>
        </p:nvSpPr>
        <p:spPr>
          <a:xfrm>
            <a:off x="914400" y="1314450"/>
            <a:ext cx="8001000" cy="33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81000" algn="l">
              <a:lnSpc>
                <a:spcPct val="115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914400" marR="0" lvl="1" indent="-355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pic>
        <p:nvPicPr>
          <p:cNvPr id="3" name="Picture 2" descr="A red rectangular sign with a logo and a globe&#10;&#10;AI-generated content may be incorrect.">
            <a:extLst>
              <a:ext uri="{FF2B5EF4-FFF2-40B4-BE49-F238E27FC236}">
                <a16:creationId xmlns:a16="http://schemas.microsoft.com/office/drawing/2014/main" id="{E3B45E01-6076-AFEE-F2AB-CE7DAC5DAF0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0906" y="22034"/>
            <a:ext cx="652311" cy="104895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E5F213-031A-95AD-897E-DD31668ADE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CEDF7FE-8238-E952-EC20-938FFD7042D7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12725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dk1"/>
        </a:solidFill>
        <a:effectLst/>
      </p:bgPr>
    </p:bg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oogle Shape;25;p3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3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" name="Google Shape;27;p3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8" name="Google Shape;28;p32"/>
          <p:cNvSpPr txBox="1">
            <a:spLocks noGrp="1"/>
          </p:cNvSpPr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9" name="Google Shape;29;p32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33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2" name="Google Shape;32;p3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3" name="Google Shape;33;p3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" name="Google Shape;34;p3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5" name="Google Shape;35;p33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 dirty="0"/>
          </a:p>
        </p:txBody>
      </p:sp>
      <p:sp>
        <p:nvSpPr>
          <p:cNvPr id="36" name="Google Shape;36;p33"/>
          <p:cNvSpPr txBox="1">
            <a:spLocks noGrp="1"/>
          </p:cNvSpPr>
          <p:nvPr>
            <p:ph type="body" idx="1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7" name="Google Shape;37;p33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3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0" name="Google Shape;40;p3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1" name="Google Shape;41;p3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" name="Google Shape;42;p3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3" name="Google Shape;43;p34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44" name="Google Shape;44;p34"/>
          <p:cNvSpPr txBox="1">
            <a:spLocks noGrp="1"/>
          </p:cNvSpPr>
          <p:nvPr>
            <p:ph type="body" idx="1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45" name="Google Shape;45;p34"/>
          <p:cNvSpPr txBox="1">
            <a:spLocks noGrp="1"/>
          </p:cNvSpPr>
          <p:nvPr>
            <p:ph type="body" idx="2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46" name="Google Shape;46;p34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3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9" name="Google Shape;49;p3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3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" name="Google Shape;51;p3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2" name="Google Shape;52;p35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53" name="Google Shape;53;p35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6" name="Google Shape;56;p3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7" name="Google Shape;57;p3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" name="Google Shape;58;p3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9" name="Google Shape;59;p36"/>
          <p:cNvSpPr txBox="1">
            <a:spLocks noGrp="1"/>
          </p:cNvSpPr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60" name="Google Shape;60;p36"/>
          <p:cNvSpPr txBox="1">
            <a:spLocks noGrp="1"/>
          </p:cNvSpPr>
          <p:nvPr>
            <p:ph type="body" idx="1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61" name="Google Shape;61;p36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accent3"/>
        </a:solidFill>
        <a:effectLst/>
      </p:bgPr>
    </p:bg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37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64" name="Google Shape;64;p3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" name="Google Shape;65;p3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6" name="Google Shape;66;p37"/>
          <p:cNvSpPr txBox="1">
            <a:spLocks noGrp="1"/>
          </p:cNvSpPr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67" name="Google Shape;67;p37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8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0" name="Google Shape;70;p38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71" name="Google Shape;71;p3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" name="Google Shape;72;p3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3" name="Google Shape;73;p38"/>
          <p:cNvSpPr txBox="1">
            <a:spLocks noGrp="1"/>
          </p:cNvSpPr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74" name="Google Shape;74;p38"/>
          <p:cNvSpPr txBox="1">
            <a:spLocks noGrp="1"/>
          </p:cNvSpPr>
          <p:nvPr>
            <p:ph type="subTitle" idx="1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75" name="Google Shape;75;p38"/>
          <p:cNvSpPr txBox="1">
            <a:spLocks noGrp="1"/>
          </p:cNvSpPr>
          <p:nvPr>
            <p:ph type="body" idx="2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76" name="Google Shape;76;p38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39"/>
          <p:cNvSpPr txBox="1">
            <a:spLocks noGrp="1"/>
          </p:cNvSpPr>
          <p:nvPr>
            <p:ph type="body" idx="1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>
            <a:endParaRPr/>
          </a:p>
        </p:txBody>
      </p:sp>
      <p:sp>
        <p:nvSpPr>
          <p:cNvPr id="79" name="Google Shape;79;p39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solidFill>
          <a:schemeClr val="dk1"/>
        </a:solidFill>
        <a:effectLst/>
      </p:bgPr>
    </p:bg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1" name="Google Shape;81;p40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82" name="Google Shape;82;p40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" name="Google Shape;83;p40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4" name="Google Shape;84;p40"/>
          <p:cNvSpPr txBox="1">
            <a:spLocks noGrp="1"/>
          </p:cNvSpPr>
          <p:nvPr>
            <p:ph type="title" hasCustomPrompt="1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85" name="Google Shape;85;p40"/>
          <p:cNvSpPr txBox="1">
            <a:spLocks noGrp="1"/>
          </p:cNvSpPr>
          <p:nvPr>
            <p:ph type="body" idx="1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86" name="Google Shape;86;p40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41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30E067-05BA-3068-8F0D-B3C073B803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399BB7D-4B8D-4670-0220-D1EB44F3B350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875008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280309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78030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treamline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7;p2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marR="0" lvl="6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marR="0" lvl="7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marR="0" lvl="8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 dirty="0"/>
          </a:p>
        </p:txBody>
      </p:sp>
      <p:sp>
        <p:nvSpPr>
          <p:cNvPr id="8" name="Google Shape;8;p28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62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  <p:sldLayoutId id="2147483663" r:id="rId13"/>
    <p:sldLayoutId id="2147483664" r:id="rId14"/>
    <p:sldLayoutId id="2147483665" r:id="rId15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sv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sv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5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15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15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15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15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15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15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onlinecourses.nptel.ac.in/noc25_cs108/preview?utm_source=chatgpt.com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www.youtube.com/watch?v=Z6f9ckEElsU&amp;utm_source=chatgpt.com" TargetMode="External"/><Relationship Id="rId4" Type="http://schemas.openxmlformats.org/officeDocument/2006/relationships/hyperlink" Target="https://www.youtube.com/watch?v=IHx9ImEMuzQ" TargetMode="Externa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handigarh University Archives - Worldwide Transcript"/>
          <p:cNvPicPr>
            <a:picLocks noChangeAspect="1" noChangeArrowheads="1"/>
          </p:cNvPicPr>
          <p:nvPr/>
        </p:nvPicPr>
        <p:blipFill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537" y="1217517"/>
            <a:ext cx="2782983" cy="27829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3" name="Google Shape;93;p1"/>
          <p:cNvSpPr txBox="1"/>
          <p:nvPr/>
        </p:nvSpPr>
        <p:spPr>
          <a:xfrm>
            <a:off x="6572250" y="48815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1"/>
          <p:cNvSpPr/>
          <p:nvPr/>
        </p:nvSpPr>
        <p:spPr>
          <a:xfrm rot="10800000" flipH="1">
            <a:off x="7796638" y="4287563"/>
            <a:ext cx="968400" cy="867900"/>
          </a:xfrm>
          <a:prstGeom prst="rtTriangle">
            <a:avLst/>
          </a:prstGeom>
          <a:solidFill>
            <a:srgbClr val="F2F2F2">
              <a:alpha val="16078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1"/>
          <p:cNvSpPr/>
          <p:nvPr/>
        </p:nvSpPr>
        <p:spPr>
          <a:xfrm flipH="1">
            <a:off x="5284799" y="-48815"/>
            <a:ext cx="3859200" cy="4389900"/>
          </a:xfrm>
          <a:prstGeom prst="rtTriangle">
            <a:avLst/>
          </a:prstGeom>
          <a:solidFill>
            <a:srgbClr val="F2F2F2">
              <a:alpha val="16078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1"/>
          <p:cNvSpPr/>
          <p:nvPr/>
        </p:nvSpPr>
        <p:spPr>
          <a:xfrm>
            <a:off x="1593056" y="1519145"/>
            <a:ext cx="5122200" cy="1185600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2659">
                <a:srgbClr val="FFFFFF">
                  <a:alpha val="0"/>
                </a:srgbClr>
              </a:gs>
              <a:gs pos="15000">
                <a:srgbClr val="FFFFFF">
                  <a:alpha val="33333"/>
                </a:srgbClr>
              </a:gs>
              <a:gs pos="51000">
                <a:schemeClr val="lt1"/>
              </a:gs>
              <a:gs pos="94000">
                <a:srgbClr val="FFFFFF">
                  <a:alpha val="33333"/>
                </a:srgbClr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"/>
          <p:cNvSpPr/>
          <p:nvPr/>
        </p:nvSpPr>
        <p:spPr>
          <a:xfrm flipH="1">
            <a:off x="7360500" y="3929250"/>
            <a:ext cx="1774800" cy="1200300"/>
          </a:xfrm>
          <a:prstGeom prst="rtTriangle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1"/>
          <p:cNvSpPr txBox="1"/>
          <p:nvPr/>
        </p:nvSpPr>
        <p:spPr>
          <a:xfrm>
            <a:off x="698809" y="973866"/>
            <a:ext cx="7997747" cy="39056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 Black"/>
              <a:buNone/>
            </a:pPr>
            <a:r>
              <a:rPr lang="en-US" sz="3200" b="1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 Black"/>
              </a:rPr>
              <a:t>UNIVERSITY INSTITUTE OF </a:t>
            </a:r>
            <a:r>
              <a:rPr lang="en-US" sz="3200" b="1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 Black"/>
              </a:rPr>
              <a:t>ENGINEERING </a:t>
            </a:r>
            <a:endParaRPr sz="1050" b="0" i="0" u="none" strike="noStrike" cap="none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112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 Black"/>
              <a:buNone/>
            </a:pPr>
            <a:r>
              <a:rPr lang="en-US" sz="3200" b="1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 Black"/>
              </a:rPr>
              <a:t>AIT-CSE</a:t>
            </a:r>
            <a:endParaRPr sz="1050" b="0" i="0" u="none" strike="noStrike" cap="none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lvl="0" algn="ctr">
              <a:lnSpc>
                <a:spcPct val="90000"/>
              </a:lnSpc>
              <a:spcBef>
                <a:spcPts val="1120"/>
              </a:spcBef>
              <a:buClr>
                <a:schemeClr val="dk1"/>
              </a:buClr>
              <a:buSzPts val="2800"/>
            </a:pPr>
            <a:r>
              <a:rPr lang="en-IN" sz="2400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 New Roman"/>
              </a:rPr>
              <a:t>B.E CSE </a:t>
            </a:r>
            <a:endParaRPr lang="en-IN" sz="2000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0" algn="ctr">
              <a:lnSpc>
                <a:spcPct val="90000"/>
              </a:lnSpc>
              <a:spcBef>
                <a:spcPts val="1120"/>
              </a:spcBef>
              <a:buClr>
                <a:schemeClr val="dk1"/>
              </a:buClr>
              <a:buSzPts val="2800"/>
            </a:pPr>
            <a:r>
              <a:rPr lang="en-IN" sz="2400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 New Roman"/>
              </a:rPr>
              <a:t>AIML/ 6</a:t>
            </a:r>
            <a:r>
              <a:rPr lang="en-IN" sz="2400" baseline="30000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 New Roman"/>
              </a:rPr>
              <a:t>th</a:t>
            </a:r>
            <a:endParaRPr lang="en-IN" sz="2400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Times New Roman"/>
            </a:endParaRPr>
          </a:p>
          <a:p>
            <a:pPr algn="ctr">
              <a:spcBef>
                <a:spcPts val="1120"/>
              </a:spcBef>
              <a:buSzPts val="3200"/>
            </a:pPr>
            <a:r>
              <a:rPr lang="en-IN" sz="2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SOFTWARE ENGINEERING </a:t>
            </a:r>
            <a:br>
              <a:rPr lang="en-IN" sz="2800" dirty="0"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en-US" sz="2400" dirty="0">
                <a:solidFill>
                  <a:schemeClr val="bg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23CSH-374</a:t>
            </a:r>
            <a:r>
              <a:rPr lang="en-IN" sz="2400" dirty="0">
                <a:solidFill>
                  <a:schemeClr val="bg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algn="ctr">
              <a:spcBef>
                <a:spcPts val="1120"/>
              </a:spcBef>
              <a:buSzPts val="3200"/>
            </a:pP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Faculty Name : Dr Geeta Rani              </a:t>
            </a:r>
            <a:r>
              <a:rPr lang="en-US" sz="20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CUmail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-ID : geeta.e15227@cumail.in</a:t>
            </a:r>
          </a:p>
          <a:p>
            <a:pPr>
              <a:spcBef>
                <a:spcPts val="1120"/>
              </a:spcBef>
              <a:buSzPts val="3200"/>
            </a:pP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Designation : Associate Professor</a:t>
            </a:r>
            <a:endParaRPr lang="en-US" sz="3600" b="1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85E2170-6E52-163D-4579-180ED8258362}"/>
              </a:ext>
            </a:extLst>
          </p:cNvPr>
          <p:cNvSpPr txBox="1"/>
          <p:nvPr/>
        </p:nvSpPr>
        <p:spPr>
          <a:xfrm>
            <a:off x="5284800" y="0"/>
            <a:ext cx="3859199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N" sz="2000" b="1" dirty="0">
                <a:solidFill>
                  <a:schemeClr val="bg1">
                    <a:lumMod val="6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Academic Session 2025-26 </a:t>
            </a:r>
          </a:p>
          <a:p>
            <a:pPr algn="r"/>
            <a:r>
              <a:rPr lang="en-IN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EVEN Semester Jan-Jun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99AA823F-7647-EC23-1D1D-BE99682D04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B68E489D-DEF7-172C-BBAC-D35CA1568FA2}"/>
              </a:ext>
            </a:extLst>
          </p:cNvPr>
          <p:cNvGrpSpPr/>
          <p:nvPr/>
        </p:nvGrpSpPr>
        <p:grpSpPr>
          <a:xfrm>
            <a:off x="557644" y="482539"/>
            <a:ext cx="8277101" cy="444600"/>
            <a:chOff x="0" y="6299"/>
            <a:chExt cx="5580934" cy="444600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18D3AC0D-843C-8079-7685-CF8E1B7049EE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0A2AB195-9CC4-1DA1-CFC9-569DD2CAE32C}"/>
                </a:ext>
              </a:extLst>
            </p:cNvPr>
            <p:cNvSpPr txBox="1"/>
            <p:nvPr/>
          </p:nvSpPr>
          <p:spPr>
            <a:xfrm>
              <a:off x="21704" y="28003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rPr lang="en-US" sz="4000" b="1" i="0" u="none" strike="noStrike" cap="none" dirty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Arial"/>
                </a:rPr>
                <a:t>Course Objectives </a:t>
              </a:r>
            </a:p>
          </p:txBody>
        </p:sp>
      </p:grpSp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826FD4B4-7817-D0EB-1F71-78AE2F3112A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1330585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1" i="0" u="none" strike="noStrike" cap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407E2C6-9DD9-D9F6-FAFD-68257A85FB83}"/>
              </a:ext>
            </a:extLst>
          </p:cNvPr>
          <p:cNvSpPr txBox="1"/>
          <p:nvPr/>
        </p:nvSpPr>
        <p:spPr>
          <a:xfrm>
            <a:off x="8709003" y="85987"/>
            <a:ext cx="3834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16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7C741A-FADA-20D3-9798-F44278B29F12}"/>
              </a:ext>
            </a:extLst>
          </p:cNvPr>
          <p:cNvSpPr txBox="1"/>
          <p:nvPr/>
        </p:nvSpPr>
        <p:spPr>
          <a:xfrm>
            <a:off x="757500" y="898115"/>
            <a:ext cx="7796667" cy="42043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Understand fundamental software engineering processes, SDLC models, and requirement engineering techniques used in real-world projects.</a:t>
            </a:r>
            <a:endParaRPr lang="en-IN" sz="1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Apply modeling concepts, design principles, and UML diagrams to represent system structures and behaviors effectively.</a:t>
            </a:r>
            <a:endParaRPr lang="en-IN" sz="1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Analyze various software development, design, and testing strategies to determine their suitability for different project scenarios.</a:t>
            </a:r>
            <a:endParaRPr lang="en-IN" sz="1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Evaluate software solutions and project management practices based on quality metrics, design principles, and testing outcomes.</a:t>
            </a:r>
            <a:endParaRPr lang="en-IN" sz="1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Create structured requirement documents, UML models, test plans, and project management artifacts for medium-scale software systems.</a:t>
            </a:r>
            <a:endParaRPr lang="en-IN" sz="1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04322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4BED8776-82A9-C3BD-5844-FF05405138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00E0E5BE-FA8F-5957-A3CD-8C1DD3BFF409}"/>
              </a:ext>
            </a:extLst>
          </p:cNvPr>
          <p:cNvGrpSpPr/>
          <p:nvPr/>
        </p:nvGrpSpPr>
        <p:grpSpPr>
          <a:xfrm>
            <a:off x="748144" y="218172"/>
            <a:ext cx="8277101" cy="444600"/>
            <a:chOff x="0" y="6299"/>
            <a:chExt cx="5580934" cy="444600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D89AB046-BF5D-9FB0-A377-F7F7D02D466C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E02AF8FA-0EE9-C2FB-6C1E-80FEF5B5E3AC}"/>
                </a:ext>
              </a:extLst>
            </p:cNvPr>
            <p:cNvSpPr txBox="1"/>
            <p:nvPr/>
          </p:nvSpPr>
          <p:spPr>
            <a:xfrm>
              <a:off x="21704" y="28003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rPr lang="en-US" sz="4000" b="1" i="0" u="none" strike="noStrike" cap="none" dirty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Arial"/>
                </a:rPr>
                <a:t>Course Outcomes</a:t>
              </a:r>
            </a:p>
          </p:txBody>
        </p:sp>
      </p:grpSp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6C9CDB22-B6A6-EEC4-E538-5F62E68049E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1422025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1" i="0" u="none" strike="noStrike" cap="none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709003" y="85987"/>
            <a:ext cx="3834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16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DF55B9C3-0D82-6862-B56F-2DBD19B3AEFD}"/>
              </a:ext>
            </a:extLst>
          </p:cNvPr>
          <p:cNvGraphicFramePr>
            <a:graphicFrameLocks noGrp="1"/>
          </p:cNvGraphicFramePr>
          <p:nvPr/>
        </p:nvGraphicFramePr>
        <p:xfrm>
          <a:off x="748144" y="1079124"/>
          <a:ext cx="7382396" cy="3770750"/>
        </p:xfrm>
        <a:graphic>
          <a:graphicData uri="http://schemas.openxmlformats.org/drawingml/2006/table">
            <a:tbl>
              <a:tblPr firstRow="1" firstCol="1" bandRow="1">
                <a:tableStyleId>{2D5ABB26-0587-4C30-8999-92F81FD0307C}</a:tableStyleId>
              </a:tblPr>
              <a:tblGrid>
                <a:gridCol w="844436">
                  <a:extLst>
                    <a:ext uri="{9D8B030D-6E8A-4147-A177-3AD203B41FA5}">
                      <a16:colId xmlns:a16="http://schemas.microsoft.com/office/drawing/2014/main" val="194261115"/>
                    </a:ext>
                  </a:extLst>
                </a:gridCol>
                <a:gridCol w="6537960">
                  <a:extLst>
                    <a:ext uri="{9D8B030D-6E8A-4147-A177-3AD203B41FA5}">
                      <a16:colId xmlns:a16="http://schemas.microsoft.com/office/drawing/2014/main" val="3570576572"/>
                    </a:ext>
                  </a:extLst>
                </a:gridCol>
              </a:tblGrid>
              <a:tr h="547437"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600" b="1" u="none" strike="noStrike" cap="none" dirty="0">
                          <a:ln>
                            <a:solidFill>
                              <a:schemeClr val="bg2"/>
                            </a:solidFill>
                          </a:ln>
                          <a:solidFill>
                            <a:sysClr val="windowText" lastClr="000000"/>
                          </a:solidFill>
                          <a:sym typeface="Arial"/>
                        </a:rPr>
                        <a:t>CO No.</a:t>
                      </a:r>
                      <a:endParaRPr lang="en-IN" sz="1600" b="1" i="0" u="none" strike="noStrike" cap="none" dirty="0">
                        <a:ln>
                          <a:solidFill>
                            <a:schemeClr val="bg2"/>
                          </a:solidFill>
                        </a:ln>
                        <a:solidFill>
                          <a:sysClr val="windowText" lastClr="000000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600" b="1" u="none" strike="noStrike" cap="none" dirty="0">
                          <a:ln>
                            <a:solidFill>
                              <a:schemeClr val="bg2"/>
                            </a:solidFill>
                          </a:ln>
                          <a:solidFill>
                            <a:sysClr val="windowText" lastClr="000000"/>
                          </a:solidFill>
                          <a:sym typeface="Arial"/>
                        </a:rPr>
                        <a:t>Statement</a:t>
                      </a:r>
                      <a:endParaRPr lang="en-IN" sz="1600" b="1" i="0" u="none" strike="noStrike" cap="none" dirty="0">
                        <a:ln>
                          <a:solidFill>
                            <a:schemeClr val="bg2"/>
                          </a:solidFill>
                        </a:ln>
                        <a:solidFill>
                          <a:sysClr val="windowText" lastClr="000000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05914877"/>
                  </a:ext>
                </a:extLst>
              </a:tr>
              <a:tr h="557708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b="0" u="none" strike="noStrike" cap="none" dirty="0">
                          <a:ln>
                            <a:solidFill>
                              <a:schemeClr val="bg2"/>
                            </a:solidFill>
                          </a:ln>
                          <a:solidFill>
                            <a:sysClr val="windowText" lastClr="00000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  <a:sym typeface="Arial"/>
                        </a:rPr>
                        <a:t>CO1</a:t>
                      </a:r>
                      <a:endParaRPr lang="en-IN" sz="1800" b="0" i="0" u="none" strike="noStrike" cap="none" dirty="0">
                        <a:ln>
                          <a:solidFill>
                            <a:schemeClr val="bg2"/>
                          </a:solidFill>
                        </a:ln>
                        <a:solidFill>
                          <a:sysClr val="windowText" lastClr="000000"/>
                        </a:solidFill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1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b="0" u="none" strike="noStrike" cap="none" dirty="0">
                          <a:ln>
                            <a:solidFill>
                              <a:schemeClr val="bg2"/>
                            </a:solidFill>
                          </a:ln>
                          <a:solidFill>
                            <a:sysClr val="windowText" lastClr="00000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  <a:sym typeface="Arial"/>
                        </a:rPr>
                        <a:t>Explain SDLC models, requirement principles, testing strategies, and project management concepts.</a:t>
                      </a:r>
                      <a:endParaRPr lang="en-IN" sz="1800" b="0" i="0" u="none" strike="noStrike" cap="none" dirty="0">
                        <a:ln>
                          <a:solidFill>
                            <a:schemeClr val="bg2"/>
                          </a:solidFill>
                        </a:ln>
                        <a:solidFill>
                          <a:sysClr val="windowText" lastClr="000000"/>
                        </a:solidFill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95475364"/>
                  </a:ext>
                </a:extLst>
              </a:tr>
              <a:tr h="557708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b="0" u="none" strike="noStrike" cap="none" dirty="0">
                          <a:ln>
                            <a:solidFill>
                              <a:schemeClr val="bg2"/>
                            </a:solidFill>
                          </a:ln>
                          <a:solidFill>
                            <a:sysClr val="windowText" lastClr="00000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  <a:sym typeface="Arial"/>
                        </a:rPr>
                        <a:t>CO2</a:t>
                      </a:r>
                      <a:endParaRPr lang="en-IN" sz="1800" b="0" i="0" u="none" strike="noStrike" cap="none" dirty="0">
                        <a:ln>
                          <a:solidFill>
                            <a:schemeClr val="bg2"/>
                          </a:solidFill>
                        </a:ln>
                        <a:solidFill>
                          <a:sysClr val="windowText" lastClr="000000"/>
                        </a:solidFill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1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b="0" u="none" strike="noStrike" cap="none" dirty="0">
                          <a:ln>
                            <a:solidFill>
                              <a:schemeClr val="bg2"/>
                            </a:solidFill>
                          </a:ln>
                          <a:solidFill>
                            <a:sysClr val="windowText" lastClr="00000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  <a:sym typeface="Arial"/>
                        </a:rPr>
                        <a:t>Construct UML diagrams and apply design patterns to solve software design problems</a:t>
                      </a:r>
                      <a:endParaRPr lang="en-IN" sz="1800" b="0" i="0" u="none" strike="noStrike" cap="none" dirty="0">
                        <a:ln>
                          <a:solidFill>
                            <a:schemeClr val="bg2"/>
                          </a:solidFill>
                        </a:ln>
                        <a:solidFill>
                          <a:sysClr val="windowText" lastClr="000000"/>
                        </a:solidFill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8146710"/>
                  </a:ext>
                </a:extLst>
              </a:tr>
              <a:tr h="557708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b="0" u="none" strike="noStrike" cap="none">
                          <a:ln>
                            <a:solidFill>
                              <a:schemeClr val="bg2"/>
                            </a:solidFill>
                          </a:ln>
                          <a:solidFill>
                            <a:sysClr val="windowText" lastClr="00000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  <a:sym typeface="Arial"/>
                        </a:rPr>
                        <a:t>CO3</a:t>
                      </a:r>
                      <a:endParaRPr lang="en-IN" sz="1800" b="0" i="0" u="none" strike="noStrike" cap="none">
                        <a:ln>
                          <a:solidFill>
                            <a:schemeClr val="bg2"/>
                          </a:solidFill>
                        </a:ln>
                        <a:solidFill>
                          <a:sysClr val="windowText" lastClr="000000"/>
                        </a:solidFill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1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b="0" u="none" strike="noStrike" cap="none" dirty="0">
                          <a:ln>
                            <a:solidFill>
                              <a:schemeClr val="bg2"/>
                            </a:solidFill>
                          </a:ln>
                          <a:solidFill>
                            <a:sysClr val="windowText" lastClr="00000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  <a:sym typeface="Arial"/>
                        </a:rPr>
                        <a:t>Compare SDLC models, testing strategies for different scenarios.</a:t>
                      </a:r>
                      <a:endParaRPr lang="en-IN" sz="1800" b="0" i="0" u="none" strike="noStrike" cap="none" dirty="0">
                        <a:ln>
                          <a:solidFill>
                            <a:schemeClr val="bg2"/>
                          </a:solidFill>
                        </a:ln>
                        <a:solidFill>
                          <a:sysClr val="windowText" lastClr="000000"/>
                        </a:solidFill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13777814"/>
                  </a:ext>
                </a:extLst>
              </a:tr>
              <a:tr h="557708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b="0" u="none" strike="noStrike" cap="none">
                          <a:ln>
                            <a:solidFill>
                              <a:schemeClr val="bg2"/>
                            </a:solidFill>
                          </a:ln>
                          <a:solidFill>
                            <a:sysClr val="windowText" lastClr="00000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  <a:sym typeface="Arial"/>
                        </a:rPr>
                        <a:t>CO4</a:t>
                      </a:r>
                      <a:endParaRPr lang="en-IN" sz="1800" b="0" i="0" u="none" strike="noStrike" cap="none">
                        <a:ln>
                          <a:solidFill>
                            <a:schemeClr val="bg2"/>
                          </a:solidFill>
                        </a:ln>
                        <a:solidFill>
                          <a:sysClr val="windowText" lastClr="000000"/>
                        </a:solidFill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1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b="0" u="none" strike="noStrike" cap="none" dirty="0">
                          <a:ln>
                            <a:solidFill>
                              <a:schemeClr val="bg2"/>
                            </a:solidFill>
                          </a:ln>
                          <a:solidFill>
                            <a:sysClr val="windowText" lastClr="00000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  <a:sym typeface="Arial"/>
                        </a:rPr>
                        <a:t>Assess testing strategies, maintenance approaches, and project metrics to ensure software quality.</a:t>
                      </a:r>
                      <a:endParaRPr lang="en-IN" sz="1800" b="0" i="0" u="none" strike="noStrike" cap="none" dirty="0">
                        <a:ln>
                          <a:solidFill>
                            <a:schemeClr val="bg2"/>
                          </a:solidFill>
                        </a:ln>
                        <a:solidFill>
                          <a:sysClr val="windowText" lastClr="000000"/>
                        </a:solidFill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62861669"/>
                  </a:ext>
                </a:extLst>
              </a:tr>
              <a:tr h="83652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b="0" u="none" strike="noStrike" cap="none">
                          <a:ln>
                            <a:solidFill>
                              <a:schemeClr val="bg2"/>
                            </a:solidFill>
                          </a:ln>
                          <a:solidFill>
                            <a:sysClr val="windowText" lastClr="00000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  <a:sym typeface="Arial"/>
                        </a:rPr>
                        <a:t>CO5</a:t>
                      </a:r>
                      <a:endParaRPr lang="en-IN" sz="1800" b="0" i="0" u="none" strike="noStrike" cap="none">
                        <a:ln>
                          <a:solidFill>
                            <a:schemeClr val="bg2"/>
                          </a:solidFill>
                        </a:ln>
                        <a:solidFill>
                          <a:sysClr val="windowText" lastClr="000000"/>
                        </a:solidFill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1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b="0" u="none" strike="noStrike" cap="none" dirty="0">
                          <a:ln>
                            <a:solidFill>
                              <a:schemeClr val="bg2"/>
                            </a:solidFill>
                          </a:ln>
                          <a:solidFill>
                            <a:sysClr val="windowText" lastClr="00000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  <a:sym typeface="Arial"/>
                        </a:rPr>
                        <a:t>Develop complete requirement specifications, design models, test plans, and project management documents (including Jira-based defect tracking) for real-world case studies</a:t>
                      </a:r>
                      <a:endParaRPr lang="en-IN" sz="1800" b="0" i="0" u="none" strike="noStrike" cap="none" dirty="0">
                        <a:ln>
                          <a:solidFill>
                            <a:schemeClr val="bg2"/>
                          </a:solidFill>
                        </a:ln>
                        <a:solidFill>
                          <a:sysClr val="windowText" lastClr="000000"/>
                        </a:solidFill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99479134"/>
                  </a:ext>
                </a:extLst>
              </a:tr>
            </a:tbl>
          </a:graphicData>
        </a:graphic>
      </p:graphicFrame>
      <p:pic>
        <p:nvPicPr>
          <p:cNvPr id="3" name="Graphic 2" descr="Chevron arrows with solid fill">
            <a:extLst>
              <a:ext uri="{FF2B5EF4-FFF2-40B4-BE49-F238E27FC236}">
                <a16:creationId xmlns:a16="http://schemas.microsoft.com/office/drawing/2014/main" id="{2139EB93-65F3-1AFD-8324-B3DCBE9220E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0800000">
            <a:off x="319098" y="1800210"/>
            <a:ext cx="346172" cy="21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03745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E23510B7-C3A2-E27A-3736-0F10336312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78445F02-A161-533C-83C3-5BC21C2F7F4B}"/>
              </a:ext>
            </a:extLst>
          </p:cNvPr>
          <p:cNvGrpSpPr/>
          <p:nvPr/>
        </p:nvGrpSpPr>
        <p:grpSpPr>
          <a:xfrm>
            <a:off x="748144" y="218172"/>
            <a:ext cx="8277101" cy="444600"/>
            <a:chOff x="0" y="6299"/>
            <a:chExt cx="5580934" cy="444600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20A44487-169C-8822-4CE0-BBB62C89DEBF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67D92D25-44E7-E9BB-697B-B5F6A519F27B}"/>
                </a:ext>
              </a:extLst>
            </p:cNvPr>
            <p:cNvSpPr txBox="1"/>
            <p:nvPr/>
          </p:nvSpPr>
          <p:spPr>
            <a:xfrm>
              <a:off x="21704" y="28003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algn="ctr"/>
              <a:r>
                <a:rPr lang="en-IN" sz="4000" b="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Suggestive Readings</a:t>
              </a:r>
            </a:p>
          </p:txBody>
        </p:sp>
      </p:grpSp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95329CA0-B433-F78D-DDAC-218F49813DA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1422025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1" i="0" u="none" strike="noStrike" cap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709003" y="85987"/>
            <a:ext cx="3834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23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72EB782-99A3-BCFF-B22A-E7B8A5618FAF}"/>
              </a:ext>
            </a:extLst>
          </p:cNvPr>
          <p:cNvSpPr txBox="1"/>
          <p:nvPr/>
        </p:nvSpPr>
        <p:spPr>
          <a:xfrm>
            <a:off x="780333" y="1275011"/>
            <a:ext cx="8001000" cy="35695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20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800" b="1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Text Books:</a:t>
            </a:r>
            <a:endParaRPr lang="en-IN" sz="18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Calibri" panose="020F0502020204030204" pitchFamily="34" charset="0"/>
            </a:endParaRPr>
          </a:p>
          <a:p>
            <a:pPr marL="285750" lvl="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Pressman, R. S., “Software Engineering: A Practitioner’s Approach,” McGraw Hill.</a:t>
            </a:r>
            <a:endParaRPr lang="en-IN" sz="1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lvl="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Ian Sommerville, “Software Engineering,” Pearson.</a:t>
            </a:r>
            <a:endParaRPr lang="en-IN" sz="1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>
              <a:lnSpc>
                <a:spcPct val="20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800" b="1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Reference Books:</a:t>
            </a:r>
            <a:endParaRPr lang="en-IN" sz="18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Calibri" panose="020F0502020204030204" pitchFamily="34" charset="0"/>
            </a:endParaRPr>
          </a:p>
          <a:p>
            <a:pPr marL="285750" lvl="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Pankaj </a:t>
            </a:r>
            <a:r>
              <a:rPr lang="en-US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Jalote</a:t>
            </a: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, “An Integrated Approach to Software Engineering,” </a:t>
            </a:r>
            <a:r>
              <a:rPr lang="en-US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Narosa</a:t>
            </a: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en-IN" sz="1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lvl="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Ghezzi, Jazayeri, </a:t>
            </a:r>
            <a:r>
              <a:rPr lang="en-US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Mandrioli</a:t>
            </a: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, “Fundamentals of Software Engineering,” PHI.</a:t>
            </a:r>
            <a:endParaRPr lang="en-IN" sz="1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354292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EB83A878-A8C8-7563-ACC5-60FA0ECC44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99A4CEF4-12CF-768B-A34D-158E7C86A758}"/>
              </a:ext>
            </a:extLst>
          </p:cNvPr>
          <p:cNvGrpSpPr/>
          <p:nvPr/>
        </p:nvGrpSpPr>
        <p:grpSpPr>
          <a:xfrm>
            <a:off x="616475" y="562737"/>
            <a:ext cx="8277101" cy="444600"/>
            <a:chOff x="0" y="6299"/>
            <a:chExt cx="5580934" cy="444600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AF07FB58-ECE4-103C-FAE0-D4F3B657187C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3622E3EC-0CED-9721-7595-ED925977BC7E}"/>
                </a:ext>
              </a:extLst>
            </p:cNvPr>
            <p:cNvSpPr txBox="1"/>
            <p:nvPr/>
          </p:nvSpPr>
          <p:spPr>
            <a:xfrm>
              <a:off x="21704" y="28003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rPr lang="en-US" sz="4000" b="1" i="0" u="none" strike="noStrike" cap="none" dirty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Arial"/>
                </a:rPr>
                <a:t>Unit-I Syllabus </a:t>
              </a:r>
            </a:p>
          </p:txBody>
        </p:sp>
      </p:grpSp>
      <p:sp>
        <p:nvSpPr>
          <p:cNvPr id="8" name="TextBox 7"/>
          <p:cNvSpPr txBox="1"/>
          <p:nvPr/>
        </p:nvSpPr>
        <p:spPr>
          <a:xfrm>
            <a:off x="8609524" y="8598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3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EE777444-8FB4-66CE-F759-1573782085CD}"/>
              </a:ext>
            </a:extLst>
          </p:cNvPr>
          <p:cNvGraphicFramePr>
            <a:graphicFrameLocks noGrp="1"/>
          </p:cNvGraphicFramePr>
          <p:nvPr/>
        </p:nvGraphicFramePr>
        <p:xfrm>
          <a:off x="815340" y="1537527"/>
          <a:ext cx="7719060" cy="2875922"/>
        </p:xfrm>
        <a:graphic>
          <a:graphicData uri="http://schemas.openxmlformats.org/drawingml/2006/table">
            <a:tbl>
              <a:tblPr firstRow="1" firstCol="1" bandRow="1">
                <a:tableStyleId>{2D5ABB26-0587-4C30-8999-92F81FD0307C}</a:tableStyleId>
              </a:tblPr>
              <a:tblGrid>
                <a:gridCol w="1827493">
                  <a:extLst>
                    <a:ext uri="{9D8B030D-6E8A-4147-A177-3AD203B41FA5}">
                      <a16:colId xmlns:a16="http://schemas.microsoft.com/office/drawing/2014/main" val="38313313"/>
                    </a:ext>
                  </a:extLst>
                </a:gridCol>
                <a:gridCol w="5891567">
                  <a:extLst>
                    <a:ext uri="{9D8B030D-6E8A-4147-A177-3AD203B41FA5}">
                      <a16:colId xmlns:a16="http://schemas.microsoft.com/office/drawing/2014/main" val="1926233377"/>
                    </a:ext>
                  </a:extLst>
                </a:gridCol>
              </a:tblGrid>
              <a:tr h="779926">
                <a:tc>
                  <a:txBody>
                    <a:bodyPr/>
                    <a:lstStyle/>
                    <a:p>
                      <a:pPr marR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800" b="1" i="0" u="none" strike="noStrike" cap="non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Arial"/>
                        </a:rPr>
                        <a:t>Unit</a:t>
                      </a:r>
                      <a:r>
                        <a:rPr lang="en-GB" sz="1800" b="1" i="0" u="none" strike="noStrike" cap="non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Arial"/>
                        </a:rPr>
                        <a:t>-1</a:t>
                      </a:r>
                      <a:endParaRPr lang="en-IN" sz="1800" b="1" i="0" u="none" strike="noStrike" cap="non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800" b="1" i="0" u="none" strike="noStrike" cap="non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Arial"/>
                        </a:rPr>
                        <a:t>Unit 1: Software Process and Requirement Engineering (15 hours)</a:t>
                      </a:r>
                      <a:endParaRPr lang="en-IN" sz="1800" b="1" i="0" u="none" strike="noStrike" cap="non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55392206"/>
                  </a:ext>
                </a:extLst>
              </a:tr>
              <a:tr h="779926">
                <a:tc>
                  <a:txBody>
                    <a:bodyPr/>
                    <a:lstStyle/>
                    <a:p>
                      <a:pPr marR="0" rtl="0">
                        <a:lnSpc>
                          <a:spcPct val="150000"/>
                        </a:lnSpc>
                        <a:spcAft>
                          <a:spcPts val="800"/>
                        </a:spcAft>
                        <a:buClr>
                          <a:srgbClr val="000000"/>
                        </a:buClr>
                        <a:buNone/>
                      </a:pPr>
                      <a:r>
                        <a:rPr lang="en-US" sz="1800" b="1" i="0" u="none" strike="noStrike" cap="non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  <a:sym typeface="Arial"/>
                        </a:rPr>
                        <a:t>Chapter 1.1</a:t>
                      </a:r>
                      <a:endParaRPr lang="en-IN" sz="1800" b="1" i="0" u="none" strike="noStrike" cap="non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rtl="0">
                        <a:lnSpc>
                          <a:spcPct val="150000"/>
                        </a:lnSpc>
                        <a:buClr>
                          <a:srgbClr val="000000"/>
                        </a:buClr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  <a:sym typeface="Arial"/>
                        </a:rPr>
                        <a:t>Software Engineering: Introduction, SDLC, Agile vs Traditional models.</a:t>
                      </a:r>
                      <a:endParaRPr lang="en-IN" sz="1800" b="0" i="0" u="none" strike="noStrike" cap="non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28326827"/>
                  </a:ext>
                </a:extLst>
              </a:tr>
              <a:tr h="779926">
                <a:tc>
                  <a:txBody>
                    <a:bodyPr/>
                    <a:lstStyle/>
                    <a:p>
                      <a:pPr marR="0" rtl="0">
                        <a:lnSpc>
                          <a:spcPct val="150000"/>
                        </a:lnSpc>
                        <a:spcAft>
                          <a:spcPts val="800"/>
                        </a:spcAft>
                        <a:buClr>
                          <a:srgbClr val="000000"/>
                        </a:buClr>
                        <a:buNone/>
                      </a:pPr>
                      <a:r>
                        <a:rPr lang="en-US" sz="1800" b="1" i="0" u="none" strike="noStrike" cap="non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  <a:sym typeface="Arial"/>
                        </a:rPr>
                        <a:t>Chapter 1.2</a:t>
                      </a:r>
                      <a:endParaRPr lang="en-IN" sz="1800" b="1" i="0" u="none" strike="noStrike" cap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rtl="0">
                        <a:lnSpc>
                          <a:spcPct val="150000"/>
                        </a:lnSpc>
                        <a:buClr>
                          <a:srgbClr val="000000"/>
                        </a:buClr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  <a:sym typeface="Arial"/>
                        </a:rPr>
                        <a:t>Requirement Engineering: Elicitation, Analysis, Specification, Validation.</a:t>
                      </a:r>
                      <a:endParaRPr lang="en-IN" sz="1800" b="0" i="0" u="none" strike="noStrike" cap="non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62942923"/>
                  </a:ext>
                </a:extLst>
              </a:tr>
              <a:tr h="534677">
                <a:tc>
                  <a:txBody>
                    <a:bodyPr/>
                    <a:lstStyle/>
                    <a:p>
                      <a:pPr marR="0" rtl="0">
                        <a:lnSpc>
                          <a:spcPct val="150000"/>
                        </a:lnSpc>
                        <a:spcAft>
                          <a:spcPts val="800"/>
                        </a:spcAft>
                        <a:buClr>
                          <a:srgbClr val="000000"/>
                        </a:buClr>
                        <a:buNone/>
                      </a:pPr>
                      <a:r>
                        <a:rPr lang="en-US" sz="1800" b="1" i="0" u="none" strike="noStrike" cap="non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  <a:sym typeface="Arial"/>
                        </a:rPr>
                        <a:t>Chapter 1.3</a:t>
                      </a:r>
                      <a:endParaRPr lang="en-IN" sz="1800" b="1" i="0" u="none" strike="noStrike" cap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rtl="0">
                        <a:lnSpc>
                          <a:spcPct val="150000"/>
                        </a:lnSpc>
                        <a:buClr>
                          <a:srgbClr val="000000"/>
                        </a:buClr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  <a:sym typeface="Arial"/>
                        </a:rPr>
                        <a:t>Case Studies: Requirements in online payment systems.</a:t>
                      </a:r>
                      <a:endParaRPr lang="en-IN" sz="1800" b="0" i="0" u="none" strike="noStrike" cap="non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65356180"/>
                  </a:ext>
                </a:extLst>
              </a:tr>
            </a:tbl>
          </a:graphicData>
        </a:graphic>
      </p:graphicFrame>
      <p:pic>
        <p:nvPicPr>
          <p:cNvPr id="3" name="Graphic 2" descr="Chevron arrows with solid fill">
            <a:extLst>
              <a:ext uri="{FF2B5EF4-FFF2-40B4-BE49-F238E27FC236}">
                <a16:creationId xmlns:a16="http://schemas.microsoft.com/office/drawing/2014/main" id="{E135E308-1A0E-79EB-6C0F-C38D5CB8C52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0800000">
            <a:off x="436514" y="3202890"/>
            <a:ext cx="346172" cy="21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06489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0F165C73-F363-A304-734E-7CBF8D3F9F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17B7C442-1162-E7EE-DA61-E33D8E4C9122}"/>
              </a:ext>
            </a:extLst>
          </p:cNvPr>
          <p:cNvGrpSpPr/>
          <p:nvPr/>
        </p:nvGrpSpPr>
        <p:grpSpPr>
          <a:xfrm>
            <a:off x="760020" y="218172"/>
            <a:ext cx="8265225" cy="755814"/>
            <a:chOff x="0" y="6299"/>
            <a:chExt cx="5580934" cy="755814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8E0F9992-62FC-4C63-BED6-091FF56DEF08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BFBE6ABC-C3B9-AA73-42F9-036BD547E8EB}"/>
                </a:ext>
              </a:extLst>
            </p:cNvPr>
            <p:cNvSpPr txBox="1"/>
            <p:nvPr/>
          </p:nvSpPr>
          <p:spPr>
            <a:xfrm>
              <a:off x="7974" y="360921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rPr lang="en-US" sz="4000" b="1" i="0" u="none" strike="noStrike" cap="none" dirty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Arial"/>
                </a:rPr>
                <a:t>Recap of Previous Lecture</a:t>
              </a:r>
            </a:p>
          </p:txBody>
        </p:sp>
      </p:grpSp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8B576DE2-C283-2E3E-CC36-4B7ABE8B874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1422025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</a:p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1" i="0" u="none" strike="noStrike" cap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609524" y="8598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2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DC15CC39-A72D-8FB2-99C2-19067840EBFA}"/>
              </a:ext>
            </a:extLst>
          </p:cNvPr>
          <p:cNvSpPr txBox="1">
            <a:spLocks/>
          </p:cNvSpPr>
          <p:nvPr/>
        </p:nvSpPr>
        <p:spPr>
          <a:xfrm>
            <a:off x="663976" y="1481697"/>
            <a:ext cx="8229600" cy="2473084"/>
          </a:xfrm>
          <a:prstGeom prst="rect">
            <a:avLst/>
          </a:prstGeom>
        </p:spPr>
        <p:txBody>
          <a:bodyPr/>
          <a:lstStyle>
            <a:lvl1pPr marL="342900" indent="-342900" algn="l" defTabSz="457200" rtl="0" eaLnBrk="1" fontAlgn="base" hangingPunct="1">
              <a:spcBef>
                <a:spcPts val="600"/>
              </a:spcBef>
              <a:spcAft>
                <a:spcPts val="600"/>
              </a:spcAft>
              <a:buFont typeface="Wingdings" charset="2"/>
              <a:buChar char="²"/>
              <a:defRPr sz="2400" kern="1200">
                <a:solidFill>
                  <a:srgbClr val="46424D"/>
                </a:solidFill>
                <a:latin typeface="Arial"/>
                <a:ea typeface="ＭＳ Ｐゴシック" charset="-128"/>
                <a:cs typeface="Arial"/>
              </a:defRPr>
            </a:lvl1pPr>
            <a:lvl2pPr marL="742950" indent="-285750" algn="l" defTabSz="457200" rtl="0" eaLnBrk="1" fontAlgn="base" hangingPunct="1">
              <a:spcBef>
                <a:spcPts val="300"/>
              </a:spcBef>
              <a:spcAft>
                <a:spcPts val="300"/>
              </a:spcAft>
              <a:buFont typeface="Wingdings" charset="2"/>
              <a:buChar char="§"/>
              <a:defRPr sz="2000" kern="1200">
                <a:solidFill>
                  <a:srgbClr val="46424D"/>
                </a:solidFill>
                <a:latin typeface="Arial"/>
                <a:ea typeface="ＭＳ Ｐゴシック" charset="-128"/>
                <a:cs typeface="Arial"/>
              </a:defRPr>
            </a:lvl2pPr>
            <a:lvl3pPr marL="11430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1800" kern="1200">
                <a:solidFill>
                  <a:srgbClr val="46424D"/>
                </a:solidFill>
                <a:latin typeface="Arial"/>
                <a:ea typeface="ＭＳ Ｐゴシック" charset="-128"/>
                <a:cs typeface="Arial"/>
              </a:defRPr>
            </a:lvl3pPr>
            <a:lvl4pPr marL="16002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1800" kern="1200">
                <a:solidFill>
                  <a:srgbClr val="46424D"/>
                </a:solidFill>
                <a:latin typeface="Arial"/>
                <a:ea typeface="ＭＳ Ｐゴシック" charset="-128"/>
                <a:cs typeface="Arial"/>
              </a:defRPr>
            </a:lvl4pPr>
            <a:lvl5pPr marL="20574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800" kern="1200">
                <a:solidFill>
                  <a:srgbClr val="46424D"/>
                </a:solidFill>
                <a:latin typeface="Arial"/>
                <a:ea typeface="ＭＳ Ｐゴシック" charset="-128"/>
                <a:cs typeface="Arial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SzPts val="1900"/>
              <a:buFont typeface="Arial" panose="020B0604020202020204" pitchFamily="34" charset="0"/>
              <a:buChar char="•"/>
            </a:pPr>
            <a:r>
              <a:rPr lang="en-IN" sz="1800" dirty="0">
                <a:latin typeface="Calibri "/>
              </a:rPr>
              <a:t>Introduction to Requirements Validation</a:t>
            </a:r>
            <a:endParaRPr lang="en-US" sz="1800" dirty="0">
              <a:latin typeface="Calibri "/>
            </a:endParaRPr>
          </a:p>
          <a:p>
            <a:pPr>
              <a:lnSpc>
                <a:spcPct val="150000"/>
              </a:lnSpc>
              <a:buSzPts val="1900"/>
              <a:buFont typeface="Arial" panose="020B0604020202020204" pitchFamily="34" charset="0"/>
              <a:buChar char="•"/>
            </a:pPr>
            <a:r>
              <a:rPr lang="en-IN" sz="1800" dirty="0">
                <a:latin typeface="Calibri "/>
              </a:rPr>
              <a:t>Techniques</a:t>
            </a:r>
            <a:r>
              <a:rPr lang="en-US" sz="1800" dirty="0">
                <a:latin typeface="Calibri "/>
              </a:rPr>
              <a:t> of </a:t>
            </a:r>
            <a:r>
              <a:rPr lang="en-IN" sz="1800" dirty="0">
                <a:latin typeface="Calibri "/>
              </a:rPr>
              <a:t>Requirement Validation </a:t>
            </a:r>
            <a:endParaRPr lang="en-US" sz="1800" dirty="0">
              <a:latin typeface="Calibri "/>
            </a:endParaRPr>
          </a:p>
          <a:p>
            <a:pPr>
              <a:lnSpc>
                <a:spcPct val="150000"/>
              </a:lnSpc>
              <a:buSzPts val="1900"/>
              <a:buFont typeface="Arial" panose="020B0604020202020204" pitchFamily="34" charset="0"/>
              <a:buChar char="•"/>
            </a:pPr>
            <a:r>
              <a:rPr lang="en-IN" sz="1800" dirty="0">
                <a:latin typeface="Calibri "/>
              </a:rPr>
              <a:t>Prototyping and Requirement Testing</a:t>
            </a:r>
            <a:endParaRPr lang="en-US" sz="1800" dirty="0">
              <a:latin typeface="Calibri "/>
            </a:endParaRPr>
          </a:p>
          <a:p>
            <a:pPr lvl="0">
              <a:buClrTx/>
              <a:defRPr/>
            </a:pPr>
            <a:endParaRPr lang="en-US" sz="1800" dirty="0">
              <a:latin typeface="Calibri "/>
            </a:endParaRPr>
          </a:p>
        </p:txBody>
      </p:sp>
    </p:spTree>
    <p:extLst>
      <p:ext uri="{BB962C8B-B14F-4D97-AF65-F5344CB8AC3E}">
        <p14:creationId xmlns:p14="http://schemas.microsoft.com/office/powerpoint/2010/main" val="13375124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EB83A878-A8C8-7563-ACC5-60FA0ECC44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99A4CEF4-12CF-768B-A34D-158E7C86A758}"/>
              </a:ext>
            </a:extLst>
          </p:cNvPr>
          <p:cNvGrpSpPr/>
          <p:nvPr/>
        </p:nvGrpSpPr>
        <p:grpSpPr>
          <a:xfrm>
            <a:off x="83127" y="315187"/>
            <a:ext cx="8277101" cy="444600"/>
            <a:chOff x="0" y="6299"/>
            <a:chExt cx="5580934" cy="444600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AF07FB58-ECE4-103C-FAE0-D4F3B657187C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3622E3EC-0CED-9721-7595-ED925977BC7E}"/>
                </a:ext>
              </a:extLst>
            </p:cNvPr>
            <p:cNvSpPr txBox="1"/>
            <p:nvPr/>
          </p:nvSpPr>
          <p:spPr>
            <a:xfrm>
              <a:off x="21704" y="28003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rPr lang="en-US" sz="4000" b="1" i="0" u="none" strike="noStrike" cap="none" dirty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Arial"/>
                </a:rPr>
                <a:t>Contents  </a:t>
              </a:r>
            </a:p>
          </p:txBody>
        </p:sp>
      </p:grpSp>
      <p:sp>
        <p:nvSpPr>
          <p:cNvPr id="113" name="Google Shape;113;p2">
            <a:extLst>
              <a:ext uri="{FF2B5EF4-FFF2-40B4-BE49-F238E27FC236}">
                <a16:creationId xmlns:a16="http://schemas.microsoft.com/office/drawing/2014/main" id="{BC685EF9-A30D-D2E6-4A85-FB96E46BDA9B}"/>
              </a:ext>
            </a:extLst>
          </p:cNvPr>
          <p:cNvSpPr txBox="1"/>
          <p:nvPr/>
        </p:nvSpPr>
        <p:spPr>
          <a:xfrm>
            <a:off x="901476" y="1564968"/>
            <a:ext cx="7221443" cy="50598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indent="-342900">
              <a:lnSpc>
                <a:spcPct val="150000"/>
              </a:lnSpc>
              <a:buSzPts val="1900"/>
              <a:buFont typeface="Arial" panose="020B0604020202020204" pitchFamily="34" charset="0"/>
              <a:buChar char="•"/>
            </a:pPr>
            <a:r>
              <a:rPr lang="en-IN" sz="2000" dirty="0">
                <a:latin typeface="Calibri "/>
              </a:rPr>
              <a:t>Introduction </a:t>
            </a:r>
          </a:p>
          <a:p>
            <a:pPr marL="342900" indent="-342900">
              <a:lnSpc>
                <a:spcPct val="150000"/>
              </a:lnSpc>
              <a:buSzPts val="1900"/>
              <a:buFont typeface="Arial" panose="020B0604020202020204" pitchFamily="34" charset="0"/>
              <a:buChar char="•"/>
            </a:pPr>
            <a:r>
              <a:rPr lang="en-IN" sz="2000" dirty="0">
                <a:latin typeface="Calibri "/>
              </a:rPr>
              <a:t>Stakeholders </a:t>
            </a:r>
          </a:p>
          <a:p>
            <a:pPr marL="342900" indent="-342900">
              <a:lnSpc>
                <a:spcPct val="150000"/>
              </a:lnSpc>
              <a:buSzPts val="1900"/>
              <a:buFont typeface="Arial" panose="020B0604020202020204" pitchFamily="34" charset="0"/>
              <a:buChar char="•"/>
            </a:pPr>
            <a:r>
              <a:rPr lang="en-IN" sz="2000" dirty="0">
                <a:latin typeface="Calibri "/>
              </a:rPr>
              <a:t>Functional Requirements</a:t>
            </a:r>
          </a:p>
          <a:p>
            <a:pPr marL="342900" indent="-342900">
              <a:lnSpc>
                <a:spcPct val="150000"/>
              </a:lnSpc>
              <a:buSzPts val="1900"/>
              <a:buFont typeface="Arial" panose="020B0604020202020204" pitchFamily="34" charset="0"/>
              <a:buChar char="•"/>
            </a:pPr>
            <a:r>
              <a:rPr lang="en-IN" sz="2000" dirty="0">
                <a:latin typeface="Calibri "/>
              </a:rPr>
              <a:t>Non-Functional Requirements</a:t>
            </a:r>
          </a:p>
          <a:p>
            <a:pPr marL="342900" indent="-342900">
              <a:lnSpc>
                <a:spcPct val="150000"/>
              </a:lnSpc>
              <a:buSzPts val="1900"/>
              <a:buFont typeface="Arial" panose="020B0604020202020204" pitchFamily="34" charset="0"/>
              <a:buChar char="•"/>
            </a:pPr>
            <a:r>
              <a:rPr lang="en-IN" sz="2000" dirty="0">
                <a:latin typeface="Calibri "/>
              </a:rPr>
              <a:t>System Constraints</a:t>
            </a:r>
          </a:p>
          <a:p>
            <a:pPr marL="342900" indent="-342900">
              <a:lnSpc>
                <a:spcPct val="150000"/>
              </a:lnSpc>
              <a:buSzPts val="1900"/>
              <a:buFont typeface="Arial" panose="020B0604020202020204" pitchFamily="34" charset="0"/>
              <a:buChar char="•"/>
            </a:pPr>
            <a:r>
              <a:rPr lang="en-IN" sz="2000" dirty="0">
                <a:latin typeface="Calibri "/>
              </a:rPr>
              <a:t>Use Case Examples</a:t>
            </a:r>
          </a:p>
          <a:p>
            <a:pPr marL="342900" indent="-342900">
              <a:lnSpc>
                <a:spcPct val="150000"/>
              </a:lnSpc>
              <a:buSzPts val="1900"/>
              <a:buFont typeface="Arial" panose="020B0604020202020204" pitchFamily="34" charset="0"/>
              <a:buChar char="•"/>
            </a:pPr>
            <a:r>
              <a:rPr lang="en-IN" sz="2000" dirty="0">
                <a:latin typeface="Calibri "/>
              </a:rPr>
              <a:t>Requirement Challenges</a:t>
            </a:r>
          </a:p>
          <a:p>
            <a:pPr marL="342900" lvl="1" indent="-342900">
              <a:lnSpc>
                <a:spcPct val="150000"/>
              </a:lnSpc>
              <a:buSzPts val="1900"/>
              <a:buFont typeface="Arial" panose="020B0604020202020204" pitchFamily="34" charset="0"/>
              <a:buChar char="•"/>
            </a:pPr>
            <a:r>
              <a:rPr lang="en-IN" sz="2000" dirty="0">
                <a:latin typeface="Calibri "/>
              </a:rPr>
              <a:t>Output </a:t>
            </a:r>
            <a:r>
              <a:rPr lang="en-US" sz="2000" dirty="0">
                <a:latin typeface="Calibri "/>
              </a:rPr>
              <a:t> </a:t>
            </a:r>
          </a:p>
          <a:p>
            <a:pPr marL="342900" indent="-342900">
              <a:lnSpc>
                <a:spcPct val="90000"/>
              </a:lnSpc>
              <a:buSzPts val="1900"/>
              <a:buFont typeface="Arial" panose="020B0604020202020204" pitchFamily="34" charset="0"/>
              <a:buChar char="•"/>
            </a:pPr>
            <a:endParaRPr lang="en-US" sz="3600" b="1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lnSpc>
                <a:spcPct val="90000"/>
              </a:lnSpc>
              <a:buSzPts val="1900"/>
              <a:buFont typeface="Arial" panose="020B0604020202020204" pitchFamily="34" charset="0"/>
              <a:buChar char="•"/>
            </a:pPr>
            <a:endParaRPr lang="en-US" sz="3600" b="1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lvl="0" indent="-342900">
              <a:lnSpc>
                <a:spcPct val="90000"/>
              </a:lnSpc>
              <a:buSzPts val="1900"/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bg2"/>
              </a:solidFill>
              <a:latin typeface="Calibri 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609524" y="8598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6912309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>
              <a:defRPr sz="4000" b="1">
                <a:latin typeface="Calibri"/>
              </a:defRPr>
            </a:pPr>
            <a:r>
              <a:rPr lang="en-US" sz="4000" b="1" dirty="0"/>
              <a:t>Case Studies: Requirements in online payment systems in software Engineering</a:t>
            </a:r>
            <a:endParaRPr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4000" b="1">
                <a:latin typeface="Calibri"/>
              </a:defRPr>
            </a:pPr>
            <a:r>
              <a:rPr lang="en-US" dirty="0"/>
              <a:t> 	                                                                          </a:t>
            </a:r>
            <a:br>
              <a:rPr lang="en-US" dirty="0"/>
            </a:br>
            <a:r>
              <a:rPr lang="en-US" dirty="0"/>
              <a:t>                                                                           </a:t>
            </a:r>
            <a:r>
              <a:rPr lang="en-IN" dirty="0"/>
              <a:t>Introduction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146050" indent="0">
              <a:buNone/>
            </a:pPr>
            <a:r>
              <a:rPr lang="en-US" sz="1800" dirty="0"/>
              <a:t>An </a:t>
            </a:r>
            <a:r>
              <a:rPr lang="en-US" sz="1800" b="1" dirty="0"/>
              <a:t>Online Payment System (OPS)</a:t>
            </a:r>
            <a:r>
              <a:rPr lang="en-US" sz="1800" dirty="0"/>
              <a:t> allows users to make digital financial transactions using:</a:t>
            </a:r>
          </a:p>
          <a:p>
            <a:r>
              <a:rPr lang="en-US" sz="1800" dirty="0"/>
              <a:t>Debit/credit cards</a:t>
            </a:r>
          </a:p>
          <a:p>
            <a:r>
              <a:rPr lang="en-US" sz="1800" dirty="0"/>
              <a:t>Net banking</a:t>
            </a:r>
          </a:p>
          <a:p>
            <a:r>
              <a:rPr lang="en-US" sz="1800" dirty="0"/>
              <a:t>UPI / wallets</a:t>
            </a:r>
          </a:p>
          <a:p>
            <a:r>
              <a:rPr lang="en-US" sz="1800" dirty="0"/>
              <a:t>QR-based payments</a:t>
            </a:r>
          </a:p>
          <a:p>
            <a:r>
              <a:rPr lang="en-US" sz="1800" dirty="0"/>
              <a:t>Payment gateways</a:t>
            </a:r>
          </a:p>
          <a:p>
            <a:pPr marL="146050" indent="0">
              <a:buNone/>
            </a:pPr>
            <a:r>
              <a:rPr lang="en-US" sz="1800" dirty="0"/>
              <a:t>The requirement study for an online payment system ensures the system is </a:t>
            </a:r>
            <a:r>
              <a:rPr lang="en-US" sz="1800" b="1" dirty="0"/>
              <a:t>secure, reliable, fast, and user-friendly</a:t>
            </a:r>
            <a:r>
              <a:rPr lang="en-US" sz="1800" dirty="0"/>
              <a:t>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57C50F-EBAA-64D2-D483-E7748D07EB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endParaRPr lang="en-IN" sz="1800" b="1" dirty="0">
              <a:latin typeface="+mj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418CE7D-FB74-DE83-DE55-62FA065C4141}"/>
              </a:ext>
            </a:extLst>
          </p:cNvPr>
          <p:cNvSpPr txBox="1"/>
          <p:nvPr/>
        </p:nvSpPr>
        <p:spPr>
          <a:xfrm>
            <a:off x="944880" y="334982"/>
            <a:ext cx="73304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Stakeholders in Online Payment System</a:t>
            </a:r>
            <a:endParaRPr lang="en-IN" sz="2800" b="1" dirty="0">
              <a:latin typeface="+mj-lt"/>
            </a:endParaRPr>
          </a:p>
        </p:txBody>
      </p:sp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id="{5708A02C-1487-155F-DEA7-C0508120759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36016375"/>
              </p:ext>
            </p:extLst>
          </p:nvPr>
        </p:nvGraphicFramePr>
        <p:xfrm>
          <a:off x="1252450" y="1556087"/>
          <a:ext cx="6715300" cy="20313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7749211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4000" b="1">
                <a:latin typeface="Calibri"/>
              </a:defRPr>
            </a:pPr>
            <a:r>
              <a:rPr lang="en-US" dirty="0"/>
              <a:t>                                                                                 </a:t>
            </a:r>
            <a:br>
              <a:rPr lang="en-US" dirty="0"/>
            </a:br>
            <a:r>
              <a:rPr lang="en-US" dirty="0"/>
              <a:t>                                                                               </a:t>
            </a:r>
            <a:r>
              <a:rPr lang="en-US" sz="4000" b="1" dirty="0"/>
              <a:t>Functional Requirements</a:t>
            </a:r>
            <a:endParaRPr dirty="0"/>
          </a:p>
        </p:txBody>
      </p:sp>
      <p:graphicFrame>
        <p:nvGraphicFramePr>
          <p:cNvPr id="3" name="Content Placeholder 2">
            <a:extLst>
              <a:ext uri="{FF2B5EF4-FFF2-40B4-BE49-F238E27FC236}">
                <a16:creationId xmlns:a16="http://schemas.microsoft.com/office/drawing/2014/main" id="{200F0FB8-EA89-8726-57DF-D31DF51651A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52889877"/>
              </p:ext>
            </p:extLst>
          </p:nvPr>
        </p:nvGraphicFramePr>
        <p:xfrm>
          <a:off x="311700" y="1196340"/>
          <a:ext cx="8832300" cy="3733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4000" b="1">
                <a:latin typeface="Calibri"/>
              </a:defRPr>
            </a:pPr>
            <a:r>
              <a:rPr lang="en-US" dirty="0"/>
              <a:t>                                                                                </a:t>
            </a:r>
            <a:br>
              <a:rPr lang="en-US" dirty="0"/>
            </a:br>
            <a:r>
              <a:rPr lang="en-US" dirty="0"/>
              <a:t>                                                                                  </a:t>
            </a:r>
            <a:r>
              <a:rPr lang="en-US" sz="4000" b="1" dirty="0"/>
              <a:t> </a:t>
            </a:r>
            <a:r>
              <a:rPr lang="en-IN" sz="4000" b="1" dirty="0"/>
              <a:t>Non-Functional Requirements</a:t>
            </a:r>
            <a:endParaRPr dirty="0"/>
          </a:p>
        </p:txBody>
      </p:sp>
      <p:graphicFrame>
        <p:nvGraphicFramePr>
          <p:cNvPr id="3" name="Content Placeholder 2">
            <a:extLst>
              <a:ext uri="{FF2B5EF4-FFF2-40B4-BE49-F238E27FC236}">
                <a16:creationId xmlns:a16="http://schemas.microsoft.com/office/drawing/2014/main" id="{05711307-7B39-8806-69B9-F1164C01D6E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68966193"/>
              </p:ext>
            </p:extLst>
          </p:nvPr>
        </p:nvGraphicFramePr>
        <p:xfrm>
          <a:off x="311700" y="1152474"/>
          <a:ext cx="8520600" cy="369384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4000" b="1">
                <a:latin typeface="Calibri"/>
              </a:defRPr>
            </a:pPr>
            <a:r>
              <a:rPr lang="en-US" dirty="0"/>
              <a:t>                                                                              </a:t>
            </a:r>
            <a:br>
              <a:rPr lang="en-US" dirty="0"/>
            </a:br>
            <a:r>
              <a:rPr lang="en-US" dirty="0"/>
              <a:t>                                                                              </a:t>
            </a:r>
            <a:r>
              <a:rPr lang="en-IN" sz="4000" b="1" dirty="0"/>
              <a:t>System Constraints</a:t>
            </a:r>
            <a:endParaRPr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85BF67D-8A72-2085-7555-22818B0472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2280" y="3724225"/>
            <a:ext cx="8520600" cy="3416400"/>
          </a:xfrm>
        </p:spPr>
        <p:txBody>
          <a:bodyPr/>
          <a:lstStyle/>
          <a:p>
            <a:pPr marL="146050" indent="0">
              <a:buNone/>
            </a:pPr>
            <a:r>
              <a:rPr lang="en-US" dirty="0"/>
              <a:t> </a:t>
            </a:r>
            <a:endParaRPr lang="en-IN" dirty="0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03EA106A-2D12-E864-BB53-14830C0734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0580" y="1716068"/>
            <a:ext cx="5004896" cy="17113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+mj-lt"/>
              </a:rPr>
              <a:t>Must comply with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+mj-lt"/>
              </a:rPr>
              <a:t>RBI guidelines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bg2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+mj-lt"/>
              </a:rPr>
              <a:t>Must use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+mj-lt"/>
              </a:rPr>
              <a:t>HTTPS and TLS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+mj-lt"/>
              </a:rPr>
              <a:t> for all transactions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+mj-lt"/>
              </a:rPr>
              <a:t>Third-party gateway availability affects operations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+mj-lt"/>
              </a:rPr>
              <a:t>Bank server downtime may delay transactions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4000" b="1">
                <a:latin typeface="Calibri"/>
              </a:defRPr>
            </a:pPr>
            <a:r>
              <a:rPr lang="en-US" dirty="0"/>
              <a:t>                                                                          </a:t>
            </a:r>
            <a:r>
              <a:rPr lang="en-US" sz="4000" b="1" dirty="0"/>
              <a:t>Requirement Challenges</a:t>
            </a:r>
            <a:endParaRPr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AA378A4B-24E4-19AF-5AE9-37761FA2FED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95364304"/>
              </p:ext>
            </p:extLst>
          </p:nvPr>
        </p:nvGraphicFramePr>
        <p:xfrm>
          <a:off x="311700" y="1089660"/>
          <a:ext cx="8032200" cy="34594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39F6C4-3169-20B9-5907-1E373803BE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            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7C1E54-5564-7406-C292-2F9119A442C0}"/>
              </a:ext>
            </a:extLst>
          </p:cNvPr>
          <p:cNvSpPr txBox="1"/>
          <p:nvPr/>
        </p:nvSpPr>
        <p:spPr>
          <a:xfrm>
            <a:off x="472440" y="394988"/>
            <a:ext cx="8069580" cy="630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500" b="1" dirty="0"/>
              <a:t>Importance of Requirement Analysis </a:t>
            </a:r>
            <a:endParaRPr lang="en-IN" sz="3500" b="1" dirty="0">
              <a:latin typeface="+mj-lt"/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1077D3B-2978-D8B8-69DF-6DB53F175F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146050" indent="0">
              <a:buNone/>
            </a:pPr>
            <a:endParaRPr lang="en-IN" sz="1800" dirty="0">
              <a:latin typeface="+mj-lt"/>
            </a:endParaRPr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77CA9B4E-F162-5E54-727F-0DB7B0ADC88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72076118"/>
              </p:ext>
            </p:extLst>
          </p:nvPr>
        </p:nvGraphicFramePr>
        <p:xfrm>
          <a:off x="472440" y="1298767"/>
          <a:ext cx="8290560" cy="327010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26784030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4000" b="1">
                <a:latin typeface="Calibri"/>
              </a:defRPr>
            </a:pPr>
            <a:r>
              <a:rPr lang="en-US" sz="3200" dirty="0"/>
              <a:t>                                                                                                     </a:t>
            </a:r>
            <a:r>
              <a:rPr lang="en-US" sz="4000" b="1" dirty="0"/>
              <a:t>Output of Case Study </a:t>
            </a:r>
            <a:endParaRPr lang="en-US" sz="32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265948D-B7D6-0DC8-1204-F70928C8E8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2057A12C-A883-8F13-6C86-47D1DF6FEDE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48607031"/>
              </p:ext>
            </p:extLst>
          </p:nvPr>
        </p:nvGraphicFramePr>
        <p:xfrm>
          <a:off x="769620" y="1556088"/>
          <a:ext cx="7498080" cy="269587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4000" b="1">
                <a:latin typeface="Calibri"/>
              </a:defRPr>
            </a:pPr>
            <a:r>
              <a:rPr lang="en-US" dirty="0"/>
              <a:t>                                                                            </a:t>
            </a:r>
            <a:r>
              <a:rPr dirty="0"/>
              <a:t>Characteristics of a Good SRS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8E52C759-4B3C-AB45-6D3D-B39D2E5CC54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69904631"/>
              </p:ext>
            </p:extLst>
          </p:nvPr>
        </p:nvGraphicFramePr>
        <p:xfrm>
          <a:off x="1485900" y="1200151"/>
          <a:ext cx="6172200" cy="339447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C6F26A9A-51A8-DA0C-152B-AD37E9CEC4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A2A21673-0A1D-F07A-5F4A-24C8EDC3204D}"/>
              </a:ext>
            </a:extLst>
          </p:cNvPr>
          <p:cNvGrpSpPr/>
          <p:nvPr/>
        </p:nvGrpSpPr>
        <p:grpSpPr>
          <a:xfrm>
            <a:off x="712518" y="218172"/>
            <a:ext cx="8312727" cy="444600"/>
            <a:chOff x="0" y="6299"/>
            <a:chExt cx="5580934" cy="444600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D38799F9-4E43-3EC1-B502-26CB35DA3A64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1167C827-DCC4-87E3-24C7-4E2CCEE8F404}"/>
                </a:ext>
              </a:extLst>
            </p:cNvPr>
            <p:cNvSpPr txBox="1"/>
            <p:nvPr/>
          </p:nvSpPr>
          <p:spPr>
            <a:xfrm>
              <a:off x="21704" y="28003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rPr lang="en-US" sz="4000" b="1" i="0" u="none" strike="noStrike" cap="none" dirty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Arial"/>
                </a:rPr>
                <a:t>Quiz/ FAQ’s</a:t>
              </a:r>
            </a:p>
          </p:txBody>
        </p:sp>
      </p:grpSp>
      <p:sp>
        <p:nvSpPr>
          <p:cNvPr id="6" name="TextBox 5"/>
          <p:cNvSpPr txBox="1"/>
          <p:nvPr/>
        </p:nvSpPr>
        <p:spPr>
          <a:xfrm>
            <a:off x="8609524" y="8598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8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C16050C-43AD-2BB6-51B5-E899F3A1F4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800" dirty="0">
                <a:solidFill>
                  <a:schemeClr val="bg2"/>
                </a:solidFill>
                <a:latin typeface="+mj-lt"/>
              </a:rPr>
              <a:t>Explain the key functional requirements of an online payment system.</a:t>
            </a:r>
          </a:p>
          <a:p>
            <a:r>
              <a:rPr lang="en-US" sz="1800" dirty="0">
                <a:solidFill>
                  <a:schemeClr val="bg2"/>
                </a:solidFill>
                <a:latin typeface="+mj-lt"/>
              </a:rPr>
              <a:t>List and describe the major non-functional requirements essential for secure online payments.</a:t>
            </a:r>
          </a:p>
          <a:p>
            <a:r>
              <a:rPr lang="en-US" sz="1800" dirty="0">
                <a:solidFill>
                  <a:schemeClr val="bg2"/>
                </a:solidFill>
                <a:latin typeface="+mj-lt"/>
              </a:rPr>
              <a:t>Identify the main stakeholders involved in an online payment system and explain their roles.</a:t>
            </a:r>
          </a:p>
          <a:p>
            <a:r>
              <a:rPr lang="en-US" sz="1800" dirty="0">
                <a:solidFill>
                  <a:schemeClr val="bg2"/>
                </a:solidFill>
                <a:latin typeface="+mj-lt"/>
              </a:rPr>
              <a:t>Write a use case for the “Make Payment” process in an online payment system.</a:t>
            </a:r>
          </a:p>
          <a:p>
            <a:r>
              <a:rPr lang="en-US" sz="1800" dirty="0">
                <a:solidFill>
                  <a:schemeClr val="bg2"/>
                </a:solidFill>
                <a:latin typeface="+mj-lt"/>
              </a:rPr>
              <a:t>Discuss common challenges encountered during requirement analysis of online payment systems</a:t>
            </a:r>
            <a:r>
              <a:rPr lang="en-US" sz="1800" b="1" dirty="0"/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2703633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AA525799-B627-EABD-6F95-B01E70B350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B11A8074-A1E1-E4EA-4297-A979F5985FAF}"/>
              </a:ext>
            </a:extLst>
          </p:cNvPr>
          <p:cNvGrpSpPr/>
          <p:nvPr/>
        </p:nvGrpSpPr>
        <p:grpSpPr>
          <a:xfrm>
            <a:off x="715861" y="-42871"/>
            <a:ext cx="8277101" cy="1217475"/>
            <a:chOff x="0" y="6299"/>
            <a:chExt cx="5580934" cy="1217475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1E88B249-9EB8-982D-7990-60FD26BC1333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CA78F93E-F041-2AD9-DC64-C940C34E84ED}"/>
                </a:ext>
              </a:extLst>
            </p:cNvPr>
            <p:cNvSpPr txBox="1"/>
            <p:nvPr/>
          </p:nvSpPr>
          <p:spPr>
            <a:xfrm>
              <a:off x="0" y="822582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lvl="0" algn="just">
                <a:lnSpc>
                  <a:spcPct val="90000"/>
                </a:lnSpc>
                <a:buSzPts val="1900"/>
              </a:pPr>
              <a:r>
                <a:rPr lang="en-US" sz="4000" b="1" dirty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Next lecture </a:t>
              </a:r>
            </a:p>
          </p:txBody>
        </p:sp>
      </p:grpSp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CD9A8891-1ED0-3C05-9B83-BB4C9C0EB93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90340" y="1455288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1" i="0" u="none" strike="noStrike" cap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>
              <a:lnSpc>
                <a:spcPct val="100000"/>
              </a:lnSpc>
              <a:buNone/>
            </a:pPr>
            <a:r>
              <a:rPr lang="en-US" dirty="0">
                <a:solidFill>
                  <a:schemeClr val="bg2"/>
                </a:solidFill>
                <a:latin typeface="+mj-lt"/>
              </a:rPr>
              <a:t>Comparison of SDLC models with examples</a:t>
            </a:r>
            <a:endParaRPr sz="1800" i="0" u="none" dirty="0">
              <a:solidFill>
                <a:schemeClr val="bg2"/>
              </a:solidFill>
              <a:latin typeface="+mj-lt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31BD43D-1BAA-ABC7-D202-004C2BF4B386}"/>
              </a:ext>
            </a:extLst>
          </p:cNvPr>
          <p:cNvSpPr txBox="1"/>
          <p:nvPr/>
        </p:nvSpPr>
        <p:spPr>
          <a:xfrm>
            <a:off x="8609524" y="85987"/>
            <a:ext cx="3834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387345490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687ED0C6-7719-FB97-ED94-7F5CE38D07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91D700B6-6EB7-B931-A6BA-3293795C4FD6}"/>
              </a:ext>
            </a:extLst>
          </p:cNvPr>
          <p:cNvGrpSpPr/>
          <p:nvPr/>
        </p:nvGrpSpPr>
        <p:grpSpPr>
          <a:xfrm>
            <a:off x="715861" y="-42871"/>
            <a:ext cx="8277101" cy="1217475"/>
            <a:chOff x="0" y="6299"/>
            <a:chExt cx="5580934" cy="1217475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D9F7BC64-7A52-69C2-0340-DEC4747604CB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DD12C81D-38E2-6BA8-4944-E9161F70F1EA}"/>
                </a:ext>
              </a:extLst>
            </p:cNvPr>
            <p:cNvSpPr txBox="1"/>
            <p:nvPr/>
          </p:nvSpPr>
          <p:spPr>
            <a:xfrm>
              <a:off x="0" y="822582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lvl="0" algn="just">
                <a:lnSpc>
                  <a:spcPct val="90000"/>
                </a:lnSpc>
                <a:buSzPts val="1900"/>
              </a:pPr>
              <a:r>
                <a:rPr lang="en-US" sz="2800" b="1" dirty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Faculty-curated videos, NPTEL, Coursera, LinkedIn, or other relevant learning resources</a:t>
              </a:r>
            </a:p>
          </p:txBody>
        </p:sp>
      </p:grpSp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5AD00F48-AF9F-87AF-B3AB-2CA9606A4E8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98900" y="1455288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1800" b="1" i="0" u="none" strike="noStrike" cap="none" dirty="0">
              <a:solidFill>
                <a:schemeClr val="bg2"/>
              </a:solidFill>
              <a:latin typeface="Calibri" panose="020F0502020204030204" pitchFamily="34" charset="0"/>
              <a:ea typeface="Times New Roman"/>
              <a:cs typeface="Calibri" panose="020F0502020204030204" pitchFamily="34" charset="0"/>
              <a:sym typeface="Times New Roman"/>
            </a:endParaRPr>
          </a:p>
          <a:p>
            <a:pPr lvl="0" indent="-457200" algn="just">
              <a:lnSpc>
                <a:spcPct val="100000"/>
              </a:lnSpc>
              <a:buFont typeface="Arial"/>
              <a:buAutoNum type="arabicPeriod"/>
            </a:pPr>
            <a:r>
              <a:rPr lang="en-US" sz="1800" dirty="0">
                <a:solidFill>
                  <a:schemeClr val="bg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NPTEL — “Software Engineering” course from IIT Kharagpur / Indian Institutes </a:t>
            </a:r>
            <a:r>
              <a:rPr lang="en-US" sz="1800" dirty="0">
                <a:solidFill>
                  <a:srgbClr val="1C3678"/>
                </a:solidFill>
                <a:latin typeface="Calibri" panose="020F0502020204030204" pitchFamily="34" charset="0"/>
                <a:cs typeface="Calibri" panose="020F050202020403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https://onlinecourses.nptel.ac.in/noc25_cs108/preview?utm_source=chatgpt.</a:t>
            </a:r>
            <a:r>
              <a:rPr lang="en-US" sz="1800" dirty="0">
                <a:solidFill>
                  <a:schemeClr val="bg2"/>
                </a:solidFill>
                <a:latin typeface="Calibri" panose="020F0502020204030204" pitchFamily="34" charset="0"/>
                <a:cs typeface="Calibri" panose="020F050202020403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com</a:t>
            </a:r>
            <a:endParaRPr lang="en-US" sz="1800" dirty="0">
              <a:solidFill>
                <a:schemeClr val="bg2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0" indent="-457200" algn="just">
              <a:lnSpc>
                <a:spcPct val="100000"/>
              </a:lnSpc>
              <a:buFont typeface="Arial"/>
              <a:buAutoNum type="arabicPeriod"/>
            </a:pPr>
            <a:r>
              <a:rPr lang="en-US" sz="1800" dirty="0">
                <a:solidFill>
                  <a:schemeClr val="bg2"/>
                </a:solidFill>
              </a:rPr>
              <a:t>CS &amp; IT Tutorials by Vrushali — “SE 1: Learn Software Engineering from Scratch” (YouTube) </a:t>
            </a:r>
            <a:r>
              <a:rPr lang="en-US" sz="1800" dirty="0">
                <a:solidFill>
                  <a:srgbClr val="1C3678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https://www.youtube.com/watch?v=</a:t>
            </a:r>
            <a:r>
              <a:rPr lang="en-US" sz="1800" dirty="0">
                <a:solidFill>
                  <a:schemeClr val="bg2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IHx9ImEMuzQ</a:t>
            </a:r>
            <a:endParaRPr lang="en-US" sz="1800" dirty="0">
              <a:solidFill>
                <a:schemeClr val="bg2"/>
              </a:solidFill>
            </a:endParaRPr>
          </a:p>
          <a:p>
            <a:pPr lvl="0" indent="-457200" algn="just">
              <a:lnSpc>
                <a:spcPct val="100000"/>
              </a:lnSpc>
              <a:buFont typeface="Arial"/>
              <a:buAutoNum type="arabicPeriod"/>
            </a:pPr>
            <a:r>
              <a:rPr lang="en-US" sz="1800" dirty="0" err="1">
                <a:solidFill>
                  <a:schemeClr val="bg2"/>
                </a:solidFill>
              </a:rPr>
              <a:t>nptelhrd</a:t>
            </a:r>
            <a:r>
              <a:rPr lang="en-US" sz="1800" dirty="0">
                <a:solidFill>
                  <a:schemeClr val="bg2"/>
                </a:solidFill>
              </a:rPr>
              <a:t> (IIT/Bombay) — Lecture series “Introduction to Software Engineering” (free video lecture) </a:t>
            </a:r>
            <a:r>
              <a:rPr lang="en-US" sz="1800" dirty="0">
                <a:solidFill>
                  <a:srgbClr val="1C3678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https://www.youtube.com/watch?v=Z6f9ckEElsU&amp;utm_source=chatgpt.</a:t>
            </a:r>
            <a:r>
              <a:rPr lang="en-US" sz="1800" dirty="0">
                <a:solidFill>
                  <a:schemeClr val="bg2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com</a:t>
            </a:r>
            <a:endParaRPr lang="en-US" sz="1800" dirty="0">
              <a:solidFill>
                <a:schemeClr val="bg2"/>
              </a:solidFill>
            </a:endParaRPr>
          </a:p>
          <a:p>
            <a:pPr lvl="0" indent="-457200" algn="just">
              <a:lnSpc>
                <a:spcPct val="100000"/>
              </a:lnSpc>
              <a:buFont typeface="Arial"/>
              <a:buAutoNum type="arabicPeriod"/>
            </a:pPr>
            <a:r>
              <a:rPr lang="en-US" sz="1800" dirty="0">
                <a:solidFill>
                  <a:schemeClr val="bg2"/>
                </a:solidFill>
              </a:rPr>
              <a:t>Coursera – Introduction to Software Engineering (IBM) </a:t>
            </a:r>
            <a:r>
              <a:rPr lang="en-IN" sz="1800" dirty="0">
                <a:solidFill>
                  <a:schemeClr val="bg2"/>
                </a:solidFill>
              </a:rPr>
              <a:t>https://www.coursera.org/learn/introduction-to-software-engineering</a:t>
            </a:r>
            <a:endParaRPr sz="1800" b="0" i="0" u="none" dirty="0">
              <a:solidFill>
                <a:schemeClr val="bg2"/>
              </a:solidFill>
              <a:latin typeface="Calibri" panose="020F0502020204030204" pitchFamily="34" charset="0"/>
              <a:ea typeface="Times New Roman"/>
              <a:cs typeface="Calibri" panose="020F0502020204030204" pitchFamily="34" charset="0"/>
              <a:sym typeface="Times New Roman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609524" y="85987"/>
            <a:ext cx="3834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66682854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C6F26A9A-51A8-DA0C-152B-AD37E9CEC4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A2A21673-0A1D-F07A-5F4A-24C8EDC3204D}"/>
              </a:ext>
            </a:extLst>
          </p:cNvPr>
          <p:cNvGrpSpPr/>
          <p:nvPr/>
        </p:nvGrpSpPr>
        <p:grpSpPr>
          <a:xfrm>
            <a:off x="712518" y="218172"/>
            <a:ext cx="8312727" cy="444600"/>
            <a:chOff x="0" y="6299"/>
            <a:chExt cx="5580934" cy="444600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D38799F9-4E43-3EC1-B502-26CB35DA3A64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1167C827-DCC4-87E3-24C7-4E2CCEE8F404}"/>
                </a:ext>
              </a:extLst>
            </p:cNvPr>
            <p:cNvSpPr txBox="1"/>
            <p:nvPr/>
          </p:nvSpPr>
          <p:spPr>
            <a:xfrm>
              <a:off x="21704" y="28003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lvl="0" algn="ctr">
                <a:lnSpc>
                  <a:spcPct val="90000"/>
                </a:lnSpc>
                <a:buSzPts val="1900"/>
              </a:pPr>
              <a:r>
                <a:rPr lang="en-US" sz="4000" b="1" i="0" u="none" strike="noStrike" cap="none" dirty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Arial"/>
                </a:rPr>
                <a:t>Class-Wise </a:t>
              </a:r>
              <a:r>
                <a:rPr lang="en-IN" sz="4000" b="1" dirty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Feedback</a:t>
              </a:r>
              <a:endParaRPr lang="en-US" sz="4000" b="1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endParaRPr>
            </a:p>
          </p:txBody>
        </p:sp>
      </p:grpSp>
      <p:sp>
        <p:nvSpPr>
          <p:cNvPr id="6" name="TextBox 5"/>
          <p:cNvSpPr txBox="1"/>
          <p:nvPr/>
        </p:nvSpPr>
        <p:spPr>
          <a:xfrm>
            <a:off x="8609524" y="85987"/>
            <a:ext cx="3834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11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A32CA7B-4AE1-6762-631D-C29ACAADD3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31091" y="1525581"/>
            <a:ext cx="3858016" cy="27622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772230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8A55AB18-D4CA-00FD-9048-6518AF6BFB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F1900A86-A15B-28B5-54CA-49F17AC3B9F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1422025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1" i="0" u="none" strike="noStrike" cap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3" name="Google Shape;113;p2">
            <a:extLst>
              <a:ext uri="{FF2B5EF4-FFF2-40B4-BE49-F238E27FC236}">
                <a16:creationId xmlns:a16="http://schemas.microsoft.com/office/drawing/2014/main" id="{11F095B4-BE95-F6C7-73C0-ED3F8AB0372C}"/>
              </a:ext>
            </a:extLst>
          </p:cNvPr>
          <p:cNvSpPr txBox="1"/>
          <p:nvPr/>
        </p:nvSpPr>
        <p:spPr>
          <a:xfrm>
            <a:off x="385500" y="2170166"/>
            <a:ext cx="8471559" cy="120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 b="1" u="none" strike="noStrike" cap="none" dirty="0">
                <a:solidFill>
                  <a:srgbClr val="FF0000"/>
                </a:solidFill>
                <a:latin typeface="Vladimir Script" panose="03050402040407070305" pitchFamily="66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Thank You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12A2976-DC1D-EB73-7C31-7FA517DF4948}"/>
              </a:ext>
            </a:extLst>
          </p:cNvPr>
          <p:cNvSpPr txBox="1"/>
          <p:nvPr/>
        </p:nvSpPr>
        <p:spPr>
          <a:xfrm>
            <a:off x="385500" y="3948192"/>
            <a:ext cx="4572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 queries</a:t>
            </a:r>
          </a:p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Email: geeta.e15227@cumail.in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09524" y="85987"/>
            <a:ext cx="3834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222657475"/>
      </p:ext>
    </p:extLst>
  </p:cSld>
  <p:clrMapOvr>
    <a:masterClrMapping/>
  </p:clrMapOvr>
</p:sld>
</file>

<file path=ppt/theme/theme1.xml><?xml version="1.0" encoding="utf-8"?>
<a:theme xmlns:a="http://schemas.openxmlformats.org/drawingml/2006/main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E176AE18-B432-4A0C-8613-ACF6D2C40FA0}">
  <we:reference id="wa104051163" version="1.2.0.3" store="en-US" storeType="OMEX"/>
  <we:alternateReferences>
    <we:reference id="WA104051163" version="1.2.0.3" store="WA10405116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4015</TotalTime>
  <Words>1045</Words>
  <Application>Microsoft Office PowerPoint</Application>
  <PresentationFormat>On-screen Show (16:9)</PresentationFormat>
  <Paragraphs>203</Paragraphs>
  <Slides>22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31" baseType="lpstr">
      <vt:lpstr>Calibri</vt:lpstr>
      <vt:lpstr>Lato</vt:lpstr>
      <vt:lpstr>Arial</vt:lpstr>
      <vt:lpstr>Vladimir Script</vt:lpstr>
      <vt:lpstr>Arial Black</vt:lpstr>
      <vt:lpstr>Calibri </vt:lpstr>
      <vt:lpstr>Cambria</vt:lpstr>
      <vt:lpstr>Times New Roman</vt:lpstr>
      <vt:lpstr>Streamline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Case Studies: Requirements in online payment systems in software Engineering</vt:lpstr>
      <vt:lpstr>                                                                                                                                                        Introduction</vt:lpstr>
      <vt:lpstr>PowerPoint Presentation</vt:lpstr>
      <vt:lpstr>                                                                                                                                                                 Functional Requirements</vt:lpstr>
      <vt:lpstr>                                                                                                                                                                    Non-Functional Requirements</vt:lpstr>
      <vt:lpstr>                                                                                                                                                             System Constraints</vt:lpstr>
      <vt:lpstr>                                                                          Requirement Challenges</vt:lpstr>
      <vt:lpstr>             </vt:lpstr>
      <vt:lpstr>                                                                                                     Output of Case Study </vt:lpstr>
      <vt:lpstr>                                                                            Characteristics of a Good SRS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sony</dc:creator>
  <cp:lastModifiedBy>Geeta arora</cp:lastModifiedBy>
  <cp:revision>87</cp:revision>
  <dcterms:modified xsi:type="dcterms:W3CDTF">2025-12-07T05:43:26Z</dcterms:modified>
</cp:coreProperties>
</file>