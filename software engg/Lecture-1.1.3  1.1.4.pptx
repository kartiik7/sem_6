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5.jpg" ContentType="image/jpg"/>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media/image6.jpg" ContentType="image/jpg"/>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34"/>
  </p:notesMasterIdLst>
  <p:sldIdLst>
    <p:sldId id="358" r:id="rId2"/>
    <p:sldId id="359" r:id="rId3"/>
    <p:sldId id="297" r:id="rId4"/>
    <p:sldId id="360" r:id="rId5"/>
    <p:sldId id="361" r:id="rId6"/>
    <p:sldId id="284" r:id="rId7"/>
    <p:sldId id="311" r:id="rId8"/>
    <p:sldId id="312" r:id="rId9"/>
    <p:sldId id="344" r:id="rId10"/>
    <p:sldId id="345" r:id="rId11"/>
    <p:sldId id="346" r:id="rId12"/>
    <p:sldId id="347" r:id="rId13"/>
    <p:sldId id="348" r:id="rId14"/>
    <p:sldId id="365" r:id="rId15"/>
    <p:sldId id="349" r:id="rId16"/>
    <p:sldId id="366" r:id="rId17"/>
    <p:sldId id="350" r:id="rId18"/>
    <p:sldId id="351" r:id="rId19"/>
    <p:sldId id="371" r:id="rId20"/>
    <p:sldId id="367" r:id="rId21"/>
    <p:sldId id="352" r:id="rId22"/>
    <p:sldId id="368" r:id="rId23"/>
    <p:sldId id="353" r:id="rId24"/>
    <p:sldId id="369" r:id="rId25"/>
    <p:sldId id="363" r:id="rId26"/>
    <p:sldId id="370" r:id="rId27"/>
    <p:sldId id="342" r:id="rId28"/>
    <p:sldId id="288" r:id="rId29"/>
    <p:sldId id="301" r:id="rId30"/>
    <p:sldId id="343" r:id="rId31"/>
    <p:sldId id="307" r:id="rId32"/>
    <p:sldId id="364" r:id="rId33"/>
  </p:sldIdLst>
  <p:sldSz cx="9144000" cy="5143500" type="screen16x9"/>
  <p:notesSz cx="6858000" cy="9144000"/>
  <p:embeddedFontLst>
    <p:embeddedFont>
      <p:font typeface="Arial Black" panose="020B0A04020102020204" pitchFamily="34" charset="0"/>
      <p:bold r:id="rId35"/>
    </p:embeddedFont>
    <p:embeddedFont>
      <p:font typeface="Cambria" panose="02040503050406030204" pitchFamily="18" charset="0"/>
      <p:regular r:id="rId36"/>
      <p:bold r:id="rId37"/>
      <p:italic r:id="rId38"/>
      <p:boldItalic r:id="rId39"/>
    </p:embeddedFont>
    <p:embeddedFont>
      <p:font typeface="Lato" panose="020F0502020204030203" pitchFamily="34" charset="0"/>
      <p:regular r:id="rId40"/>
      <p:bold r:id="rId41"/>
      <p:italic r:id="rId42"/>
      <p:boldItalic r:id="rId43"/>
    </p:embeddedFont>
    <p:embeddedFont>
      <p:font typeface="Source Sans Pro" panose="020B0503030403020204" pitchFamily="34" charset="0"/>
      <p:regular r:id="rId44"/>
      <p:bold r:id="rId45"/>
      <p:italic r:id="rId46"/>
      <p:boldItalic r:id="rId47"/>
    </p:embeddedFont>
    <p:embeddedFont>
      <p:font typeface="Tahoma" panose="020B0604030504040204" pitchFamily="34" charset="0"/>
      <p:regular r:id="rId48"/>
      <p:bold r:id="rId49"/>
    </p:embeddedFont>
    <p:embeddedFont>
      <p:font typeface="Vladimir Script" panose="03050402040407070305" pitchFamily="66" charset="0"/>
      <p:regular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4" roundtripDataSignature="AMtx7mgIfgr8mz0h5oJT84AK2itezMzV3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7377635-EB9D-4884-B79A-0D259F93817B}">
  <a:tblStyle styleId="{97377635-EB9D-4884-B79A-0D259F93817B}"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9E9"/>
          </a:solidFill>
        </a:fill>
      </a:tcStyle>
    </a:wholeTbl>
    <a:band1H>
      <a:tcTxStyle/>
      <a:tcStyle>
        <a:tcBdr/>
        <a:fill>
          <a:solidFill>
            <a:srgbClr val="D0D0D0"/>
          </a:solidFill>
        </a:fill>
      </a:tcStyle>
    </a:band1H>
    <a:band2H>
      <a:tcTxStyle/>
      <a:tcStyle>
        <a:tcBdr/>
      </a:tcStyle>
    </a:band2H>
    <a:band1V>
      <a:tcTxStyle/>
      <a:tcStyle>
        <a:tcBdr/>
        <a:fill>
          <a:solidFill>
            <a:srgbClr val="D0D0D0"/>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0" y="6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8"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7.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D45E08-4F3A-4362-8228-AD8C796FC5A7}" type="doc">
      <dgm:prSet loTypeId="urn:microsoft.com/office/officeart/2005/8/layout/hProcess7" loCatId="list" qsTypeId="urn:microsoft.com/office/officeart/2005/8/quickstyle/simple2" qsCatId="simple" csTypeId="urn:microsoft.com/office/officeart/2005/8/colors/accent1_1" csCatId="accent1"/>
      <dgm:spPr/>
      <dgm:t>
        <a:bodyPr/>
        <a:lstStyle/>
        <a:p>
          <a:endParaRPr lang="en-IN"/>
        </a:p>
      </dgm:t>
    </dgm:pt>
    <dgm:pt modelId="{E7D015EE-8815-4206-AA87-FC1F9017F787}">
      <dgm:prSet custT="1"/>
      <dgm:spPr/>
      <dgm:t>
        <a:bodyPr/>
        <a:lstStyle/>
        <a:p>
          <a:r>
            <a:rPr lang="en-US" sz="1800" b="1" i="0" dirty="0">
              <a:solidFill>
                <a:schemeClr val="bg2"/>
              </a:solidFill>
              <a:latin typeface="Calibri" panose="020F0502020204030204" pitchFamily="34" charset="0"/>
              <a:cs typeface="Calibri" panose="020F0502020204030204" pitchFamily="34" charset="0"/>
            </a:rPr>
            <a:t>Efficiency</a:t>
          </a:r>
          <a:endParaRPr lang="en-IN" sz="1800" dirty="0">
            <a:solidFill>
              <a:schemeClr val="bg2"/>
            </a:solidFill>
            <a:latin typeface="Calibri" panose="020F0502020204030204" pitchFamily="34" charset="0"/>
            <a:cs typeface="Calibri" panose="020F0502020204030204" pitchFamily="34" charset="0"/>
          </a:endParaRPr>
        </a:p>
      </dgm:t>
    </dgm:pt>
    <dgm:pt modelId="{6918CB47-29A9-43D7-A11F-E9C5667F90E4}" type="parTrans" cxnId="{C761F1C1-BD17-4557-9D7E-047CB80245B4}">
      <dgm:prSet/>
      <dgm:spPr/>
      <dgm:t>
        <a:bodyPr/>
        <a:lstStyle/>
        <a:p>
          <a:endParaRPr lang="en-IN"/>
        </a:p>
      </dgm:t>
    </dgm:pt>
    <dgm:pt modelId="{9ABC4A4A-8DD7-40EF-AB5F-BAC496299DED}" type="sibTrans" cxnId="{C761F1C1-BD17-4557-9D7E-047CB80245B4}">
      <dgm:prSet/>
      <dgm:spPr/>
      <dgm:t>
        <a:bodyPr/>
        <a:lstStyle/>
        <a:p>
          <a:endParaRPr lang="en-IN"/>
        </a:p>
      </dgm:t>
    </dgm:pt>
    <dgm:pt modelId="{BCAB0B6C-4F3E-497F-A38D-C3BE04F5191A}">
      <dgm:prSet custT="1"/>
      <dgm:spPr/>
      <dgm:t>
        <a:bodyPr/>
        <a:lstStyle/>
        <a:p>
          <a:r>
            <a:rPr lang="en-US" sz="1800" b="0" i="0" dirty="0">
              <a:solidFill>
                <a:schemeClr val="bg2"/>
              </a:solidFill>
              <a:latin typeface="Calibri" panose="020F0502020204030204" pitchFamily="34" charset="0"/>
              <a:cs typeface="Calibri" panose="020F0502020204030204" pitchFamily="34" charset="0"/>
            </a:rPr>
            <a:t>Build the system RIGHT: Do things RIGHT</a:t>
          </a:r>
          <a:endParaRPr lang="en-IN" sz="1800" dirty="0">
            <a:solidFill>
              <a:schemeClr val="bg2"/>
            </a:solidFill>
            <a:latin typeface="Calibri" panose="020F0502020204030204" pitchFamily="34" charset="0"/>
            <a:cs typeface="Calibri" panose="020F0502020204030204" pitchFamily="34" charset="0"/>
          </a:endParaRPr>
        </a:p>
      </dgm:t>
    </dgm:pt>
    <dgm:pt modelId="{E660BEE0-5530-4E2A-9C57-FC790E3A9E48}" type="parTrans" cxnId="{E117F3F1-C977-4EC2-A9F5-353470A47391}">
      <dgm:prSet/>
      <dgm:spPr/>
      <dgm:t>
        <a:bodyPr/>
        <a:lstStyle/>
        <a:p>
          <a:endParaRPr lang="en-IN"/>
        </a:p>
      </dgm:t>
    </dgm:pt>
    <dgm:pt modelId="{169F4901-8E45-46D3-8E64-1CBC67A4E735}" type="sibTrans" cxnId="{E117F3F1-C977-4EC2-A9F5-353470A47391}">
      <dgm:prSet/>
      <dgm:spPr/>
      <dgm:t>
        <a:bodyPr/>
        <a:lstStyle/>
        <a:p>
          <a:endParaRPr lang="en-IN"/>
        </a:p>
      </dgm:t>
    </dgm:pt>
    <dgm:pt modelId="{56C8B411-37F1-4D6A-84D2-708EEB4658CA}">
      <dgm:prSet custT="1"/>
      <dgm:spPr/>
      <dgm:t>
        <a:bodyPr/>
        <a:lstStyle/>
        <a:p>
          <a:r>
            <a:rPr lang="en-US" sz="1800" b="0" i="0" dirty="0">
              <a:solidFill>
                <a:schemeClr val="bg2"/>
              </a:solidFill>
              <a:latin typeface="Calibri" panose="020F0502020204030204" pitchFamily="34" charset="0"/>
              <a:cs typeface="Calibri" panose="020F0502020204030204" pitchFamily="34" charset="0"/>
            </a:rPr>
            <a:t>▷ </a:t>
          </a:r>
          <a:r>
            <a:rPr lang="en-US" sz="1800" b="1" i="0" dirty="0">
              <a:solidFill>
                <a:schemeClr val="bg2"/>
              </a:solidFill>
              <a:latin typeface="Calibri" panose="020F0502020204030204" pitchFamily="34" charset="0"/>
              <a:cs typeface="Calibri" panose="020F0502020204030204" pitchFamily="34" charset="0"/>
            </a:rPr>
            <a:t>Windows 98: Crashed on launch</a:t>
          </a:r>
          <a:endParaRPr lang="en-IN" sz="1800" dirty="0">
            <a:solidFill>
              <a:schemeClr val="bg2"/>
            </a:solidFill>
            <a:latin typeface="Calibri" panose="020F0502020204030204" pitchFamily="34" charset="0"/>
            <a:cs typeface="Calibri" panose="020F0502020204030204" pitchFamily="34" charset="0"/>
          </a:endParaRPr>
        </a:p>
      </dgm:t>
    </dgm:pt>
    <dgm:pt modelId="{E0A44557-7D77-4E89-9AFF-4358D7C3FBA5}" type="parTrans" cxnId="{B322669B-2CD6-4C27-881B-F9394B98BCE8}">
      <dgm:prSet/>
      <dgm:spPr/>
      <dgm:t>
        <a:bodyPr/>
        <a:lstStyle/>
        <a:p>
          <a:endParaRPr lang="en-IN"/>
        </a:p>
      </dgm:t>
    </dgm:pt>
    <dgm:pt modelId="{C014A4C9-54B3-4E28-9EDF-EAE56242FCB0}" type="sibTrans" cxnId="{B322669B-2CD6-4C27-881B-F9394B98BCE8}">
      <dgm:prSet/>
      <dgm:spPr/>
      <dgm:t>
        <a:bodyPr/>
        <a:lstStyle/>
        <a:p>
          <a:endParaRPr lang="en-IN"/>
        </a:p>
      </dgm:t>
    </dgm:pt>
    <dgm:pt modelId="{1A3A0C7C-641F-461D-8DDA-1E29ED34A994}">
      <dgm:prSet custT="1"/>
      <dgm:spPr/>
      <dgm:t>
        <a:bodyPr/>
        <a:lstStyle/>
        <a:p>
          <a:r>
            <a:rPr lang="en-US" sz="1800" b="0" i="0" dirty="0">
              <a:solidFill>
                <a:schemeClr val="bg2"/>
              </a:solidFill>
              <a:latin typeface="Calibri" panose="020F0502020204030204" pitchFamily="34" charset="0"/>
              <a:cs typeface="Calibri" panose="020F0502020204030204" pitchFamily="34" charset="0"/>
            </a:rPr>
            <a:t>▷ </a:t>
          </a:r>
          <a:r>
            <a:rPr lang="en-US" sz="1800" b="1" i="0" dirty="0">
              <a:solidFill>
                <a:schemeClr val="bg2"/>
              </a:solidFill>
              <a:latin typeface="Calibri" panose="020F0502020204030204" pitchFamily="34" charset="0"/>
              <a:cs typeface="Calibri" panose="020F0502020204030204" pitchFamily="34" charset="0"/>
            </a:rPr>
            <a:t>Windows 10: Most popular OS</a:t>
          </a:r>
          <a:endParaRPr lang="en-IN" sz="1800" dirty="0">
            <a:solidFill>
              <a:schemeClr val="bg2"/>
            </a:solidFill>
            <a:latin typeface="Calibri" panose="020F0502020204030204" pitchFamily="34" charset="0"/>
            <a:cs typeface="Calibri" panose="020F0502020204030204" pitchFamily="34" charset="0"/>
          </a:endParaRPr>
        </a:p>
      </dgm:t>
    </dgm:pt>
    <dgm:pt modelId="{A9FD3522-0A85-436C-BD68-49E77B8631A9}" type="parTrans" cxnId="{B833BD82-4516-4323-907C-C839D70CE0D0}">
      <dgm:prSet/>
      <dgm:spPr/>
      <dgm:t>
        <a:bodyPr/>
        <a:lstStyle/>
        <a:p>
          <a:endParaRPr lang="en-IN"/>
        </a:p>
      </dgm:t>
    </dgm:pt>
    <dgm:pt modelId="{ABCFFDE6-05B6-4312-8C2B-6C9CCE1B37F1}" type="sibTrans" cxnId="{B833BD82-4516-4323-907C-C839D70CE0D0}">
      <dgm:prSet/>
      <dgm:spPr/>
      <dgm:t>
        <a:bodyPr/>
        <a:lstStyle/>
        <a:p>
          <a:endParaRPr lang="en-IN"/>
        </a:p>
      </dgm:t>
    </dgm:pt>
    <dgm:pt modelId="{DD439EB3-8357-4DD7-A268-86779B171497}">
      <dgm:prSet custT="1"/>
      <dgm:spPr/>
      <dgm:t>
        <a:bodyPr/>
        <a:lstStyle/>
        <a:p>
          <a:r>
            <a:rPr lang="en-US" sz="1800" b="0" i="0" dirty="0">
              <a:solidFill>
                <a:schemeClr val="bg2"/>
              </a:solidFill>
              <a:latin typeface="Calibri" panose="020F0502020204030204" pitchFamily="34" charset="0"/>
              <a:cs typeface="Calibri" panose="020F0502020204030204" pitchFamily="34" charset="0"/>
            </a:rPr>
            <a:t>Lines of </a:t>
          </a:r>
          <a:r>
            <a:rPr lang="en-US" sz="1800" b="0" i="1" dirty="0">
              <a:solidFill>
                <a:schemeClr val="bg2"/>
              </a:solidFill>
              <a:latin typeface="Calibri" panose="020F0502020204030204" pitchFamily="34" charset="0"/>
              <a:cs typeface="Calibri" panose="020F0502020204030204" pitchFamily="34" charset="0"/>
            </a:rPr>
            <a:t>quality </a:t>
          </a:r>
          <a:r>
            <a:rPr lang="en-US" sz="1800" b="0" i="0" dirty="0">
              <a:solidFill>
                <a:schemeClr val="bg2"/>
              </a:solidFill>
              <a:latin typeface="Calibri" panose="020F0502020204030204" pitchFamily="34" charset="0"/>
              <a:cs typeface="Calibri" panose="020F0502020204030204" pitchFamily="34" charset="0"/>
            </a:rPr>
            <a:t>code produced per man-hour</a:t>
          </a:r>
          <a:endParaRPr lang="en-IN" sz="1800" dirty="0">
            <a:solidFill>
              <a:schemeClr val="bg2"/>
            </a:solidFill>
            <a:latin typeface="Calibri" panose="020F0502020204030204" pitchFamily="34" charset="0"/>
            <a:cs typeface="Calibri" panose="020F0502020204030204" pitchFamily="34" charset="0"/>
          </a:endParaRPr>
        </a:p>
      </dgm:t>
    </dgm:pt>
    <dgm:pt modelId="{81DC17C2-8678-4EBB-ABC9-25EC6AEC2DCC}" type="parTrans" cxnId="{78455D27-C090-41D5-B17A-FB8111B001F8}">
      <dgm:prSet/>
      <dgm:spPr/>
      <dgm:t>
        <a:bodyPr/>
        <a:lstStyle/>
        <a:p>
          <a:endParaRPr lang="en-IN"/>
        </a:p>
      </dgm:t>
    </dgm:pt>
    <dgm:pt modelId="{53CB2663-2A07-496A-B760-24A1E8656075}" type="sibTrans" cxnId="{78455D27-C090-41D5-B17A-FB8111B001F8}">
      <dgm:prSet/>
      <dgm:spPr/>
      <dgm:t>
        <a:bodyPr/>
        <a:lstStyle/>
        <a:p>
          <a:endParaRPr lang="en-IN"/>
        </a:p>
      </dgm:t>
    </dgm:pt>
    <dgm:pt modelId="{3C060F24-3139-4823-9BC7-530E0C2384FE}">
      <dgm:prSet custT="1"/>
      <dgm:spPr/>
      <dgm:t>
        <a:bodyPr/>
        <a:lstStyle/>
        <a:p>
          <a:r>
            <a:rPr lang="en-US" sz="1800" b="0" i="0" dirty="0">
              <a:solidFill>
                <a:schemeClr val="bg2"/>
              </a:solidFill>
              <a:latin typeface="Calibri" panose="020F0502020204030204" pitchFamily="34" charset="0"/>
              <a:cs typeface="Calibri" panose="020F0502020204030204" pitchFamily="34" charset="0"/>
            </a:rPr>
            <a:t>Instances of </a:t>
          </a:r>
          <a:r>
            <a:rPr lang="en-US" sz="1800" b="0" i="1" dirty="0">
              <a:solidFill>
                <a:schemeClr val="bg2"/>
              </a:solidFill>
              <a:latin typeface="Calibri" panose="020F0502020204030204" pitchFamily="34" charset="0"/>
              <a:cs typeface="Calibri" panose="020F0502020204030204" pitchFamily="34" charset="0"/>
            </a:rPr>
            <a:t>quality </a:t>
          </a:r>
          <a:r>
            <a:rPr lang="en-US" sz="1800" b="0" i="0" dirty="0">
              <a:solidFill>
                <a:schemeClr val="bg2"/>
              </a:solidFill>
              <a:latin typeface="Calibri" panose="020F0502020204030204" pitchFamily="34" charset="0"/>
              <a:cs typeface="Calibri" panose="020F0502020204030204" pitchFamily="34" charset="0"/>
            </a:rPr>
            <a:t>support provided per man-week</a:t>
          </a:r>
          <a:endParaRPr lang="en-IN" sz="1800" dirty="0">
            <a:solidFill>
              <a:schemeClr val="bg2"/>
            </a:solidFill>
            <a:latin typeface="Calibri" panose="020F0502020204030204" pitchFamily="34" charset="0"/>
            <a:cs typeface="Calibri" panose="020F0502020204030204" pitchFamily="34" charset="0"/>
          </a:endParaRPr>
        </a:p>
      </dgm:t>
    </dgm:pt>
    <dgm:pt modelId="{DDB47612-AA94-47F6-8ED5-F7130E9A95C8}" type="parTrans" cxnId="{27384012-6BB5-4452-A6DB-D36151BA9F5E}">
      <dgm:prSet/>
      <dgm:spPr/>
      <dgm:t>
        <a:bodyPr/>
        <a:lstStyle/>
        <a:p>
          <a:endParaRPr lang="en-IN"/>
        </a:p>
      </dgm:t>
    </dgm:pt>
    <dgm:pt modelId="{5E46255D-AE35-483F-A3A3-03EF31CE2AB1}" type="sibTrans" cxnId="{27384012-6BB5-4452-A6DB-D36151BA9F5E}">
      <dgm:prSet/>
      <dgm:spPr/>
      <dgm:t>
        <a:bodyPr/>
        <a:lstStyle/>
        <a:p>
          <a:endParaRPr lang="en-IN"/>
        </a:p>
      </dgm:t>
    </dgm:pt>
    <dgm:pt modelId="{C1122C87-7DF6-41F2-8FB0-BA68221B4FEA}">
      <dgm:prSet custT="1"/>
      <dgm:spPr/>
      <dgm:t>
        <a:bodyPr/>
        <a:lstStyle/>
        <a:p>
          <a:r>
            <a:rPr lang="en-US" sz="1800" b="1" i="0" dirty="0">
              <a:solidFill>
                <a:schemeClr val="bg2"/>
              </a:solidFill>
              <a:latin typeface="Calibri" panose="020F0502020204030204" pitchFamily="34" charset="0"/>
              <a:cs typeface="Calibri" panose="020F0502020204030204" pitchFamily="34" charset="0"/>
            </a:rPr>
            <a:t>Minimize Rework</a:t>
          </a:r>
          <a:r>
            <a:rPr lang="en-US" sz="1800" b="0" i="0" dirty="0">
              <a:solidFill>
                <a:schemeClr val="bg2"/>
              </a:solidFill>
              <a:latin typeface="Calibri" panose="020F0502020204030204" pitchFamily="34" charset="0"/>
              <a:cs typeface="Calibri" panose="020F0502020204030204" pitchFamily="34" charset="0"/>
            </a:rPr>
            <a:t>: </a:t>
          </a:r>
          <a:r>
            <a:rPr lang="en-US" sz="1800" b="0" i="1" dirty="0">
              <a:solidFill>
                <a:schemeClr val="bg2"/>
              </a:solidFill>
              <a:latin typeface="Calibri" panose="020F0502020204030204" pitchFamily="34" charset="0"/>
              <a:cs typeface="Calibri" panose="020F0502020204030204" pitchFamily="34" charset="0"/>
            </a:rPr>
            <a:t>Get it right the first time</a:t>
          </a:r>
          <a:endParaRPr lang="en-IN" sz="1800" dirty="0">
            <a:solidFill>
              <a:schemeClr val="bg2"/>
            </a:solidFill>
            <a:latin typeface="Calibri" panose="020F0502020204030204" pitchFamily="34" charset="0"/>
            <a:cs typeface="Calibri" panose="020F0502020204030204" pitchFamily="34" charset="0"/>
          </a:endParaRPr>
        </a:p>
      </dgm:t>
    </dgm:pt>
    <dgm:pt modelId="{9D4E5CF1-E7F5-4054-ADBA-7B2DFC836A3E}" type="parTrans" cxnId="{452EFF1F-59FA-4CD5-AA1F-E4C09CE5D7E9}">
      <dgm:prSet/>
      <dgm:spPr/>
      <dgm:t>
        <a:bodyPr/>
        <a:lstStyle/>
        <a:p>
          <a:endParaRPr lang="en-IN"/>
        </a:p>
      </dgm:t>
    </dgm:pt>
    <dgm:pt modelId="{B3737BD8-9CFF-4D9F-8D19-1000F87C1FD9}" type="sibTrans" cxnId="{452EFF1F-59FA-4CD5-AA1F-E4C09CE5D7E9}">
      <dgm:prSet/>
      <dgm:spPr/>
      <dgm:t>
        <a:bodyPr/>
        <a:lstStyle/>
        <a:p>
          <a:endParaRPr lang="en-IN"/>
        </a:p>
      </dgm:t>
    </dgm:pt>
    <dgm:pt modelId="{D55CC7A3-979A-40FF-8A80-D3601C691EC7}">
      <dgm:prSet custT="1"/>
      <dgm:spPr/>
      <dgm:t>
        <a:bodyPr/>
        <a:lstStyle/>
        <a:p>
          <a:r>
            <a:rPr lang="en-US" sz="1800" b="1" i="0" dirty="0">
              <a:solidFill>
                <a:schemeClr val="bg2"/>
              </a:solidFill>
              <a:latin typeface="Calibri" panose="020F0502020204030204" pitchFamily="34" charset="0"/>
              <a:cs typeface="Calibri" panose="020F0502020204030204" pitchFamily="34" charset="0"/>
            </a:rPr>
            <a:t>Effectiveness</a:t>
          </a:r>
          <a:endParaRPr lang="en-IN" sz="1800" dirty="0">
            <a:solidFill>
              <a:schemeClr val="bg2"/>
            </a:solidFill>
            <a:latin typeface="Calibri" panose="020F0502020204030204" pitchFamily="34" charset="0"/>
            <a:cs typeface="Calibri" panose="020F0502020204030204" pitchFamily="34" charset="0"/>
          </a:endParaRPr>
        </a:p>
      </dgm:t>
    </dgm:pt>
    <dgm:pt modelId="{858AC46C-635F-46C1-BE04-3C0EE3E1A067}" type="parTrans" cxnId="{07FAAA70-9D0C-448F-B686-50BA07EFA707}">
      <dgm:prSet/>
      <dgm:spPr/>
      <dgm:t>
        <a:bodyPr/>
        <a:lstStyle/>
        <a:p>
          <a:endParaRPr lang="en-IN"/>
        </a:p>
      </dgm:t>
    </dgm:pt>
    <dgm:pt modelId="{E6582936-13FF-4961-A266-8B973728F3C3}" type="sibTrans" cxnId="{07FAAA70-9D0C-448F-B686-50BA07EFA707}">
      <dgm:prSet/>
      <dgm:spPr/>
      <dgm:t>
        <a:bodyPr/>
        <a:lstStyle/>
        <a:p>
          <a:endParaRPr lang="en-IN"/>
        </a:p>
      </dgm:t>
    </dgm:pt>
    <dgm:pt modelId="{C1D8114C-8E95-4D9F-B5F8-44EE3E9C7D17}">
      <dgm:prSet custT="1"/>
      <dgm:spPr/>
      <dgm:t>
        <a:bodyPr/>
        <a:lstStyle/>
        <a:p>
          <a:r>
            <a:rPr lang="en-US" sz="1800" b="0" i="0" dirty="0">
              <a:solidFill>
                <a:schemeClr val="bg2"/>
              </a:solidFill>
              <a:latin typeface="Calibri" panose="020F0502020204030204" pitchFamily="34" charset="0"/>
              <a:cs typeface="Calibri" panose="020F0502020204030204" pitchFamily="34" charset="0"/>
            </a:rPr>
            <a:t>Build the RIGHT system: Do RIGHT things</a:t>
          </a:r>
          <a:endParaRPr lang="en-IN" sz="1800" dirty="0">
            <a:solidFill>
              <a:schemeClr val="bg2"/>
            </a:solidFill>
            <a:latin typeface="Calibri" panose="020F0502020204030204" pitchFamily="34" charset="0"/>
            <a:cs typeface="Calibri" panose="020F0502020204030204" pitchFamily="34" charset="0"/>
          </a:endParaRPr>
        </a:p>
      </dgm:t>
    </dgm:pt>
    <dgm:pt modelId="{43701311-1400-4927-BED5-AE57742DC619}" type="parTrans" cxnId="{802CD6BE-B875-4703-8675-F253D533F534}">
      <dgm:prSet/>
      <dgm:spPr/>
      <dgm:t>
        <a:bodyPr/>
        <a:lstStyle/>
        <a:p>
          <a:endParaRPr lang="en-IN"/>
        </a:p>
      </dgm:t>
    </dgm:pt>
    <dgm:pt modelId="{19678E7E-8F4E-4933-97D0-30574D09E5E4}" type="sibTrans" cxnId="{802CD6BE-B875-4703-8675-F253D533F534}">
      <dgm:prSet/>
      <dgm:spPr/>
      <dgm:t>
        <a:bodyPr/>
        <a:lstStyle/>
        <a:p>
          <a:endParaRPr lang="en-IN"/>
        </a:p>
      </dgm:t>
    </dgm:pt>
    <dgm:pt modelId="{FC283FC5-9FD5-436A-9AF8-31872667590C}">
      <dgm:prSet custT="1"/>
      <dgm:spPr/>
      <dgm:t>
        <a:bodyPr/>
        <a:lstStyle/>
        <a:p>
          <a:r>
            <a:rPr lang="en-US" sz="1800" b="0" i="0">
              <a:solidFill>
                <a:schemeClr val="bg2"/>
              </a:solidFill>
              <a:latin typeface="Calibri" panose="020F0502020204030204" pitchFamily="34" charset="0"/>
              <a:cs typeface="Calibri" panose="020F0502020204030204" pitchFamily="34" charset="0"/>
            </a:rPr>
            <a:t>▷ </a:t>
          </a:r>
          <a:r>
            <a:rPr lang="en-US" sz="1800" b="1" i="0">
              <a:solidFill>
                <a:schemeClr val="bg2"/>
              </a:solidFill>
              <a:latin typeface="Calibri" panose="020F0502020204030204" pitchFamily="34" charset="0"/>
              <a:cs typeface="Calibri" panose="020F0502020204030204" pitchFamily="34" charset="0"/>
            </a:rPr>
            <a:t>Iridium</a:t>
          </a:r>
          <a:endParaRPr lang="en-IN" sz="1800">
            <a:solidFill>
              <a:schemeClr val="bg2"/>
            </a:solidFill>
            <a:latin typeface="Calibri" panose="020F0502020204030204" pitchFamily="34" charset="0"/>
            <a:cs typeface="Calibri" panose="020F0502020204030204" pitchFamily="34" charset="0"/>
          </a:endParaRPr>
        </a:p>
      </dgm:t>
    </dgm:pt>
    <dgm:pt modelId="{E7238FC5-032D-46DB-AE7E-82A033DDF838}" type="parTrans" cxnId="{B0C7A19B-F83F-41E6-8713-B533C7B2E3E4}">
      <dgm:prSet/>
      <dgm:spPr/>
      <dgm:t>
        <a:bodyPr/>
        <a:lstStyle/>
        <a:p>
          <a:endParaRPr lang="en-IN"/>
        </a:p>
      </dgm:t>
    </dgm:pt>
    <dgm:pt modelId="{E320EA3B-8A56-4CE9-837B-FE84C0802ED7}" type="sibTrans" cxnId="{B0C7A19B-F83F-41E6-8713-B533C7B2E3E4}">
      <dgm:prSet/>
      <dgm:spPr/>
      <dgm:t>
        <a:bodyPr/>
        <a:lstStyle/>
        <a:p>
          <a:endParaRPr lang="en-IN"/>
        </a:p>
      </dgm:t>
    </dgm:pt>
    <dgm:pt modelId="{3B718E4E-95B4-48E9-8515-62947DE492D6}">
      <dgm:prSet custT="1"/>
      <dgm:spPr/>
      <dgm:t>
        <a:bodyPr/>
        <a:lstStyle/>
        <a:p>
          <a:r>
            <a:rPr lang="en-US" sz="1800" b="0" i="0" dirty="0">
              <a:solidFill>
                <a:schemeClr val="bg2"/>
              </a:solidFill>
              <a:latin typeface="Calibri" panose="020F0502020204030204" pitchFamily="34" charset="0"/>
              <a:cs typeface="Calibri" panose="020F0502020204030204" pitchFamily="34" charset="0"/>
            </a:rPr>
            <a:t>▷ </a:t>
          </a:r>
          <a:r>
            <a:rPr lang="en-US" sz="1800" b="1" i="0" dirty="0">
              <a:solidFill>
                <a:schemeClr val="bg2"/>
              </a:solidFill>
              <a:latin typeface="Calibri" panose="020F0502020204030204" pitchFamily="34" charset="0"/>
              <a:cs typeface="Calibri" panose="020F0502020204030204" pitchFamily="34" charset="0"/>
            </a:rPr>
            <a:t>Tesla</a:t>
          </a:r>
          <a:endParaRPr lang="en-IN" sz="1800" dirty="0">
            <a:solidFill>
              <a:schemeClr val="bg2"/>
            </a:solidFill>
            <a:latin typeface="Calibri" panose="020F0502020204030204" pitchFamily="34" charset="0"/>
            <a:cs typeface="Calibri" panose="020F0502020204030204" pitchFamily="34" charset="0"/>
          </a:endParaRPr>
        </a:p>
      </dgm:t>
    </dgm:pt>
    <dgm:pt modelId="{E33E66CD-EBAD-4EC5-AA5B-1AE29763FF63}" type="parTrans" cxnId="{EEEDF5D2-C45A-4C6E-A033-58A5B00D3785}">
      <dgm:prSet/>
      <dgm:spPr/>
      <dgm:t>
        <a:bodyPr/>
        <a:lstStyle/>
        <a:p>
          <a:endParaRPr lang="en-IN"/>
        </a:p>
      </dgm:t>
    </dgm:pt>
    <dgm:pt modelId="{C1DBFA24-1EF8-4D64-8F1F-060BFE4C0782}" type="sibTrans" cxnId="{EEEDF5D2-C45A-4C6E-A033-58A5B00D3785}">
      <dgm:prSet/>
      <dgm:spPr/>
      <dgm:t>
        <a:bodyPr/>
        <a:lstStyle/>
        <a:p>
          <a:endParaRPr lang="en-IN"/>
        </a:p>
      </dgm:t>
    </dgm:pt>
    <dgm:pt modelId="{B60838A0-174E-4CA7-B5B5-B812D5A326D9}">
      <dgm:prSet custT="1"/>
      <dgm:spPr/>
      <dgm:t>
        <a:bodyPr/>
        <a:lstStyle/>
        <a:p>
          <a:r>
            <a:rPr lang="en-US" sz="1800" b="0" i="0" dirty="0">
              <a:solidFill>
                <a:schemeClr val="bg2"/>
              </a:solidFill>
              <a:latin typeface="Calibri" panose="020F0502020204030204" pitchFamily="34" charset="0"/>
              <a:cs typeface="Calibri" panose="020F0502020204030204" pitchFamily="34" charset="0"/>
            </a:rPr>
            <a:t>Lines of </a:t>
          </a:r>
          <a:r>
            <a:rPr lang="en-US" sz="1800" b="0" i="1" dirty="0">
              <a:solidFill>
                <a:schemeClr val="bg2"/>
              </a:solidFill>
              <a:latin typeface="Calibri" panose="020F0502020204030204" pitchFamily="34" charset="0"/>
              <a:cs typeface="Calibri" panose="020F0502020204030204" pitchFamily="34" charset="0"/>
            </a:rPr>
            <a:t>quality </a:t>
          </a:r>
          <a:r>
            <a:rPr lang="en-US" sz="1800" b="0" i="0" dirty="0">
              <a:solidFill>
                <a:schemeClr val="bg2"/>
              </a:solidFill>
              <a:latin typeface="Calibri" panose="020F0502020204030204" pitchFamily="34" charset="0"/>
              <a:cs typeface="Calibri" panose="020F0502020204030204" pitchFamily="34" charset="0"/>
            </a:rPr>
            <a:t>code produced per dollar</a:t>
          </a:r>
          <a:endParaRPr lang="en-IN" sz="1800" dirty="0">
            <a:solidFill>
              <a:schemeClr val="bg2"/>
            </a:solidFill>
            <a:latin typeface="Calibri" panose="020F0502020204030204" pitchFamily="34" charset="0"/>
            <a:cs typeface="Calibri" panose="020F0502020204030204" pitchFamily="34" charset="0"/>
          </a:endParaRPr>
        </a:p>
      </dgm:t>
    </dgm:pt>
    <dgm:pt modelId="{269E4EB6-73F1-44B5-A4D3-7FA8D9B59E0E}" type="parTrans" cxnId="{3D8A8EFF-65D6-46AB-A05E-BF7D9A306966}">
      <dgm:prSet/>
      <dgm:spPr/>
      <dgm:t>
        <a:bodyPr/>
        <a:lstStyle/>
        <a:p>
          <a:endParaRPr lang="en-IN"/>
        </a:p>
      </dgm:t>
    </dgm:pt>
    <dgm:pt modelId="{CAB0CA7D-B4A6-4998-A47D-49E8C60972D5}" type="sibTrans" cxnId="{3D8A8EFF-65D6-46AB-A05E-BF7D9A306966}">
      <dgm:prSet/>
      <dgm:spPr/>
      <dgm:t>
        <a:bodyPr/>
        <a:lstStyle/>
        <a:p>
          <a:endParaRPr lang="en-IN"/>
        </a:p>
      </dgm:t>
    </dgm:pt>
    <dgm:pt modelId="{CDC0D8F8-C996-4DAB-9E42-3B876FF04EAA}">
      <dgm:prSet custT="1"/>
      <dgm:spPr/>
      <dgm:t>
        <a:bodyPr/>
        <a:lstStyle/>
        <a:p>
          <a:r>
            <a:rPr lang="en-US" sz="1800" b="0" i="0" dirty="0">
              <a:solidFill>
                <a:schemeClr val="bg2"/>
              </a:solidFill>
              <a:latin typeface="Calibri" panose="020F0502020204030204" pitchFamily="34" charset="0"/>
              <a:cs typeface="Calibri" panose="020F0502020204030204" pitchFamily="34" charset="0"/>
            </a:rPr>
            <a:t>Cost for every instance of support</a:t>
          </a:r>
          <a:endParaRPr lang="en-IN" sz="1800" dirty="0">
            <a:solidFill>
              <a:schemeClr val="bg2"/>
            </a:solidFill>
            <a:latin typeface="Calibri" panose="020F0502020204030204" pitchFamily="34" charset="0"/>
            <a:cs typeface="Calibri" panose="020F0502020204030204" pitchFamily="34" charset="0"/>
          </a:endParaRPr>
        </a:p>
      </dgm:t>
    </dgm:pt>
    <dgm:pt modelId="{110CFFBC-7EAA-4353-A16B-5F1B2473370A}" type="parTrans" cxnId="{66926F97-61FF-4FD9-ABDB-60F52D0EA2D2}">
      <dgm:prSet/>
      <dgm:spPr/>
      <dgm:t>
        <a:bodyPr/>
        <a:lstStyle/>
        <a:p>
          <a:endParaRPr lang="en-IN"/>
        </a:p>
      </dgm:t>
    </dgm:pt>
    <dgm:pt modelId="{75E1976F-D295-47B1-986D-A9D3E02B4E10}" type="sibTrans" cxnId="{66926F97-61FF-4FD9-ABDB-60F52D0EA2D2}">
      <dgm:prSet/>
      <dgm:spPr/>
      <dgm:t>
        <a:bodyPr/>
        <a:lstStyle/>
        <a:p>
          <a:endParaRPr lang="en-IN"/>
        </a:p>
      </dgm:t>
    </dgm:pt>
    <dgm:pt modelId="{4639744E-F99F-4452-B4C2-3B1D9D70C13E}">
      <dgm:prSet custT="1"/>
      <dgm:spPr/>
      <dgm:t>
        <a:bodyPr/>
        <a:lstStyle/>
        <a:p>
          <a:r>
            <a:rPr lang="en-US" sz="1800" b="1" i="0" dirty="0">
              <a:solidFill>
                <a:schemeClr val="bg2"/>
              </a:solidFill>
              <a:latin typeface="Calibri" panose="020F0502020204030204" pitchFamily="34" charset="0"/>
              <a:cs typeface="Calibri" panose="020F0502020204030204" pitchFamily="34" charset="0"/>
            </a:rPr>
            <a:t>Minimize Rework</a:t>
          </a:r>
          <a:r>
            <a:rPr lang="en-US" sz="1800" b="0" i="0" dirty="0">
              <a:solidFill>
                <a:schemeClr val="bg2"/>
              </a:solidFill>
              <a:latin typeface="Calibri" panose="020F0502020204030204" pitchFamily="34" charset="0"/>
              <a:cs typeface="Calibri" panose="020F0502020204030204" pitchFamily="34" charset="0"/>
            </a:rPr>
            <a:t>: </a:t>
          </a:r>
          <a:r>
            <a:rPr lang="en-US" sz="1800" b="0" i="1" dirty="0">
              <a:solidFill>
                <a:schemeClr val="bg2"/>
              </a:solidFill>
              <a:latin typeface="Calibri" panose="020F0502020204030204" pitchFamily="34" charset="0"/>
              <a:cs typeface="Calibri" panose="020F0502020204030204" pitchFamily="34" charset="0"/>
            </a:rPr>
            <a:t>Get it right the first time</a:t>
          </a:r>
          <a:endParaRPr lang="en-IN" sz="1800" dirty="0">
            <a:solidFill>
              <a:schemeClr val="bg2"/>
            </a:solidFill>
            <a:latin typeface="Calibri" panose="020F0502020204030204" pitchFamily="34" charset="0"/>
            <a:cs typeface="Calibri" panose="020F0502020204030204" pitchFamily="34" charset="0"/>
          </a:endParaRPr>
        </a:p>
      </dgm:t>
    </dgm:pt>
    <dgm:pt modelId="{F2AF264E-B15B-4246-874C-B56A255247AF}" type="parTrans" cxnId="{2FCFF46C-1829-44E7-A850-FF24BF39D201}">
      <dgm:prSet/>
      <dgm:spPr/>
      <dgm:t>
        <a:bodyPr/>
        <a:lstStyle/>
        <a:p>
          <a:endParaRPr lang="en-IN"/>
        </a:p>
      </dgm:t>
    </dgm:pt>
    <dgm:pt modelId="{BFF20C58-B197-4285-93F9-A8E840FB2CAC}" type="sibTrans" cxnId="{2FCFF46C-1829-44E7-A850-FF24BF39D201}">
      <dgm:prSet/>
      <dgm:spPr/>
      <dgm:t>
        <a:bodyPr/>
        <a:lstStyle/>
        <a:p>
          <a:endParaRPr lang="en-IN"/>
        </a:p>
      </dgm:t>
    </dgm:pt>
    <dgm:pt modelId="{8199CCA9-BFA1-49AD-9649-A2188A7CF3E7}" type="pres">
      <dgm:prSet presAssocID="{D2D45E08-4F3A-4362-8228-AD8C796FC5A7}" presName="Name0" presStyleCnt="0">
        <dgm:presLayoutVars>
          <dgm:dir/>
          <dgm:animLvl val="lvl"/>
          <dgm:resizeHandles val="exact"/>
        </dgm:presLayoutVars>
      </dgm:prSet>
      <dgm:spPr/>
    </dgm:pt>
    <dgm:pt modelId="{8C7D850A-16EB-4969-998F-380F2C945DB4}" type="pres">
      <dgm:prSet presAssocID="{E7D015EE-8815-4206-AA87-FC1F9017F787}" presName="compositeNode" presStyleCnt="0">
        <dgm:presLayoutVars>
          <dgm:bulletEnabled val="1"/>
        </dgm:presLayoutVars>
      </dgm:prSet>
      <dgm:spPr/>
    </dgm:pt>
    <dgm:pt modelId="{AFB5B5CA-B57C-4340-A4AC-552B9A00622D}" type="pres">
      <dgm:prSet presAssocID="{E7D015EE-8815-4206-AA87-FC1F9017F787}" presName="bgRect" presStyleLbl="node1" presStyleIdx="0" presStyleCnt="2"/>
      <dgm:spPr/>
    </dgm:pt>
    <dgm:pt modelId="{316FC148-1002-4137-BD13-A366E00F034E}" type="pres">
      <dgm:prSet presAssocID="{E7D015EE-8815-4206-AA87-FC1F9017F787}" presName="parentNode" presStyleLbl="node1" presStyleIdx="0" presStyleCnt="2">
        <dgm:presLayoutVars>
          <dgm:chMax val="0"/>
          <dgm:bulletEnabled val="1"/>
        </dgm:presLayoutVars>
      </dgm:prSet>
      <dgm:spPr/>
    </dgm:pt>
    <dgm:pt modelId="{94ECD2D6-F58E-4270-A839-9FB87EF02EA6}" type="pres">
      <dgm:prSet presAssocID="{E7D015EE-8815-4206-AA87-FC1F9017F787}" presName="childNode" presStyleLbl="node1" presStyleIdx="0" presStyleCnt="2">
        <dgm:presLayoutVars>
          <dgm:bulletEnabled val="1"/>
        </dgm:presLayoutVars>
      </dgm:prSet>
      <dgm:spPr/>
    </dgm:pt>
    <dgm:pt modelId="{5E74E582-65B0-4A40-A9C5-9EF3ED1EB097}" type="pres">
      <dgm:prSet presAssocID="{9ABC4A4A-8DD7-40EF-AB5F-BAC496299DED}" presName="hSp" presStyleCnt="0"/>
      <dgm:spPr/>
    </dgm:pt>
    <dgm:pt modelId="{C19475D2-3146-465F-B8BD-91C5701CCE37}" type="pres">
      <dgm:prSet presAssocID="{9ABC4A4A-8DD7-40EF-AB5F-BAC496299DED}" presName="vProcSp" presStyleCnt="0"/>
      <dgm:spPr/>
    </dgm:pt>
    <dgm:pt modelId="{A4F90DA6-F9EB-4421-B1E2-9ECAA236603C}" type="pres">
      <dgm:prSet presAssocID="{9ABC4A4A-8DD7-40EF-AB5F-BAC496299DED}" presName="vSp1" presStyleCnt="0"/>
      <dgm:spPr/>
    </dgm:pt>
    <dgm:pt modelId="{15B87B36-9892-4C3D-8759-5F5327D7BE50}" type="pres">
      <dgm:prSet presAssocID="{9ABC4A4A-8DD7-40EF-AB5F-BAC496299DED}" presName="simulatedConn" presStyleLbl="solidFgAcc1" presStyleIdx="0" presStyleCnt="1"/>
      <dgm:spPr/>
    </dgm:pt>
    <dgm:pt modelId="{E0C48313-D04B-4DE2-A36E-6442A6EC0791}" type="pres">
      <dgm:prSet presAssocID="{9ABC4A4A-8DD7-40EF-AB5F-BAC496299DED}" presName="vSp2" presStyleCnt="0"/>
      <dgm:spPr/>
    </dgm:pt>
    <dgm:pt modelId="{A27C003C-B7B1-4820-A2EE-F5CE9D24C7DF}" type="pres">
      <dgm:prSet presAssocID="{9ABC4A4A-8DD7-40EF-AB5F-BAC496299DED}" presName="sibTrans" presStyleCnt="0"/>
      <dgm:spPr/>
    </dgm:pt>
    <dgm:pt modelId="{07D91FFF-3757-48E4-B580-591E1C7C6BA0}" type="pres">
      <dgm:prSet presAssocID="{D55CC7A3-979A-40FF-8A80-D3601C691EC7}" presName="compositeNode" presStyleCnt="0">
        <dgm:presLayoutVars>
          <dgm:bulletEnabled val="1"/>
        </dgm:presLayoutVars>
      </dgm:prSet>
      <dgm:spPr/>
    </dgm:pt>
    <dgm:pt modelId="{CC37EF50-5D82-47AA-BB83-B3D3F721F102}" type="pres">
      <dgm:prSet presAssocID="{D55CC7A3-979A-40FF-8A80-D3601C691EC7}" presName="bgRect" presStyleLbl="node1" presStyleIdx="1" presStyleCnt="2"/>
      <dgm:spPr/>
    </dgm:pt>
    <dgm:pt modelId="{8D05A69A-9505-4C43-A672-C564EB0FED2A}" type="pres">
      <dgm:prSet presAssocID="{D55CC7A3-979A-40FF-8A80-D3601C691EC7}" presName="parentNode" presStyleLbl="node1" presStyleIdx="1" presStyleCnt="2">
        <dgm:presLayoutVars>
          <dgm:chMax val="0"/>
          <dgm:bulletEnabled val="1"/>
        </dgm:presLayoutVars>
      </dgm:prSet>
      <dgm:spPr/>
    </dgm:pt>
    <dgm:pt modelId="{001DA865-DEB4-4FB9-9EB4-061B48773786}" type="pres">
      <dgm:prSet presAssocID="{D55CC7A3-979A-40FF-8A80-D3601C691EC7}" presName="childNode" presStyleLbl="node1" presStyleIdx="1" presStyleCnt="2">
        <dgm:presLayoutVars>
          <dgm:bulletEnabled val="1"/>
        </dgm:presLayoutVars>
      </dgm:prSet>
      <dgm:spPr/>
    </dgm:pt>
  </dgm:ptLst>
  <dgm:cxnLst>
    <dgm:cxn modelId="{415D150E-C916-4532-8695-4F439EA46977}" type="presOf" srcId="{3B718E4E-95B4-48E9-8515-62947DE492D6}" destId="{001DA865-DEB4-4FB9-9EB4-061B48773786}" srcOrd="0" destOrd="2" presId="urn:microsoft.com/office/officeart/2005/8/layout/hProcess7"/>
    <dgm:cxn modelId="{27384012-6BB5-4452-A6DB-D36151BA9F5E}" srcId="{E7D015EE-8815-4206-AA87-FC1F9017F787}" destId="{3C060F24-3139-4823-9BC7-530E0C2384FE}" srcOrd="2" destOrd="0" parTransId="{DDB47612-AA94-47F6-8ED5-F7130E9A95C8}" sibTransId="{5E46255D-AE35-483F-A3A3-03EF31CE2AB1}"/>
    <dgm:cxn modelId="{452EFF1F-59FA-4CD5-AA1F-E4C09CE5D7E9}" srcId="{E7D015EE-8815-4206-AA87-FC1F9017F787}" destId="{C1122C87-7DF6-41F2-8FB0-BA68221B4FEA}" srcOrd="3" destOrd="0" parTransId="{9D4E5CF1-E7F5-4054-ADBA-7B2DFC836A3E}" sibTransId="{B3737BD8-9CFF-4D9F-8D19-1000F87C1FD9}"/>
    <dgm:cxn modelId="{C7362723-5D72-4735-9278-4D10346A2E00}" type="presOf" srcId="{D2D45E08-4F3A-4362-8228-AD8C796FC5A7}" destId="{8199CCA9-BFA1-49AD-9649-A2188A7CF3E7}" srcOrd="0" destOrd="0" presId="urn:microsoft.com/office/officeart/2005/8/layout/hProcess7"/>
    <dgm:cxn modelId="{AA340224-2502-4A3A-8F6C-0130D56EF395}" type="presOf" srcId="{D55CC7A3-979A-40FF-8A80-D3601C691EC7}" destId="{CC37EF50-5D82-47AA-BB83-B3D3F721F102}" srcOrd="0" destOrd="0" presId="urn:microsoft.com/office/officeart/2005/8/layout/hProcess7"/>
    <dgm:cxn modelId="{78455D27-C090-41D5-B17A-FB8111B001F8}" srcId="{E7D015EE-8815-4206-AA87-FC1F9017F787}" destId="{DD439EB3-8357-4DD7-A268-86779B171497}" srcOrd="1" destOrd="0" parTransId="{81DC17C2-8678-4EBB-ABC9-25EC6AEC2DCC}" sibTransId="{53CB2663-2A07-496A-B760-24A1E8656075}"/>
    <dgm:cxn modelId="{6CF1B033-6449-458E-9DD5-F275327A2ADA}" type="presOf" srcId="{CDC0D8F8-C996-4DAB-9E42-3B876FF04EAA}" destId="{001DA865-DEB4-4FB9-9EB4-061B48773786}" srcOrd="0" destOrd="4" presId="urn:microsoft.com/office/officeart/2005/8/layout/hProcess7"/>
    <dgm:cxn modelId="{73B52036-A441-4DE3-9448-C16D19E6D45D}" type="presOf" srcId="{C1D8114C-8E95-4D9F-B5F8-44EE3E9C7D17}" destId="{001DA865-DEB4-4FB9-9EB4-061B48773786}" srcOrd="0" destOrd="0" presId="urn:microsoft.com/office/officeart/2005/8/layout/hProcess7"/>
    <dgm:cxn modelId="{0087053C-5848-461D-B735-0F06A01033EB}" type="presOf" srcId="{3C060F24-3139-4823-9BC7-530E0C2384FE}" destId="{94ECD2D6-F58E-4270-A839-9FB87EF02EA6}" srcOrd="0" destOrd="4" presId="urn:microsoft.com/office/officeart/2005/8/layout/hProcess7"/>
    <dgm:cxn modelId="{2FCFF46C-1829-44E7-A850-FF24BF39D201}" srcId="{D55CC7A3-979A-40FF-8A80-D3601C691EC7}" destId="{4639744E-F99F-4452-B4C2-3B1D9D70C13E}" srcOrd="3" destOrd="0" parTransId="{F2AF264E-B15B-4246-874C-B56A255247AF}" sibTransId="{BFF20C58-B197-4285-93F9-A8E840FB2CAC}"/>
    <dgm:cxn modelId="{4543F66F-1199-47C3-A9FE-3D1E2DFBEC52}" type="presOf" srcId="{4639744E-F99F-4452-B4C2-3B1D9D70C13E}" destId="{001DA865-DEB4-4FB9-9EB4-061B48773786}" srcOrd="0" destOrd="5" presId="urn:microsoft.com/office/officeart/2005/8/layout/hProcess7"/>
    <dgm:cxn modelId="{07FAAA70-9D0C-448F-B686-50BA07EFA707}" srcId="{D2D45E08-4F3A-4362-8228-AD8C796FC5A7}" destId="{D55CC7A3-979A-40FF-8A80-D3601C691EC7}" srcOrd="1" destOrd="0" parTransId="{858AC46C-635F-46C1-BE04-3C0EE3E1A067}" sibTransId="{E6582936-13FF-4961-A266-8B973728F3C3}"/>
    <dgm:cxn modelId="{093DD150-B2A8-4049-BF12-9503CEB26C94}" type="presOf" srcId="{E7D015EE-8815-4206-AA87-FC1F9017F787}" destId="{316FC148-1002-4137-BD13-A366E00F034E}" srcOrd="1" destOrd="0" presId="urn:microsoft.com/office/officeart/2005/8/layout/hProcess7"/>
    <dgm:cxn modelId="{F8147F72-F2F5-4DB0-B3CB-388F1CEF7515}" type="presOf" srcId="{B60838A0-174E-4CA7-B5B5-B812D5A326D9}" destId="{001DA865-DEB4-4FB9-9EB4-061B48773786}" srcOrd="0" destOrd="3" presId="urn:microsoft.com/office/officeart/2005/8/layout/hProcess7"/>
    <dgm:cxn modelId="{B833BD82-4516-4323-907C-C839D70CE0D0}" srcId="{BCAB0B6C-4F3E-497F-A38D-C3BE04F5191A}" destId="{1A3A0C7C-641F-461D-8DDA-1E29ED34A994}" srcOrd="1" destOrd="0" parTransId="{A9FD3522-0A85-436C-BD68-49E77B8631A9}" sibTransId="{ABCFFDE6-05B6-4312-8C2B-6C9CCE1B37F1}"/>
    <dgm:cxn modelId="{66926F97-61FF-4FD9-ABDB-60F52D0EA2D2}" srcId="{D55CC7A3-979A-40FF-8A80-D3601C691EC7}" destId="{CDC0D8F8-C996-4DAB-9E42-3B876FF04EAA}" srcOrd="2" destOrd="0" parTransId="{110CFFBC-7EAA-4353-A16B-5F1B2473370A}" sibTransId="{75E1976F-D295-47B1-986D-A9D3E02B4E10}"/>
    <dgm:cxn modelId="{B322669B-2CD6-4C27-881B-F9394B98BCE8}" srcId="{BCAB0B6C-4F3E-497F-A38D-C3BE04F5191A}" destId="{56C8B411-37F1-4D6A-84D2-708EEB4658CA}" srcOrd="0" destOrd="0" parTransId="{E0A44557-7D77-4E89-9AFF-4358D7C3FBA5}" sibTransId="{C014A4C9-54B3-4E28-9EDF-EAE56242FCB0}"/>
    <dgm:cxn modelId="{B0C7A19B-F83F-41E6-8713-B533C7B2E3E4}" srcId="{C1D8114C-8E95-4D9F-B5F8-44EE3E9C7D17}" destId="{FC283FC5-9FD5-436A-9AF8-31872667590C}" srcOrd="0" destOrd="0" parTransId="{E7238FC5-032D-46DB-AE7E-82A033DDF838}" sibTransId="{E320EA3B-8A56-4CE9-837B-FE84C0802ED7}"/>
    <dgm:cxn modelId="{7F569FA0-F4CB-4115-AC58-E615EE635A49}" type="presOf" srcId="{56C8B411-37F1-4D6A-84D2-708EEB4658CA}" destId="{94ECD2D6-F58E-4270-A839-9FB87EF02EA6}" srcOrd="0" destOrd="1" presId="urn:microsoft.com/office/officeart/2005/8/layout/hProcess7"/>
    <dgm:cxn modelId="{1C7ADFA4-0A86-445C-B97A-04E2ABA0958E}" type="presOf" srcId="{1A3A0C7C-641F-461D-8DDA-1E29ED34A994}" destId="{94ECD2D6-F58E-4270-A839-9FB87EF02EA6}" srcOrd="0" destOrd="2" presId="urn:microsoft.com/office/officeart/2005/8/layout/hProcess7"/>
    <dgm:cxn modelId="{0BE260AC-E693-44A8-BD53-643506425271}" type="presOf" srcId="{D55CC7A3-979A-40FF-8A80-D3601C691EC7}" destId="{8D05A69A-9505-4C43-A672-C564EB0FED2A}" srcOrd="1" destOrd="0" presId="urn:microsoft.com/office/officeart/2005/8/layout/hProcess7"/>
    <dgm:cxn modelId="{F9D7B5BC-CF51-4EA1-B60B-E5AB508F786E}" type="presOf" srcId="{FC283FC5-9FD5-436A-9AF8-31872667590C}" destId="{001DA865-DEB4-4FB9-9EB4-061B48773786}" srcOrd="0" destOrd="1" presId="urn:microsoft.com/office/officeart/2005/8/layout/hProcess7"/>
    <dgm:cxn modelId="{79B9BCBC-EE75-4B61-B892-9CA7A7653910}" type="presOf" srcId="{BCAB0B6C-4F3E-497F-A38D-C3BE04F5191A}" destId="{94ECD2D6-F58E-4270-A839-9FB87EF02EA6}" srcOrd="0" destOrd="0" presId="urn:microsoft.com/office/officeart/2005/8/layout/hProcess7"/>
    <dgm:cxn modelId="{802CD6BE-B875-4703-8675-F253D533F534}" srcId="{D55CC7A3-979A-40FF-8A80-D3601C691EC7}" destId="{C1D8114C-8E95-4D9F-B5F8-44EE3E9C7D17}" srcOrd="0" destOrd="0" parTransId="{43701311-1400-4927-BED5-AE57742DC619}" sibTransId="{19678E7E-8F4E-4933-97D0-30574D09E5E4}"/>
    <dgm:cxn modelId="{C761F1C1-BD17-4557-9D7E-047CB80245B4}" srcId="{D2D45E08-4F3A-4362-8228-AD8C796FC5A7}" destId="{E7D015EE-8815-4206-AA87-FC1F9017F787}" srcOrd="0" destOrd="0" parTransId="{6918CB47-29A9-43D7-A11F-E9C5667F90E4}" sibTransId="{9ABC4A4A-8DD7-40EF-AB5F-BAC496299DED}"/>
    <dgm:cxn modelId="{EEEDF5D2-C45A-4C6E-A033-58A5B00D3785}" srcId="{C1D8114C-8E95-4D9F-B5F8-44EE3E9C7D17}" destId="{3B718E4E-95B4-48E9-8515-62947DE492D6}" srcOrd="1" destOrd="0" parTransId="{E33E66CD-EBAD-4EC5-AA5B-1AE29763FF63}" sibTransId="{C1DBFA24-1EF8-4D64-8F1F-060BFE4C0782}"/>
    <dgm:cxn modelId="{AE2353EE-72F2-4B94-8DB3-E5E9FF67581C}" type="presOf" srcId="{E7D015EE-8815-4206-AA87-FC1F9017F787}" destId="{AFB5B5CA-B57C-4340-A4AC-552B9A00622D}" srcOrd="0" destOrd="0" presId="urn:microsoft.com/office/officeart/2005/8/layout/hProcess7"/>
    <dgm:cxn modelId="{E117F3F1-C977-4EC2-A9F5-353470A47391}" srcId="{E7D015EE-8815-4206-AA87-FC1F9017F787}" destId="{BCAB0B6C-4F3E-497F-A38D-C3BE04F5191A}" srcOrd="0" destOrd="0" parTransId="{E660BEE0-5530-4E2A-9C57-FC790E3A9E48}" sibTransId="{169F4901-8E45-46D3-8E64-1CBC67A4E735}"/>
    <dgm:cxn modelId="{2C2447F3-F476-4174-A4E3-398B8232D411}" type="presOf" srcId="{C1122C87-7DF6-41F2-8FB0-BA68221B4FEA}" destId="{94ECD2D6-F58E-4270-A839-9FB87EF02EA6}" srcOrd="0" destOrd="5" presId="urn:microsoft.com/office/officeart/2005/8/layout/hProcess7"/>
    <dgm:cxn modelId="{D6BD51FB-7103-4982-A17F-A9A18C8C3CE7}" type="presOf" srcId="{DD439EB3-8357-4DD7-A268-86779B171497}" destId="{94ECD2D6-F58E-4270-A839-9FB87EF02EA6}" srcOrd="0" destOrd="3" presId="urn:microsoft.com/office/officeart/2005/8/layout/hProcess7"/>
    <dgm:cxn modelId="{3D8A8EFF-65D6-46AB-A05E-BF7D9A306966}" srcId="{D55CC7A3-979A-40FF-8A80-D3601C691EC7}" destId="{B60838A0-174E-4CA7-B5B5-B812D5A326D9}" srcOrd="1" destOrd="0" parTransId="{269E4EB6-73F1-44B5-A4D3-7FA8D9B59E0E}" sibTransId="{CAB0CA7D-B4A6-4998-A47D-49E8C60972D5}"/>
    <dgm:cxn modelId="{E389A57D-86B9-4BC5-8342-4748F8FAA7B7}" type="presParOf" srcId="{8199CCA9-BFA1-49AD-9649-A2188A7CF3E7}" destId="{8C7D850A-16EB-4969-998F-380F2C945DB4}" srcOrd="0" destOrd="0" presId="urn:microsoft.com/office/officeart/2005/8/layout/hProcess7"/>
    <dgm:cxn modelId="{BF773633-06CF-4675-BD2D-E21B842BCBBB}" type="presParOf" srcId="{8C7D850A-16EB-4969-998F-380F2C945DB4}" destId="{AFB5B5CA-B57C-4340-A4AC-552B9A00622D}" srcOrd="0" destOrd="0" presId="urn:microsoft.com/office/officeart/2005/8/layout/hProcess7"/>
    <dgm:cxn modelId="{2DCAF31F-218F-4D57-9353-A9AD31A0F9C0}" type="presParOf" srcId="{8C7D850A-16EB-4969-998F-380F2C945DB4}" destId="{316FC148-1002-4137-BD13-A366E00F034E}" srcOrd="1" destOrd="0" presId="urn:microsoft.com/office/officeart/2005/8/layout/hProcess7"/>
    <dgm:cxn modelId="{AECAD637-C9FE-4860-BE21-F6BEB768C6DD}" type="presParOf" srcId="{8C7D850A-16EB-4969-998F-380F2C945DB4}" destId="{94ECD2D6-F58E-4270-A839-9FB87EF02EA6}" srcOrd="2" destOrd="0" presId="urn:microsoft.com/office/officeart/2005/8/layout/hProcess7"/>
    <dgm:cxn modelId="{D493714C-EA17-4BDD-B37B-C985F54D25EB}" type="presParOf" srcId="{8199CCA9-BFA1-49AD-9649-A2188A7CF3E7}" destId="{5E74E582-65B0-4A40-A9C5-9EF3ED1EB097}" srcOrd="1" destOrd="0" presId="urn:microsoft.com/office/officeart/2005/8/layout/hProcess7"/>
    <dgm:cxn modelId="{8926F7AA-592D-458D-80AC-15D4DDFFD46E}" type="presParOf" srcId="{8199CCA9-BFA1-49AD-9649-A2188A7CF3E7}" destId="{C19475D2-3146-465F-B8BD-91C5701CCE37}" srcOrd="2" destOrd="0" presId="urn:microsoft.com/office/officeart/2005/8/layout/hProcess7"/>
    <dgm:cxn modelId="{1EFBEC71-8EA2-44DE-BB67-89251BE2A1B0}" type="presParOf" srcId="{C19475D2-3146-465F-B8BD-91C5701CCE37}" destId="{A4F90DA6-F9EB-4421-B1E2-9ECAA236603C}" srcOrd="0" destOrd="0" presId="urn:microsoft.com/office/officeart/2005/8/layout/hProcess7"/>
    <dgm:cxn modelId="{A0D66CD8-A8C6-466C-B008-69DDA241D109}" type="presParOf" srcId="{C19475D2-3146-465F-B8BD-91C5701CCE37}" destId="{15B87B36-9892-4C3D-8759-5F5327D7BE50}" srcOrd="1" destOrd="0" presId="urn:microsoft.com/office/officeart/2005/8/layout/hProcess7"/>
    <dgm:cxn modelId="{2B9F071A-2D93-4570-9D23-4B5F0F5EC797}" type="presParOf" srcId="{C19475D2-3146-465F-B8BD-91C5701CCE37}" destId="{E0C48313-D04B-4DE2-A36E-6442A6EC0791}" srcOrd="2" destOrd="0" presId="urn:microsoft.com/office/officeart/2005/8/layout/hProcess7"/>
    <dgm:cxn modelId="{7F16E089-4D0D-419C-8342-BE9C9862A2A0}" type="presParOf" srcId="{8199CCA9-BFA1-49AD-9649-A2188A7CF3E7}" destId="{A27C003C-B7B1-4820-A2EE-F5CE9D24C7DF}" srcOrd="3" destOrd="0" presId="urn:microsoft.com/office/officeart/2005/8/layout/hProcess7"/>
    <dgm:cxn modelId="{2D95C4EB-7E3F-47DC-946A-EB4C778B5683}" type="presParOf" srcId="{8199CCA9-BFA1-49AD-9649-A2188A7CF3E7}" destId="{07D91FFF-3757-48E4-B580-591E1C7C6BA0}" srcOrd="4" destOrd="0" presId="urn:microsoft.com/office/officeart/2005/8/layout/hProcess7"/>
    <dgm:cxn modelId="{04B16FC5-AE6E-4EE3-AEBF-855F0D686986}" type="presParOf" srcId="{07D91FFF-3757-48E4-B580-591E1C7C6BA0}" destId="{CC37EF50-5D82-47AA-BB83-B3D3F721F102}" srcOrd="0" destOrd="0" presId="urn:microsoft.com/office/officeart/2005/8/layout/hProcess7"/>
    <dgm:cxn modelId="{0568DCD9-222C-4B49-861F-C73A2ACE54B3}" type="presParOf" srcId="{07D91FFF-3757-48E4-B580-591E1C7C6BA0}" destId="{8D05A69A-9505-4C43-A672-C564EB0FED2A}" srcOrd="1" destOrd="0" presId="urn:microsoft.com/office/officeart/2005/8/layout/hProcess7"/>
    <dgm:cxn modelId="{C72CF383-0792-406D-942E-76B9F25F849C}" type="presParOf" srcId="{07D91FFF-3757-48E4-B580-591E1C7C6BA0}" destId="{001DA865-DEB4-4FB9-9EB4-061B48773786}"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BAAF54-2D77-47A9-BFEF-DE8CE4ADDB13}" type="doc">
      <dgm:prSet loTypeId="urn:microsoft.com/office/officeart/2005/8/layout/hList1" loCatId="list" qsTypeId="urn:microsoft.com/office/officeart/2005/8/quickstyle/simple1" qsCatId="simple" csTypeId="urn:microsoft.com/office/officeart/2005/8/colors/accent0_2" csCatId="mainScheme" phldr="1"/>
      <dgm:spPr/>
      <dgm:t>
        <a:bodyPr/>
        <a:lstStyle/>
        <a:p>
          <a:endParaRPr lang="en-IN"/>
        </a:p>
      </dgm:t>
    </dgm:pt>
    <dgm:pt modelId="{5E5B0F16-43B3-46BE-85EA-7DC834039083}">
      <dgm:prSet/>
      <dgm:spPr/>
      <dgm:t>
        <a:bodyPr/>
        <a:lstStyle/>
        <a:p>
          <a:r>
            <a:rPr lang="en-IN" b="1" i="0" dirty="0"/>
            <a:t>Ensure that high quality systems are delivered</a:t>
          </a:r>
          <a:endParaRPr lang="en-IN" b="1" dirty="0"/>
        </a:p>
      </dgm:t>
    </dgm:pt>
    <dgm:pt modelId="{E71C8518-5E0E-49A8-BBBF-9D924DF760E0}" type="parTrans" cxnId="{4043318B-63BD-468F-9001-D7C1B7BD1484}">
      <dgm:prSet/>
      <dgm:spPr/>
      <dgm:t>
        <a:bodyPr/>
        <a:lstStyle/>
        <a:p>
          <a:endParaRPr lang="en-IN"/>
        </a:p>
      </dgm:t>
    </dgm:pt>
    <dgm:pt modelId="{D5FF0252-2A9F-4F56-B12F-8BC63692E8E7}" type="sibTrans" cxnId="{4043318B-63BD-468F-9001-D7C1B7BD1484}">
      <dgm:prSet/>
      <dgm:spPr/>
      <dgm:t>
        <a:bodyPr/>
        <a:lstStyle/>
        <a:p>
          <a:endParaRPr lang="en-IN"/>
        </a:p>
      </dgm:t>
    </dgm:pt>
    <dgm:pt modelId="{C28B4F6D-2630-4AA3-B4C6-DD87DA3FD276}">
      <dgm:prSet/>
      <dgm:spPr/>
      <dgm:t>
        <a:bodyPr/>
        <a:lstStyle/>
        <a:p>
          <a:r>
            <a:rPr lang="en-IN" b="0" i="0"/>
            <a:t>Built to contract (commitment)</a:t>
          </a:r>
          <a:endParaRPr lang="en-IN" dirty="0"/>
        </a:p>
      </dgm:t>
    </dgm:pt>
    <dgm:pt modelId="{FAE9F974-FB0A-459F-9913-C3537117D135}" type="parTrans" cxnId="{058ACE96-645F-4D4D-80BB-324A5D50FBDF}">
      <dgm:prSet/>
      <dgm:spPr/>
      <dgm:t>
        <a:bodyPr/>
        <a:lstStyle/>
        <a:p>
          <a:endParaRPr lang="en-IN"/>
        </a:p>
      </dgm:t>
    </dgm:pt>
    <dgm:pt modelId="{4F66CEA7-50CA-43F1-96CA-1719CF0008B3}" type="sibTrans" cxnId="{058ACE96-645F-4D4D-80BB-324A5D50FBDF}">
      <dgm:prSet/>
      <dgm:spPr/>
      <dgm:t>
        <a:bodyPr/>
        <a:lstStyle/>
        <a:p>
          <a:endParaRPr lang="en-IN"/>
        </a:p>
      </dgm:t>
    </dgm:pt>
    <dgm:pt modelId="{4CE28D0A-0972-495C-A85E-4C651F55E72C}">
      <dgm:prSet/>
      <dgm:spPr/>
      <dgm:t>
        <a:bodyPr/>
        <a:lstStyle/>
        <a:p>
          <a:r>
            <a:rPr lang="en-IN" b="1" i="0" dirty="0"/>
            <a:t>Provide strong management controls over the projects</a:t>
          </a:r>
          <a:endParaRPr lang="en-IN" b="1" dirty="0"/>
        </a:p>
      </dgm:t>
    </dgm:pt>
    <dgm:pt modelId="{D44938C7-E9CB-4551-9871-04B222616887}" type="parTrans" cxnId="{3A6A6D7E-B7CD-473E-AA10-52FAF07FDD8D}">
      <dgm:prSet/>
      <dgm:spPr/>
      <dgm:t>
        <a:bodyPr/>
        <a:lstStyle/>
        <a:p>
          <a:endParaRPr lang="en-IN"/>
        </a:p>
      </dgm:t>
    </dgm:pt>
    <dgm:pt modelId="{A16BFC2D-9443-4A09-91B8-2E322B8697BE}" type="sibTrans" cxnId="{3A6A6D7E-B7CD-473E-AA10-52FAF07FDD8D}">
      <dgm:prSet/>
      <dgm:spPr/>
      <dgm:t>
        <a:bodyPr/>
        <a:lstStyle/>
        <a:p>
          <a:endParaRPr lang="en-IN"/>
        </a:p>
      </dgm:t>
    </dgm:pt>
    <dgm:pt modelId="{BB1A3050-873F-4DCF-8A68-4E0CF4DED308}">
      <dgm:prSet/>
      <dgm:spPr/>
      <dgm:t>
        <a:bodyPr/>
        <a:lstStyle/>
        <a:p>
          <a:r>
            <a:rPr lang="en-IN" b="0" i="0"/>
            <a:t>Efficiency</a:t>
          </a:r>
          <a:endParaRPr lang="en-IN" dirty="0"/>
        </a:p>
      </dgm:t>
    </dgm:pt>
    <dgm:pt modelId="{57E93AA0-B9E5-4172-ADF8-8B796F73DB56}" type="parTrans" cxnId="{4DC2F9C1-C042-4132-BAF8-8FF906197826}">
      <dgm:prSet/>
      <dgm:spPr/>
      <dgm:t>
        <a:bodyPr/>
        <a:lstStyle/>
        <a:p>
          <a:endParaRPr lang="en-IN"/>
        </a:p>
      </dgm:t>
    </dgm:pt>
    <dgm:pt modelId="{07791392-C08D-4EEF-A6F9-8B1ABE671DBE}" type="sibTrans" cxnId="{4DC2F9C1-C042-4132-BAF8-8FF906197826}">
      <dgm:prSet/>
      <dgm:spPr/>
      <dgm:t>
        <a:bodyPr/>
        <a:lstStyle/>
        <a:p>
          <a:endParaRPr lang="en-IN"/>
        </a:p>
      </dgm:t>
    </dgm:pt>
    <dgm:pt modelId="{688F6C0A-A2E2-4762-B0B2-DEA7504CF905}">
      <dgm:prSet/>
      <dgm:spPr/>
      <dgm:t>
        <a:bodyPr/>
        <a:lstStyle/>
        <a:p>
          <a:r>
            <a:rPr lang="en-IN" b="0" i="0"/>
            <a:t>Effectiveness</a:t>
          </a:r>
          <a:endParaRPr lang="en-IN"/>
        </a:p>
      </dgm:t>
    </dgm:pt>
    <dgm:pt modelId="{646A006F-E443-4D35-B51E-6719C50F93A6}" type="parTrans" cxnId="{10C97C9F-7E24-42F0-9A40-E8CF063D817B}">
      <dgm:prSet/>
      <dgm:spPr/>
      <dgm:t>
        <a:bodyPr/>
        <a:lstStyle/>
        <a:p>
          <a:endParaRPr lang="en-IN"/>
        </a:p>
      </dgm:t>
    </dgm:pt>
    <dgm:pt modelId="{F30B0A8F-030B-43E9-A139-854EC04EA459}" type="sibTrans" cxnId="{10C97C9F-7E24-42F0-9A40-E8CF063D817B}">
      <dgm:prSet/>
      <dgm:spPr/>
      <dgm:t>
        <a:bodyPr/>
        <a:lstStyle/>
        <a:p>
          <a:endParaRPr lang="en-IN"/>
        </a:p>
      </dgm:t>
    </dgm:pt>
    <dgm:pt modelId="{7A004C0A-8A5A-4292-AC56-F59AF2B8B111}">
      <dgm:prSet/>
      <dgm:spPr/>
      <dgm:t>
        <a:bodyPr/>
        <a:lstStyle/>
        <a:p>
          <a:r>
            <a:rPr lang="en-IN" b="0" i="0"/>
            <a:t>Process Compliance</a:t>
          </a:r>
          <a:endParaRPr lang="en-IN"/>
        </a:p>
      </dgm:t>
    </dgm:pt>
    <dgm:pt modelId="{1926882C-5076-4A11-BCA0-CAE09B7690CA}" type="parTrans" cxnId="{84194147-52CC-4D1D-805A-884472D1E042}">
      <dgm:prSet/>
      <dgm:spPr/>
      <dgm:t>
        <a:bodyPr/>
        <a:lstStyle/>
        <a:p>
          <a:endParaRPr lang="en-IN"/>
        </a:p>
      </dgm:t>
    </dgm:pt>
    <dgm:pt modelId="{D2F7A384-7959-4D61-9D24-961B0419A9E1}" type="sibTrans" cxnId="{84194147-52CC-4D1D-805A-884472D1E042}">
      <dgm:prSet/>
      <dgm:spPr/>
      <dgm:t>
        <a:bodyPr/>
        <a:lstStyle/>
        <a:p>
          <a:endParaRPr lang="en-IN"/>
        </a:p>
      </dgm:t>
    </dgm:pt>
    <dgm:pt modelId="{DC5BD23D-5BCD-43D3-93C2-1601AC0B1B89}">
      <dgm:prSet/>
      <dgm:spPr/>
      <dgm:t>
        <a:bodyPr/>
        <a:lstStyle/>
        <a:p>
          <a:r>
            <a:rPr lang="en-IN" b="0" i="0"/>
            <a:t>Cost Control</a:t>
          </a:r>
          <a:endParaRPr lang="en-IN"/>
        </a:p>
      </dgm:t>
    </dgm:pt>
    <dgm:pt modelId="{54596EB5-6A54-49E4-9E30-D9F1E1BF92D1}" type="parTrans" cxnId="{0B88F850-68B2-4C27-A849-0DFC3C9F54A2}">
      <dgm:prSet/>
      <dgm:spPr/>
      <dgm:t>
        <a:bodyPr/>
        <a:lstStyle/>
        <a:p>
          <a:endParaRPr lang="en-IN"/>
        </a:p>
      </dgm:t>
    </dgm:pt>
    <dgm:pt modelId="{C1AF09D9-A72E-4F6D-9B6C-A4FE91C3FDB5}" type="sibTrans" cxnId="{0B88F850-68B2-4C27-A849-0DFC3C9F54A2}">
      <dgm:prSet/>
      <dgm:spPr/>
      <dgm:t>
        <a:bodyPr/>
        <a:lstStyle/>
        <a:p>
          <a:endParaRPr lang="en-IN"/>
        </a:p>
      </dgm:t>
    </dgm:pt>
    <dgm:pt modelId="{6C777FC3-CD4B-4B33-9710-622400BE1748}">
      <dgm:prSet/>
      <dgm:spPr/>
      <dgm:t>
        <a:bodyPr/>
        <a:lstStyle/>
        <a:p>
          <a:r>
            <a:rPr lang="en-IN" b="0" i="0"/>
            <a:t>Customer Satisfaction</a:t>
          </a:r>
          <a:endParaRPr lang="en-IN" dirty="0"/>
        </a:p>
      </dgm:t>
    </dgm:pt>
    <dgm:pt modelId="{D25C80EA-D429-4CAD-82BE-EF9240AF6022}" type="parTrans" cxnId="{50A9413F-FE5A-41E8-8A7F-5275A001C7AF}">
      <dgm:prSet/>
      <dgm:spPr/>
      <dgm:t>
        <a:bodyPr/>
        <a:lstStyle/>
        <a:p>
          <a:endParaRPr lang="en-IN"/>
        </a:p>
      </dgm:t>
    </dgm:pt>
    <dgm:pt modelId="{40580C0A-742E-4829-AC40-CB4B1DD233AF}" type="sibTrans" cxnId="{50A9413F-FE5A-41E8-8A7F-5275A001C7AF}">
      <dgm:prSet/>
      <dgm:spPr/>
      <dgm:t>
        <a:bodyPr/>
        <a:lstStyle/>
        <a:p>
          <a:endParaRPr lang="en-IN"/>
        </a:p>
      </dgm:t>
    </dgm:pt>
    <dgm:pt modelId="{755ED3D5-AB53-4F72-9B11-D8F5BB077BCC}">
      <dgm:prSet/>
      <dgm:spPr/>
      <dgm:t>
        <a:bodyPr/>
        <a:lstStyle/>
        <a:p>
          <a:r>
            <a:rPr lang="en-IN" b="1" i="0" dirty="0"/>
            <a:t>Maximize the productivity of the systems staff</a:t>
          </a:r>
          <a:endParaRPr lang="en-IN" b="1" dirty="0"/>
        </a:p>
      </dgm:t>
    </dgm:pt>
    <dgm:pt modelId="{5449D6E4-6058-4682-B4BE-D664CAFE4564}" type="parTrans" cxnId="{4C8DE6C6-004E-436E-8CD7-7A7120840D49}">
      <dgm:prSet/>
      <dgm:spPr/>
      <dgm:t>
        <a:bodyPr/>
        <a:lstStyle/>
        <a:p>
          <a:endParaRPr lang="en-IN"/>
        </a:p>
      </dgm:t>
    </dgm:pt>
    <dgm:pt modelId="{7DDE11ED-5AA4-4637-8ED8-44AB9AADC225}" type="sibTrans" cxnId="{4C8DE6C6-004E-436E-8CD7-7A7120840D49}">
      <dgm:prSet/>
      <dgm:spPr/>
      <dgm:t>
        <a:bodyPr/>
        <a:lstStyle/>
        <a:p>
          <a:endParaRPr lang="en-IN"/>
        </a:p>
      </dgm:t>
    </dgm:pt>
    <dgm:pt modelId="{04ADB22D-91CC-43EF-928F-E741AB2A857D}">
      <dgm:prSet/>
      <dgm:spPr/>
      <dgm:t>
        <a:bodyPr/>
        <a:lstStyle/>
        <a:p>
          <a:r>
            <a:rPr lang="en-IN" b="0" i="0"/>
            <a:t>Built by best practices</a:t>
          </a:r>
          <a:endParaRPr lang="en-IN" dirty="0"/>
        </a:p>
      </dgm:t>
    </dgm:pt>
    <dgm:pt modelId="{49FA3E48-3499-47CF-9A68-8F53CF057DCD}" type="parTrans" cxnId="{19C847A0-27AF-477F-A306-30FC6251F210}">
      <dgm:prSet/>
      <dgm:spPr/>
      <dgm:t>
        <a:bodyPr/>
        <a:lstStyle/>
        <a:p>
          <a:endParaRPr lang="en-IN"/>
        </a:p>
      </dgm:t>
    </dgm:pt>
    <dgm:pt modelId="{52C6B8A8-79B2-4104-B015-D7DA44415CD5}" type="sibTrans" cxnId="{19C847A0-27AF-477F-A306-30FC6251F210}">
      <dgm:prSet/>
      <dgm:spPr/>
      <dgm:t>
        <a:bodyPr/>
        <a:lstStyle/>
        <a:p>
          <a:endParaRPr lang="en-IN"/>
        </a:p>
      </dgm:t>
    </dgm:pt>
    <dgm:pt modelId="{DE0AC981-DA4D-48F0-A9FF-D6FAB6874C38}" type="pres">
      <dgm:prSet presAssocID="{29BAAF54-2D77-47A9-BFEF-DE8CE4ADDB13}" presName="Name0" presStyleCnt="0">
        <dgm:presLayoutVars>
          <dgm:dir/>
          <dgm:animLvl val="lvl"/>
          <dgm:resizeHandles val="exact"/>
        </dgm:presLayoutVars>
      </dgm:prSet>
      <dgm:spPr/>
    </dgm:pt>
    <dgm:pt modelId="{89132E7A-6904-415D-BFCC-47B111AECE4C}" type="pres">
      <dgm:prSet presAssocID="{5E5B0F16-43B3-46BE-85EA-7DC834039083}" presName="composite" presStyleCnt="0"/>
      <dgm:spPr/>
    </dgm:pt>
    <dgm:pt modelId="{7A1CF9F2-6E10-4F85-8CEF-03008AD92A2D}" type="pres">
      <dgm:prSet presAssocID="{5E5B0F16-43B3-46BE-85EA-7DC834039083}" presName="parTx" presStyleLbl="alignNode1" presStyleIdx="0" presStyleCnt="3">
        <dgm:presLayoutVars>
          <dgm:chMax val="0"/>
          <dgm:chPref val="0"/>
          <dgm:bulletEnabled val="1"/>
        </dgm:presLayoutVars>
      </dgm:prSet>
      <dgm:spPr/>
    </dgm:pt>
    <dgm:pt modelId="{A46B9B35-F760-47AC-B598-ABD953A5EA32}" type="pres">
      <dgm:prSet presAssocID="{5E5B0F16-43B3-46BE-85EA-7DC834039083}" presName="desTx" presStyleLbl="alignAccFollowNode1" presStyleIdx="0" presStyleCnt="3">
        <dgm:presLayoutVars>
          <dgm:bulletEnabled val="1"/>
        </dgm:presLayoutVars>
      </dgm:prSet>
      <dgm:spPr/>
    </dgm:pt>
    <dgm:pt modelId="{70D920A8-153F-4E8C-B368-EFE92E8C2A9E}" type="pres">
      <dgm:prSet presAssocID="{D5FF0252-2A9F-4F56-B12F-8BC63692E8E7}" presName="space" presStyleCnt="0"/>
      <dgm:spPr/>
    </dgm:pt>
    <dgm:pt modelId="{F19BA184-664C-4079-98AC-B102DC00FB9A}" type="pres">
      <dgm:prSet presAssocID="{4CE28D0A-0972-495C-A85E-4C651F55E72C}" presName="composite" presStyleCnt="0"/>
      <dgm:spPr/>
    </dgm:pt>
    <dgm:pt modelId="{317098FA-E564-4C36-ACD4-DDAA7B847296}" type="pres">
      <dgm:prSet presAssocID="{4CE28D0A-0972-495C-A85E-4C651F55E72C}" presName="parTx" presStyleLbl="alignNode1" presStyleIdx="1" presStyleCnt="3">
        <dgm:presLayoutVars>
          <dgm:chMax val="0"/>
          <dgm:chPref val="0"/>
          <dgm:bulletEnabled val="1"/>
        </dgm:presLayoutVars>
      </dgm:prSet>
      <dgm:spPr/>
    </dgm:pt>
    <dgm:pt modelId="{28357F6D-C1EB-46F1-93B4-2A27F92D60EC}" type="pres">
      <dgm:prSet presAssocID="{4CE28D0A-0972-495C-A85E-4C651F55E72C}" presName="desTx" presStyleLbl="alignAccFollowNode1" presStyleIdx="1" presStyleCnt="3">
        <dgm:presLayoutVars>
          <dgm:bulletEnabled val="1"/>
        </dgm:presLayoutVars>
      </dgm:prSet>
      <dgm:spPr/>
    </dgm:pt>
    <dgm:pt modelId="{E94BA329-F667-4382-8FD6-3A80DA3956B2}" type="pres">
      <dgm:prSet presAssocID="{A16BFC2D-9443-4A09-91B8-2E322B8697BE}" presName="space" presStyleCnt="0"/>
      <dgm:spPr/>
    </dgm:pt>
    <dgm:pt modelId="{C2276901-7815-4305-998B-088DAF6E2961}" type="pres">
      <dgm:prSet presAssocID="{755ED3D5-AB53-4F72-9B11-D8F5BB077BCC}" presName="composite" presStyleCnt="0"/>
      <dgm:spPr/>
    </dgm:pt>
    <dgm:pt modelId="{CCCCA035-19F9-4D0F-89E6-6B1956E474F8}" type="pres">
      <dgm:prSet presAssocID="{755ED3D5-AB53-4F72-9B11-D8F5BB077BCC}" presName="parTx" presStyleLbl="alignNode1" presStyleIdx="2" presStyleCnt="3">
        <dgm:presLayoutVars>
          <dgm:chMax val="0"/>
          <dgm:chPref val="0"/>
          <dgm:bulletEnabled val="1"/>
        </dgm:presLayoutVars>
      </dgm:prSet>
      <dgm:spPr/>
    </dgm:pt>
    <dgm:pt modelId="{2A930187-73A1-4E57-9F81-D2107EB51EF5}" type="pres">
      <dgm:prSet presAssocID="{755ED3D5-AB53-4F72-9B11-D8F5BB077BCC}" presName="desTx" presStyleLbl="alignAccFollowNode1" presStyleIdx="2" presStyleCnt="3">
        <dgm:presLayoutVars>
          <dgm:bulletEnabled val="1"/>
        </dgm:presLayoutVars>
      </dgm:prSet>
      <dgm:spPr/>
    </dgm:pt>
  </dgm:ptLst>
  <dgm:cxnLst>
    <dgm:cxn modelId="{ACA2C918-6529-49D0-9B0C-6DAB236EC76A}" type="presOf" srcId="{5E5B0F16-43B3-46BE-85EA-7DC834039083}" destId="{7A1CF9F2-6E10-4F85-8CEF-03008AD92A2D}" srcOrd="0" destOrd="0" presId="urn:microsoft.com/office/officeart/2005/8/layout/hList1"/>
    <dgm:cxn modelId="{A7B69231-D496-4BA4-805D-2229850A1A5C}" type="presOf" srcId="{29BAAF54-2D77-47A9-BFEF-DE8CE4ADDB13}" destId="{DE0AC981-DA4D-48F0-A9FF-D6FAB6874C38}" srcOrd="0" destOrd="0" presId="urn:microsoft.com/office/officeart/2005/8/layout/hList1"/>
    <dgm:cxn modelId="{50A9413F-FE5A-41E8-8A7F-5275A001C7AF}" srcId="{4CE28D0A-0972-495C-A85E-4C651F55E72C}" destId="{6C777FC3-CD4B-4B33-9710-622400BE1748}" srcOrd="4" destOrd="0" parTransId="{D25C80EA-D429-4CAD-82BE-EF9240AF6022}" sibTransId="{40580C0A-742E-4829-AC40-CB4B1DD233AF}"/>
    <dgm:cxn modelId="{1B20ED41-33BA-4FF6-A398-83BA575CC9E4}" type="presOf" srcId="{7A004C0A-8A5A-4292-AC56-F59AF2B8B111}" destId="{28357F6D-C1EB-46F1-93B4-2A27F92D60EC}" srcOrd="0" destOrd="2" presId="urn:microsoft.com/office/officeart/2005/8/layout/hList1"/>
    <dgm:cxn modelId="{84194147-52CC-4D1D-805A-884472D1E042}" srcId="{4CE28D0A-0972-495C-A85E-4C651F55E72C}" destId="{7A004C0A-8A5A-4292-AC56-F59AF2B8B111}" srcOrd="2" destOrd="0" parTransId="{1926882C-5076-4A11-BCA0-CAE09B7690CA}" sibTransId="{D2F7A384-7959-4D61-9D24-961B0419A9E1}"/>
    <dgm:cxn modelId="{0B88F850-68B2-4C27-A849-0DFC3C9F54A2}" srcId="{4CE28D0A-0972-495C-A85E-4C651F55E72C}" destId="{DC5BD23D-5BCD-43D3-93C2-1601AC0B1B89}" srcOrd="3" destOrd="0" parTransId="{54596EB5-6A54-49E4-9E30-D9F1E1BF92D1}" sibTransId="{C1AF09D9-A72E-4F6D-9B6C-A4FE91C3FDB5}"/>
    <dgm:cxn modelId="{C386F751-50BB-487A-9EB9-5576C75A9E72}" type="presOf" srcId="{04ADB22D-91CC-43EF-928F-E741AB2A857D}" destId="{2A930187-73A1-4E57-9F81-D2107EB51EF5}" srcOrd="0" destOrd="0" presId="urn:microsoft.com/office/officeart/2005/8/layout/hList1"/>
    <dgm:cxn modelId="{41D0D454-6FF2-4FF6-A777-9201AF9F7C73}" type="presOf" srcId="{6C777FC3-CD4B-4B33-9710-622400BE1748}" destId="{28357F6D-C1EB-46F1-93B4-2A27F92D60EC}" srcOrd="0" destOrd="4" presId="urn:microsoft.com/office/officeart/2005/8/layout/hList1"/>
    <dgm:cxn modelId="{A51B5F55-A9C1-471E-AB9F-56392D14688D}" type="presOf" srcId="{4CE28D0A-0972-495C-A85E-4C651F55E72C}" destId="{317098FA-E564-4C36-ACD4-DDAA7B847296}" srcOrd="0" destOrd="0" presId="urn:microsoft.com/office/officeart/2005/8/layout/hList1"/>
    <dgm:cxn modelId="{3A6A6D7E-B7CD-473E-AA10-52FAF07FDD8D}" srcId="{29BAAF54-2D77-47A9-BFEF-DE8CE4ADDB13}" destId="{4CE28D0A-0972-495C-A85E-4C651F55E72C}" srcOrd="1" destOrd="0" parTransId="{D44938C7-E9CB-4551-9871-04B222616887}" sibTransId="{A16BFC2D-9443-4A09-91B8-2E322B8697BE}"/>
    <dgm:cxn modelId="{4043318B-63BD-468F-9001-D7C1B7BD1484}" srcId="{29BAAF54-2D77-47A9-BFEF-DE8CE4ADDB13}" destId="{5E5B0F16-43B3-46BE-85EA-7DC834039083}" srcOrd="0" destOrd="0" parTransId="{E71C8518-5E0E-49A8-BBBF-9D924DF760E0}" sibTransId="{D5FF0252-2A9F-4F56-B12F-8BC63692E8E7}"/>
    <dgm:cxn modelId="{058ACE96-645F-4D4D-80BB-324A5D50FBDF}" srcId="{5E5B0F16-43B3-46BE-85EA-7DC834039083}" destId="{C28B4F6D-2630-4AA3-B4C6-DD87DA3FD276}" srcOrd="0" destOrd="0" parTransId="{FAE9F974-FB0A-459F-9913-C3537117D135}" sibTransId="{4F66CEA7-50CA-43F1-96CA-1719CF0008B3}"/>
    <dgm:cxn modelId="{10C97C9F-7E24-42F0-9A40-E8CF063D817B}" srcId="{4CE28D0A-0972-495C-A85E-4C651F55E72C}" destId="{688F6C0A-A2E2-4762-B0B2-DEA7504CF905}" srcOrd="1" destOrd="0" parTransId="{646A006F-E443-4D35-B51E-6719C50F93A6}" sibTransId="{F30B0A8F-030B-43E9-A139-854EC04EA459}"/>
    <dgm:cxn modelId="{19C847A0-27AF-477F-A306-30FC6251F210}" srcId="{755ED3D5-AB53-4F72-9B11-D8F5BB077BCC}" destId="{04ADB22D-91CC-43EF-928F-E741AB2A857D}" srcOrd="0" destOrd="0" parTransId="{49FA3E48-3499-47CF-9A68-8F53CF057DCD}" sibTransId="{52C6B8A8-79B2-4104-B015-D7DA44415CD5}"/>
    <dgm:cxn modelId="{B15F2BAA-A92F-4F95-9A73-2747ADFF0CEE}" type="presOf" srcId="{DC5BD23D-5BCD-43D3-93C2-1601AC0B1B89}" destId="{28357F6D-C1EB-46F1-93B4-2A27F92D60EC}" srcOrd="0" destOrd="3" presId="urn:microsoft.com/office/officeart/2005/8/layout/hList1"/>
    <dgm:cxn modelId="{871786BD-1A88-4D55-9AAE-D183E5E7F458}" type="presOf" srcId="{BB1A3050-873F-4DCF-8A68-4E0CF4DED308}" destId="{28357F6D-C1EB-46F1-93B4-2A27F92D60EC}" srcOrd="0" destOrd="0" presId="urn:microsoft.com/office/officeart/2005/8/layout/hList1"/>
    <dgm:cxn modelId="{4DC2F9C1-C042-4132-BAF8-8FF906197826}" srcId="{4CE28D0A-0972-495C-A85E-4C651F55E72C}" destId="{BB1A3050-873F-4DCF-8A68-4E0CF4DED308}" srcOrd="0" destOrd="0" parTransId="{57E93AA0-B9E5-4172-ADF8-8B796F73DB56}" sibTransId="{07791392-C08D-4EEF-A6F9-8B1ABE671DBE}"/>
    <dgm:cxn modelId="{EF4853C5-DC42-471F-8A5A-BCFFD0142B95}" type="presOf" srcId="{755ED3D5-AB53-4F72-9B11-D8F5BB077BCC}" destId="{CCCCA035-19F9-4D0F-89E6-6B1956E474F8}" srcOrd="0" destOrd="0" presId="urn:microsoft.com/office/officeart/2005/8/layout/hList1"/>
    <dgm:cxn modelId="{4C8DE6C6-004E-436E-8CD7-7A7120840D49}" srcId="{29BAAF54-2D77-47A9-BFEF-DE8CE4ADDB13}" destId="{755ED3D5-AB53-4F72-9B11-D8F5BB077BCC}" srcOrd="2" destOrd="0" parTransId="{5449D6E4-6058-4682-B4BE-D664CAFE4564}" sibTransId="{7DDE11ED-5AA4-4637-8ED8-44AB9AADC225}"/>
    <dgm:cxn modelId="{3E0A5ACF-863A-43EB-809D-5E13080BBF17}" type="presOf" srcId="{C28B4F6D-2630-4AA3-B4C6-DD87DA3FD276}" destId="{A46B9B35-F760-47AC-B598-ABD953A5EA32}" srcOrd="0" destOrd="0" presId="urn:microsoft.com/office/officeart/2005/8/layout/hList1"/>
    <dgm:cxn modelId="{8E78CDFC-F502-4E9A-B194-626E08D693F4}" type="presOf" srcId="{688F6C0A-A2E2-4762-B0B2-DEA7504CF905}" destId="{28357F6D-C1EB-46F1-93B4-2A27F92D60EC}" srcOrd="0" destOrd="1" presId="urn:microsoft.com/office/officeart/2005/8/layout/hList1"/>
    <dgm:cxn modelId="{8B94CEDC-4769-4666-9B4C-0B623167962A}" type="presParOf" srcId="{DE0AC981-DA4D-48F0-A9FF-D6FAB6874C38}" destId="{89132E7A-6904-415D-BFCC-47B111AECE4C}" srcOrd="0" destOrd="0" presId="urn:microsoft.com/office/officeart/2005/8/layout/hList1"/>
    <dgm:cxn modelId="{C1D4385F-B7B8-4EC4-8F92-2249EB01478C}" type="presParOf" srcId="{89132E7A-6904-415D-BFCC-47B111AECE4C}" destId="{7A1CF9F2-6E10-4F85-8CEF-03008AD92A2D}" srcOrd="0" destOrd="0" presId="urn:microsoft.com/office/officeart/2005/8/layout/hList1"/>
    <dgm:cxn modelId="{4E9ABC29-DB97-44D6-9CA0-0A190CB42D4A}" type="presParOf" srcId="{89132E7A-6904-415D-BFCC-47B111AECE4C}" destId="{A46B9B35-F760-47AC-B598-ABD953A5EA32}" srcOrd="1" destOrd="0" presId="urn:microsoft.com/office/officeart/2005/8/layout/hList1"/>
    <dgm:cxn modelId="{7F94BA98-436D-4816-9988-0C69FF781270}" type="presParOf" srcId="{DE0AC981-DA4D-48F0-A9FF-D6FAB6874C38}" destId="{70D920A8-153F-4E8C-B368-EFE92E8C2A9E}" srcOrd="1" destOrd="0" presId="urn:microsoft.com/office/officeart/2005/8/layout/hList1"/>
    <dgm:cxn modelId="{3B36407F-DC83-4BC8-9CD1-2C2CC1116C3C}" type="presParOf" srcId="{DE0AC981-DA4D-48F0-A9FF-D6FAB6874C38}" destId="{F19BA184-664C-4079-98AC-B102DC00FB9A}" srcOrd="2" destOrd="0" presId="urn:microsoft.com/office/officeart/2005/8/layout/hList1"/>
    <dgm:cxn modelId="{11D0BA9D-D099-4FC6-9503-E21CBF26A775}" type="presParOf" srcId="{F19BA184-664C-4079-98AC-B102DC00FB9A}" destId="{317098FA-E564-4C36-ACD4-DDAA7B847296}" srcOrd="0" destOrd="0" presId="urn:microsoft.com/office/officeart/2005/8/layout/hList1"/>
    <dgm:cxn modelId="{AE9F3F50-74CB-499A-B111-E19127C2BA8E}" type="presParOf" srcId="{F19BA184-664C-4079-98AC-B102DC00FB9A}" destId="{28357F6D-C1EB-46F1-93B4-2A27F92D60EC}" srcOrd="1" destOrd="0" presId="urn:microsoft.com/office/officeart/2005/8/layout/hList1"/>
    <dgm:cxn modelId="{3358730B-983A-4B5D-B9ED-BC2F4C6BB4B1}" type="presParOf" srcId="{DE0AC981-DA4D-48F0-A9FF-D6FAB6874C38}" destId="{E94BA329-F667-4382-8FD6-3A80DA3956B2}" srcOrd="3" destOrd="0" presId="urn:microsoft.com/office/officeart/2005/8/layout/hList1"/>
    <dgm:cxn modelId="{8EFBC35C-5C05-46A9-BA8C-07CF8EEB4E50}" type="presParOf" srcId="{DE0AC981-DA4D-48F0-A9FF-D6FAB6874C38}" destId="{C2276901-7815-4305-998B-088DAF6E2961}" srcOrd="4" destOrd="0" presId="urn:microsoft.com/office/officeart/2005/8/layout/hList1"/>
    <dgm:cxn modelId="{EF551AD2-0E59-40FD-AC15-8E604297D582}" type="presParOf" srcId="{C2276901-7815-4305-998B-088DAF6E2961}" destId="{CCCCA035-19F9-4D0F-89E6-6B1956E474F8}" srcOrd="0" destOrd="0" presId="urn:microsoft.com/office/officeart/2005/8/layout/hList1"/>
    <dgm:cxn modelId="{EED6724B-79C9-44AD-BBD4-B7A190427B06}" type="presParOf" srcId="{C2276901-7815-4305-998B-088DAF6E2961}" destId="{2A930187-73A1-4E57-9F81-D2107EB51EF5}"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BB3211-F471-4295-BA73-0403214B6FD7}" type="doc">
      <dgm:prSet loTypeId="urn:microsoft.com/office/officeart/2005/8/layout/vList2" loCatId="list" qsTypeId="urn:microsoft.com/office/officeart/2005/8/quickstyle/3d2" qsCatId="3D" csTypeId="urn:microsoft.com/office/officeart/2005/8/colors/accent0_2" csCatId="mainScheme" phldr="1"/>
      <dgm:spPr/>
      <dgm:t>
        <a:bodyPr/>
        <a:lstStyle/>
        <a:p>
          <a:endParaRPr lang="en-IN"/>
        </a:p>
      </dgm:t>
    </dgm:pt>
    <dgm:pt modelId="{72C8FAE5-82E1-4F93-8DD6-359E3097A8A7}">
      <dgm:prSet custT="1"/>
      <dgm:spPr/>
      <dgm:t>
        <a:bodyPr/>
        <a:lstStyle/>
        <a:p>
          <a:pPr algn="l"/>
          <a:r>
            <a:rPr lang="en-IN" sz="1800" b="0" i="0" dirty="0">
              <a:latin typeface="Calibri" panose="020F0502020204030204" pitchFamily="34" charset="0"/>
              <a:cs typeface="Calibri" panose="020F0502020204030204" pitchFamily="34" charset="0"/>
            </a:rPr>
            <a:t>Address the goals and problems so that the project is implemented successfully</a:t>
          </a:r>
          <a:endParaRPr lang="en-IN" sz="1800" dirty="0">
            <a:latin typeface="Calibri" panose="020F0502020204030204" pitchFamily="34" charset="0"/>
            <a:cs typeface="Calibri" panose="020F0502020204030204" pitchFamily="34" charset="0"/>
          </a:endParaRPr>
        </a:p>
      </dgm:t>
    </dgm:pt>
    <dgm:pt modelId="{BAC1B4E5-DA14-415F-B67C-E5C4EDF5F973}" type="parTrans" cxnId="{E249A570-ADB0-47C0-B63A-B9595982F326}">
      <dgm:prSet/>
      <dgm:spPr/>
      <dgm:t>
        <a:bodyPr/>
        <a:lstStyle/>
        <a:p>
          <a:endParaRPr lang="en-IN"/>
        </a:p>
      </dgm:t>
    </dgm:pt>
    <dgm:pt modelId="{2BBD79BF-DD24-4A72-B4C1-264AC5AABA07}" type="sibTrans" cxnId="{E249A570-ADB0-47C0-B63A-B9595982F326}">
      <dgm:prSet/>
      <dgm:spPr/>
      <dgm:t>
        <a:bodyPr/>
        <a:lstStyle/>
        <a:p>
          <a:endParaRPr lang="en-IN"/>
        </a:p>
      </dgm:t>
    </dgm:pt>
    <dgm:pt modelId="{69BD7DBF-C61E-4DDB-A3A7-4E257E5CB437}">
      <dgm:prSet custT="1"/>
      <dgm:spPr/>
      <dgm:t>
        <a:bodyPr/>
        <a:lstStyle/>
        <a:p>
          <a:pPr algn="l"/>
          <a:r>
            <a:rPr lang="en-IN" sz="1800" b="0" i="0" dirty="0">
              <a:latin typeface="Calibri" panose="020F0502020204030204" pitchFamily="34" charset="0"/>
              <a:cs typeface="Calibri" panose="020F0502020204030204" pitchFamily="34" charset="0"/>
            </a:rPr>
            <a:t>Project members cannot proceed ahead before completion &amp; approval of the prior stages</a:t>
          </a:r>
          <a:endParaRPr lang="en-IN" sz="1800" dirty="0">
            <a:latin typeface="Calibri" panose="020F0502020204030204" pitchFamily="34" charset="0"/>
            <a:cs typeface="Calibri" panose="020F0502020204030204" pitchFamily="34" charset="0"/>
          </a:endParaRPr>
        </a:p>
      </dgm:t>
    </dgm:pt>
    <dgm:pt modelId="{913B0209-F544-44D9-9DAA-58EE05086167}" type="parTrans" cxnId="{731BAC17-B45D-4FB9-AE5A-B18345FA8642}">
      <dgm:prSet/>
      <dgm:spPr/>
      <dgm:t>
        <a:bodyPr/>
        <a:lstStyle/>
        <a:p>
          <a:endParaRPr lang="en-IN"/>
        </a:p>
      </dgm:t>
    </dgm:pt>
    <dgm:pt modelId="{77A4C486-495B-40CE-A1A9-527685C306F4}" type="sibTrans" cxnId="{731BAC17-B45D-4FB9-AE5A-B18345FA8642}">
      <dgm:prSet/>
      <dgm:spPr/>
      <dgm:t>
        <a:bodyPr/>
        <a:lstStyle/>
        <a:p>
          <a:endParaRPr lang="en-IN"/>
        </a:p>
      </dgm:t>
    </dgm:pt>
    <dgm:pt modelId="{779A08A7-443C-47A4-A740-15B4B42EF2E6}">
      <dgm:prSet custT="1"/>
      <dgm:spPr/>
      <dgm:t>
        <a:bodyPr/>
        <a:lstStyle/>
        <a:p>
          <a:pPr algn="l"/>
          <a:r>
            <a:rPr lang="en-IN" sz="1800" b="0" i="0" dirty="0">
              <a:latin typeface="Calibri" panose="020F0502020204030204" pitchFamily="34" charset="0"/>
              <a:cs typeface="Calibri" panose="020F0502020204030204" pitchFamily="34" charset="0"/>
            </a:rPr>
            <a:t>Has necessary checks at each stage so that it is tested with precision before entering the installation stage</a:t>
          </a:r>
          <a:endParaRPr lang="en-IN" sz="1800" dirty="0">
            <a:latin typeface="Calibri" panose="020F0502020204030204" pitchFamily="34" charset="0"/>
            <a:cs typeface="Calibri" panose="020F0502020204030204" pitchFamily="34" charset="0"/>
          </a:endParaRPr>
        </a:p>
      </dgm:t>
    </dgm:pt>
    <dgm:pt modelId="{A285957E-F3AD-4991-AB44-4E464DD0CE60}" type="parTrans" cxnId="{F7AFDD02-E331-45C7-B5F4-E15A9B07EF39}">
      <dgm:prSet/>
      <dgm:spPr/>
      <dgm:t>
        <a:bodyPr/>
        <a:lstStyle/>
        <a:p>
          <a:endParaRPr lang="en-IN"/>
        </a:p>
      </dgm:t>
    </dgm:pt>
    <dgm:pt modelId="{5592B04F-05E7-44CC-8FA7-44EB07514CA1}" type="sibTrans" cxnId="{F7AFDD02-E331-45C7-B5F4-E15A9B07EF39}">
      <dgm:prSet/>
      <dgm:spPr/>
      <dgm:t>
        <a:bodyPr/>
        <a:lstStyle/>
        <a:p>
          <a:endParaRPr lang="en-IN"/>
        </a:p>
      </dgm:t>
    </dgm:pt>
    <dgm:pt modelId="{9768470D-E1D7-4C2E-A3BF-797AEDA2FD20}">
      <dgm:prSet custT="1"/>
      <dgm:spPr/>
      <dgm:t>
        <a:bodyPr/>
        <a:lstStyle/>
        <a:p>
          <a:pPr algn="l"/>
          <a:r>
            <a:rPr lang="en-IN" sz="1800" b="0" i="0" dirty="0">
              <a:latin typeface="Calibri" panose="020F0502020204030204" pitchFamily="34" charset="0"/>
              <a:cs typeface="Calibri" panose="020F0502020204030204" pitchFamily="34" charset="0"/>
            </a:rPr>
            <a:t>Project members can continue the software development process without incurring any complications</a:t>
          </a:r>
          <a:endParaRPr lang="en-IN" sz="1800" dirty="0">
            <a:latin typeface="Calibri" panose="020F0502020204030204" pitchFamily="34" charset="0"/>
            <a:cs typeface="Calibri" panose="020F0502020204030204" pitchFamily="34" charset="0"/>
          </a:endParaRPr>
        </a:p>
      </dgm:t>
    </dgm:pt>
    <dgm:pt modelId="{136CEC7F-1385-4FD3-93C2-479E689B552C}" type="parTrans" cxnId="{05485E8E-2A0F-423B-8559-B93A0ADE83B3}">
      <dgm:prSet/>
      <dgm:spPr/>
      <dgm:t>
        <a:bodyPr/>
        <a:lstStyle/>
        <a:p>
          <a:endParaRPr lang="en-IN"/>
        </a:p>
      </dgm:t>
    </dgm:pt>
    <dgm:pt modelId="{1CCE9623-5CBA-46FC-A922-A9321FDA072A}" type="sibTrans" cxnId="{05485E8E-2A0F-423B-8559-B93A0ADE83B3}">
      <dgm:prSet/>
      <dgm:spPr/>
      <dgm:t>
        <a:bodyPr/>
        <a:lstStyle/>
        <a:p>
          <a:endParaRPr lang="en-IN"/>
        </a:p>
      </dgm:t>
    </dgm:pt>
    <dgm:pt modelId="{EC9CF878-C130-4F23-95D5-137C9E956B12}">
      <dgm:prSet custT="1"/>
      <dgm:spPr/>
      <dgm:t>
        <a:bodyPr/>
        <a:lstStyle/>
        <a:p>
          <a:pPr algn="l"/>
          <a:r>
            <a:rPr lang="en-IN" sz="1800" b="0" i="0" dirty="0">
              <a:latin typeface="Calibri" panose="020F0502020204030204" pitchFamily="34" charset="0"/>
              <a:cs typeface="Calibri" panose="020F0502020204030204" pitchFamily="34" charset="0"/>
            </a:rPr>
            <a:t>Optimal control with minimum problems, allowing the project members to run the project smoothly</a:t>
          </a:r>
          <a:endParaRPr lang="en-IN" sz="1800" dirty="0">
            <a:latin typeface="Calibri" panose="020F0502020204030204" pitchFamily="34" charset="0"/>
            <a:cs typeface="Calibri" panose="020F0502020204030204" pitchFamily="34" charset="0"/>
          </a:endParaRPr>
        </a:p>
      </dgm:t>
    </dgm:pt>
    <dgm:pt modelId="{259B1F8A-BEF8-40A6-AC6D-F5330BF6BAA5}" type="parTrans" cxnId="{122C6CE4-297E-4325-99C8-AACDB9B125E1}">
      <dgm:prSet/>
      <dgm:spPr/>
      <dgm:t>
        <a:bodyPr/>
        <a:lstStyle/>
        <a:p>
          <a:endParaRPr lang="en-IN"/>
        </a:p>
      </dgm:t>
    </dgm:pt>
    <dgm:pt modelId="{DD3E0FDA-1186-4C4C-A0DD-80CF71198E45}" type="sibTrans" cxnId="{122C6CE4-297E-4325-99C8-AACDB9B125E1}">
      <dgm:prSet/>
      <dgm:spPr/>
      <dgm:t>
        <a:bodyPr/>
        <a:lstStyle/>
        <a:p>
          <a:endParaRPr lang="en-IN"/>
        </a:p>
      </dgm:t>
    </dgm:pt>
    <dgm:pt modelId="{197B70F3-DEB6-4895-9465-8111EE9F048C}" type="pres">
      <dgm:prSet presAssocID="{A7BB3211-F471-4295-BA73-0403214B6FD7}" presName="linear" presStyleCnt="0">
        <dgm:presLayoutVars>
          <dgm:animLvl val="lvl"/>
          <dgm:resizeHandles val="exact"/>
        </dgm:presLayoutVars>
      </dgm:prSet>
      <dgm:spPr/>
    </dgm:pt>
    <dgm:pt modelId="{6C01B1C5-767F-4B90-9D4C-912D8F1DBC0D}" type="pres">
      <dgm:prSet presAssocID="{72C8FAE5-82E1-4F93-8DD6-359E3097A8A7}" presName="parentText" presStyleLbl="node1" presStyleIdx="0" presStyleCnt="5">
        <dgm:presLayoutVars>
          <dgm:chMax val="0"/>
          <dgm:bulletEnabled val="1"/>
        </dgm:presLayoutVars>
      </dgm:prSet>
      <dgm:spPr/>
    </dgm:pt>
    <dgm:pt modelId="{81A1FCBA-ABB1-4526-B7F5-8783DAB6B26F}" type="pres">
      <dgm:prSet presAssocID="{2BBD79BF-DD24-4A72-B4C1-264AC5AABA07}" presName="spacer" presStyleCnt="0"/>
      <dgm:spPr/>
    </dgm:pt>
    <dgm:pt modelId="{D5F22AA5-2DA1-4A72-87AD-9A6BEF293B02}" type="pres">
      <dgm:prSet presAssocID="{69BD7DBF-C61E-4DDB-A3A7-4E257E5CB437}" presName="parentText" presStyleLbl="node1" presStyleIdx="1" presStyleCnt="5">
        <dgm:presLayoutVars>
          <dgm:chMax val="0"/>
          <dgm:bulletEnabled val="1"/>
        </dgm:presLayoutVars>
      </dgm:prSet>
      <dgm:spPr/>
    </dgm:pt>
    <dgm:pt modelId="{8ABD0A96-A351-49BE-ACD9-A216D4AD32A6}" type="pres">
      <dgm:prSet presAssocID="{77A4C486-495B-40CE-A1A9-527685C306F4}" presName="spacer" presStyleCnt="0"/>
      <dgm:spPr/>
    </dgm:pt>
    <dgm:pt modelId="{875EF5E1-D5DD-4C46-AD85-BCF746EFC0EA}" type="pres">
      <dgm:prSet presAssocID="{779A08A7-443C-47A4-A740-15B4B42EF2E6}" presName="parentText" presStyleLbl="node1" presStyleIdx="2" presStyleCnt="5">
        <dgm:presLayoutVars>
          <dgm:chMax val="0"/>
          <dgm:bulletEnabled val="1"/>
        </dgm:presLayoutVars>
      </dgm:prSet>
      <dgm:spPr/>
    </dgm:pt>
    <dgm:pt modelId="{8678F645-E7F2-466E-9481-5ED7E39E025F}" type="pres">
      <dgm:prSet presAssocID="{5592B04F-05E7-44CC-8FA7-44EB07514CA1}" presName="spacer" presStyleCnt="0"/>
      <dgm:spPr/>
    </dgm:pt>
    <dgm:pt modelId="{49C75023-34D6-43B4-A8B0-825707DDBFED}" type="pres">
      <dgm:prSet presAssocID="{9768470D-E1D7-4C2E-A3BF-797AEDA2FD20}" presName="parentText" presStyleLbl="node1" presStyleIdx="3" presStyleCnt="5">
        <dgm:presLayoutVars>
          <dgm:chMax val="0"/>
          <dgm:bulletEnabled val="1"/>
        </dgm:presLayoutVars>
      </dgm:prSet>
      <dgm:spPr/>
    </dgm:pt>
    <dgm:pt modelId="{FF5E38A4-6687-47AE-B935-F91D3C8C92F8}" type="pres">
      <dgm:prSet presAssocID="{1CCE9623-5CBA-46FC-A922-A9321FDA072A}" presName="spacer" presStyleCnt="0"/>
      <dgm:spPr/>
    </dgm:pt>
    <dgm:pt modelId="{37E5AE2F-D499-49C9-8E72-4E391AC2E7F2}" type="pres">
      <dgm:prSet presAssocID="{EC9CF878-C130-4F23-95D5-137C9E956B12}" presName="parentText" presStyleLbl="node1" presStyleIdx="4" presStyleCnt="5">
        <dgm:presLayoutVars>
          <dgm:chMax val="0"/>
          <dgm:bulletEnabled val="1"/>
        </dgm:presLayoutVars>
      </dgm:prSet>
      <dgm:spPr/>
    </dgm:pt>
  </dgm:ptLst>
  <dgm:cxnLst>
    <dgm:cxn modelId="{F7AFDD02-E331-45C7-B5F4-E15A9B07EF39}" srcId="{A7BB3211-F471-4295-BA73-0403214B6FD7}" destId="{779A08A7-443C-47A4-A740-15B4B42EF2E6}" srcOrd="2" destOrd="0" parTransId="{A285957E-F3AD-4991-AB44-4E464DD0CE60}" sibTransId="{5592B04F-05E7-44CC-8FA7-44EB07514CA1}"/>
    <dgm:cxn modelId="{EDBBF513-1F98-4EF3-A0BC-1D67ECE0A2D2}" type="presOf" srcId="{EC9CF878-C130-4F23-95D5-137C9E956B12}" destId="{37E5AE2F-D499-49C9-8E72-4E391AC2E7F2}" srcOrd="0" destOrd="0" presId="urn:microsoft.com/office/officeart/2005/8/layout/vList2"/>
    <dgm:cxn modelId="{731BAC17-B45D-4FB9-AE5A-B18345FA8642}" srcId="{A7BB3211-F471-4295-BA73-0403214B6FD7}" destId="{69BD7DBF-C61E-4DDB-A3A7-4E257E5CB437}" srcOrd="1" destOrd="0" parTransId="{913B0209-F544-44D9-9DAA-58EE05086167}" sibTransId="{77A4C486-495B-40CE-A1A9-527685C306F4}"/>
    <dgm:cxn modelId="{C1EF671E-9573-4A57-976F-3CD7936A513A}" type="presOf" srcId="{69BD7DBF-C61E-4DDB-A3A7-4E257E5CB437}" destId="{D5F22AA5-2DA1-4A72-87AD-9A6BEF293B02}" srcOrd="0" destOrd="0" presId="urn:microsoft.com/office/officeart/2005/8/layout/vList2"/>
    <dgm:cxn modelId="{C9EEF82A-3B1C-4EC6-8D14-9E5B09C8805F}" type="presOf" srcId="{A7BB3211-F471-4295-BA73-0403214B6FD7}" destId="{197B70F3-DEB6-4895-9465-8111EE9F048C}" srcOrd="0" destOrd="0" presId="urn:microsoft.com/office/officeart/2005/8/layout/vList2"/>
    <dgm:cxn modelId="{E249A570-ADB0-47C0-B63A-B9595982F326}" srcId="{A7BB3211-F471-4295-BA73-0403214B6FD7}" destId="{72C8FAE5-82E1-4F93-8DD6-359E3097A8A7}" srcOrd="0" destOrd="0" parTransId="{BAC1B4E5-DA14-415F-B67C-E5C4EDF5F973}" sibTransId="{2BBD79BF-DD24-4A72-B4C1-264AC5AABA07}"/>
    <dgm:cxn modelId="{00403087-2BC5-49E0-B50C-E6E9109211C2}" type="presOf" srcId="{9768470D-E1D7-4C2E-A3BF-797AEDA2FD20}" destId="{49C75023-34D6-43B4-A8B0-825707DDBFED}" srcOrd="0" destOrd="0" presId="urn:microsoft.com/office/officeart/2005/8/layout/vList2"/>
    <dgm:cxn modelId="{05485E8E-2A0F-423B-8559-B93A0ADE83B3}" srcId="{A7BB3211-F471-4295-BA73-0403214B6FD7}" destId="{9768470D-E1D7-4C2E-A3BF-797AEDA2FD20}" srcOrd="3" destOrd="0" parTransId="{136CEC7F-1385-4FD3-93C2-479E689B552C}" sibTransId="{1CCE9623-5CBA-46FC-A922-A9321FDA072A}"/>
    <dgm:cxn modelId="{FC2596A5-64D4-43FD-AA81-67274AF61E7D}" type="presOf" srcId="{72C8FAE5-82E1-4F93-8DD6-359E3097A8A7}" destId="{6C01B1C5-767F-4B90-9D4C-912D8F1DBC0D}" srcOrd="0" destOrd="0" presId="urn:microsoft.com/office/officeart/2005/8/layout/vList2"/>
    <dgm:cxn modelId="{122C6CE4-297E-4325-99C8-AACDB9B125E1}" srcId="{A7BB3211-F471-4295-BA73-0403214B6FD7}" destId="{EC9CF878-C130-4F23-95D5-137C9E956B12}" srcOrd="4" destOrd="0" parTransId="{259B1F8A-BEF8-40A6-AC6D-F5330BF6BAA5}" sibTransId="{DD3E0FDA-1186-4C4C-A0DD-80CF71198E45}"/>
    <dgm:cxn modelId="{6100A5FD-24B7-4BF6-92A4-1B76D7948CC4}" type="presOf" srcId="{779A08A7-443C-47A4-A740-15B4B42EF2E6}" destId="{875EF5E1-D5DD-4C46-AD85-BCF746EFC0EA}" srcOrd="0" destOrd="0" presId="urn:microsoft.com/office/officeart/2005/8/layout/vList2"/>
    <dgm:cxn modelId="{A569DA96-561C-45E2-9A85-B1BD4BBF38B0}" type="presParOf" srcId="{197B70F3-DEB6-4895-9465-8111EE9F048C}" destId="{6C01B1C5-767F-4B90-9D4C-912D8F1DBC0D}" srcOrd="0" destOrd="0" presId="urn:microsoft.com/office/officeart/2005/8/layout/vList2"/>
    <dgm:cxn modelId="{312DB729-E448-4FFE-B5AC-461C6C5EA038}" type="presParOf" srcId="{197B70F3-DEB6-4895-9465-8111EE9F048C}" destId="{81A1FCBA-ABB1-4526-B7F5-8783DAB6B26F}" srcOrd="1" destOrd="0" presId="urn:microsoft.com/office/officeart/2005/8/layout/vList2"/>
    <dgm:cxn modelId="{2982C044-7B82-463C-97F2-08FC9A7B33DB}" type="presParOf" srcId="{197B70F3-DEB6-4895-9465-8111EE9F048C}" destId="{D5F22AA5-2DA1-4A72-87AD-9A6BEF293B02}" srcOrd="2" destOrd="0" presId="urn:microsoft.com/office/officeart/2005/8/layout/vList2"/>
    <dgm:cxn modelId="{FCD3678E-C8AA-4474-916C-67B417909C04}" type="presParOf" srcId="{197B70F3-DEB6-4895-9465-8111EE9F048C}" destId="{8ABD0A96-A351-49BE-ACD9-A216D4AD32A6}" srcOrd="3" destOrd="0" presId="urn:microsoft.com/office/officeart/2005/8/layout/vList2"/>
    <dgm:cxn modelId="{5158DA51-2D6C-43D6-8174-054ECC17BC70}" type="presParOf" srcId="{197B70F3-DEB6-4895-9465-8111EE9F048C}" destId="{875EF5E1-D5DD-4C46-AD85-BCF746EFC0EA}" srcOrd="4" destOrd="0" presId="urn:microsoft.com/office/officeart/2005/8/layout/vList2"/>
    <dgm:cxn modelId="{F9DC662F-1C35-44E4-82FC-BD47AA9FADCA}" type="presParOf" srcId="{197B70F3-DEB6-4895-9465-8111EE9F048C}" destId="{8678F645-E7F2-466E-9481-5ED7E39E025F}" srcOrd="5" destOrd="0" presId="urn:microsoft.com/office/officeart/2005/8/layout/vList2"/>
    <dgm:cxn modelId="{D490D866-F848-4C76-8501-368CA0342DCB}" type="presParOf" srcId="{197B70F3-DEB6-4895-9465-8111EE9F048C}" destId="{49C75023-34D6-43B4-A8B0-825707DDBFED}" srcOrd="6" destOrd="0" presId="urn:microsoft.com/office/officeart/2005/8/layout/vList2"/>
    <dgm:cxn modelId="{90372BFF-7A21-4754-B60C-47CAA102A97F}" type="presParOf" srcId="{197B70F3-DEB6-4895-9465-8111EE9F048C}" destId="{FF5E38A4-6687-47AE-B935-F91D3C8C92F8}" srcOrd="7" destOrd="0" presId="urn:microsoft.com/office/officeart/2005/8/layout/vList2"/>
    <dgm:cxn modelId="{E84B4E3F-BD25-4AB6-9070-151CDC68A69A}" type="presParOf" srcId="{197B70F3-DEB6-4895-9465-8111EE9F048C}" destId="{37E5AE2F-D499-49C9-8E72-4E391AC2E7F2}"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531AFD6-B824-419B-BCBF-A0E3DA85B9B6}" type="doc">
      <dgm:prSet loTypeId="urn:microsoft.com/office/officeart/2005/8/layout/vList5" loCatId="list" qsTypeId="urn:microsoft.com/office/officeart/2005/8/quickstyle/simple1" qsCatId="simple" csTypeId="urn:microsoft.com/office/officeart/2005/8/colors/accent0_2" csCatId="mainScheme" phldr="1"/>
      <dgm:spPr/>
      <dgm:t>
        <a:bodyPr/>
        <a:lstStyle/>
        <a:p>
          <a:endParaRPr lang="en-IN"/>
        </a:p>
      </dgm:t>
    </dgm:pt>
    <dgm:pt modelId="{6A05FB33-4863-4340-BEC8-E2B7DD877E8C}">
      <dgm:prSet custT="1"/>
      <dgm:spPr/>
      <dgm:t>
        <a:bodyPr/>
        <a:lstStyle/>
        <a:p>
          <a:r>
            <a:rPr lang="en-US" sz="1600" b="0" i="0" dirty="0">
              <a:latin typeface="Calibri" panose="020F0502020204030204" pitchFamily="34" charset="0"/>
              <a:cs typeface="Calibri" panose="020F0502020204030204" pitchFamily="34" charset="0"/>
            </a:rPr>
            <a:t>Phase 1: Requirement collection and analysis</a:t>
          </a:r>
          <a:endParaRPr lang="en-IN" sz="1600" dirty="0">
            <a:latin typeface="Calibri" panose="020F0502020204030204" pitchFamily="34" charset="0"/>
            <a:cs typeface="Calibri" panose="020F0502020204030204" pitchFamily="34" charset="0"/>
          </a:endParaRPr>
        </a:p>
      </dgm:t>
    </dgm:pt>
    <dgm:pt modelId="{48F62921-E270-4F4E-A3B2-7CDF5649FD06}" type="parTrans" cxnId="{7C4AE0A0-198B-4DCC-A9D7-0308BA8C20A5}">
      <dgm:prSet/>
      <dgm:spPr/>
      <dgm:t>
        <a:bodyPr/>
        <a:lstStyle/>
        <a:p>
          <a:endParaRPr lang="en-IN"/>
        </a:p>
      </dgm:t>
    </dgm:pt>
    <dgm:pt modelId="{76C70B65-CD18-40C9-B604-ADD1269792D4}" type="sibTrans" cxnId="{7C4AE0A0-198B-4DCC-A9D7-0308BA8C20A5}">
      <dgm:prSet/>
      <dgm:spPr/>
      <dgm:t>
        <a:bodyPr/>
        <a:lstStyle/>
        <a:p>
          <a:endParaRPr lang="en-IN"/>
        </a:p>
      </dgm:t>
    </dgm:pt>
    <dgm:pt modelId="{0397F938-1F33-46B8-BBC0-22646CD7C95C}">
      <dgm:prSet custT="1"/>
      <dgm:spPr/>
      <dgm:t>
        <a:bodyPr/>
        <a:lstStyle/>
        <a:p>
          <a:r>
            <a:rPr lang="en-US" sz="1600" b="0" i="0" dirty="0">
              <a:latin typeface="Calibri" panose="020F0502020204030204" pitchFamily="34" charset="0"/>
              <a:cs typeface="Calibri" panose="020F0502020204030204" pitchFamily="34" charset="0"/>
            </a:rPr>
            <a:t>Phase 2: Feasibility study</a:t>
          </a:r>
          <a:endParaRPr lang="en-IN" sz="1600" dirty="0">
            <a:latin typeface="Calibri" panose="020F0502020204030204" pitchFamily="34" charset="0"/>
            <a:cs typeface="Calibri" panose="020F0502020204030204" pitchFamily="34" charset="0"/>
          </a:endParaRPr>
        </a:p>
      </dgm:t>
    </dgm:pt>
    <dgm:pt modelId="{E7FD8BF1-A230-4E8A-A540-D9B97EE086B1}" type="parTrans" cxnId="{328C8CFF-669F-41F1-90D0-6D9A74068B33}">
      <dgm:prSet/>
      <dgm:spPr/>
      <dgm:t>
        <a:bodyPr/>
        <a:lstStyle/>
        <a:p>
          <a:endParaRPr lang="en-IN"/>
        </a:p>
      </dgm:t>
    </dgm:pt>
    <dgm:pt modelId="{BD1109EC-8AC7-430F-B217-F0B8560F0F4C}" type="sibTrans" cxnId="{328C8CFF-669F-41F1-90D0-6D9A74068B33}">
      <dgm:prSet/>
      <dgm:spPr/>
      <dgm:t>
        <a:bodyPr/>
        <a:lstStyle/>
        <a:p>
          <a:endParaRPr lang="en-IN"/>
        </a:p>
      </dgm:t>
    </dgm:pt>
    <dgm:pt modelId="{3E831AD8-48A5-42E5-8163-528731297B1F}">
      <dgm:prSet custT="1"/>
      <dgm:spPr/>
      <dgm:t>
        <a:bodyPr/>
        <a:lstStyle/>
        <a:p>
          <a:r>
            <a:rPr lang="en-US" sz="1600" b="0" i="0" dirty="0">
              <a:latin typeface="Calibri" panose="020F0502020204030204" pitchFamily="34" charset="0"/>
              <a:cs typeface="Calibri" panose="020F0502020204030204" pitchFamily="34" charset="0"/>
            </a:rPr>
            <a:t>Phase 3: Design</a:t>
          </a:r>
          <a:endParaRPr lang="en-IN" sz="1600" dirty="0">
            <a:latin typeface="Calibri" panose="020F0502020204030204" pitchFamily="34" charset="0"/>
            <a:cs typeface="Calibri" panose="020F0502020204030204" pitchFamily="34" charset="0"/>
          </a:endParaRPr>
        </a:p>
      </dgm:t>
    </dgm:pt>
    <dgm:pt modelId="{418F4D60-9CBD-49CF-8190-E1B5229316F8}" type="parTrans" cxnId="{B9E67932-A0CE-42FA-8B7D-C3E0A7AC9FBC}">
      <dgm:prSet/>
      <dgm:spPr/>
      <dgm:t>
        <a:bodyPr/>
        <a:lstStyle/>
        <a:p>
          <a:endParaRPr lang="en-IN"/>
        </a:p>
      </dgm:t>
    </dgm:pt>
    <dgm:pt modelId="{A17F29D8-F357-423B-AD7A-E463F279F616}" type="sibTrans" cxnId="{B9E67932-A0CE-42FA-8B7D-C3E0A7AC9FBC}">
      <dgm:prSet/>
      <dgm:spPr/>
      <dgm:t>
        <a:bodyPr/>
        <a:lstStyle/>
        <a:p>
          <a:endParaRPr lang="en-IN"/>
        </a:p>
      </dgm:t>
    </dgm:pt>
    <dgm:pt modelId="{0EB42E95-26BE-490F-9B4E-EB85A3760ED4}">
      <dgm:prSet custT="1"/>
      <dgm:spPr/>
      <dgm:t>
        <a:bodyPr/>
        <a:lstStyle/>
        <a:p>
          <a:r>
            <a:rPr lang="en-US" sz="1600" b="0" i="0">
              <a:latin typeface="Calibri" panose="020F0502020204030204" pitchFamily="34" charset="0"/>
              <a:cs typeface="Calibri" panose="020F0502020204030204" pitchFamily="34" charset="0"/>
            </a:rPr>
            <a:t>Phase 4: Coding</a:t>
          </a:r>
          <a:endParaRPr lang="en-IN" sz="1600">
            <a:latin typeface="Calibri" panose="020F0502020204030204" pitchFamily="34" charset="0"/>
            <a:cs typeface="Calibri" panose="020F0502020204030204" pitchFamily="34" charset="0"/>
          </a:endParaRPr>
        </a:p>
      </dgm:t>
    </dgm:pt>
    <dgm:pt modelId="{486549E1-02AE-46E7-86A5-DAC463000543}" type="parTrans" cxnId="{A80E813B-4496-4514-960B-A047F331E9D0}">
      <dgm:prSet/>
      <dgm:spPr/>
      <dgm:t>
        <a:bodyPr/>
        <a:lstStyle/>
        <a:p>
          <a:endParaRPr lang="en-IN"/>
        </a:p>
      </dgm:t>
    </dgm:pt>
    <dgm:pt modelId="{E4D2421F-4F8F-442E-8256-D0B0B8AE4A96}" type="sibTrans" cxnId="{A80E813B-4496-4514-960B-A047F331E9D0}">
      <dgm:prSet/>
      <dgm:spPr/>
      <dgm:t>
        <a:bodyPr/>
        <a:lstStyle/>
        <a:p>
          <a:endParaRPr lang="en-IN"/>
        </a:p>
      </dgm:t>
    </dgm:pt>
    <dgm:pt modelId="{94446F5B-A2A9-4B3D-8097-3B11C58B0C60}">
      <dgm:prSet custT="1"/>
      <dgm:spPr/>
      <dgm:t>
        <a:bodyPr/>
        <a:lstStyle/>
        <a:p>
          <a:r>
            <a:rPr lang="en-US" sz="1600" b="0" i="0" dirty="0">
              <a:latin typeface="Calibri" panose="020F0502020204030204" pitchFamily="34" charset="0"/>
              <a:cs typeface="Calibri" panose="020F0502020204030204" pitchFamily="34" charset="0"/>
            </a:rPr>
            <a:t>Phase 5: Testing</a:t>
          </a:r>
          <a:endParaRPr lang="en-IN" sz="1600" dirty="0">
            <a:latin typeface="Calibri" panose="020F0502020204030204" pitchFamily="34" charset="0"/>
            <a:cs typeface="Calibri" panose="020F0502020204030204" pitchFamily="34" charset="0"/>
          </a:endParaRPr>
        </a:p>
      </dgm:t>
    </dgm:pt>
    <dgm:pt modelId="{6EE1F400-ED77-4B39-9D71-40E27F149374}" type="parTrans" cxnId="{62DD0A7B-E7A8-4977-AA3E-BCADA08B8713}">
      <dgm:prSet/>
      <dgm:spPr/>
      <dgm:t>
        <a:bodyPr/>
        <a:lstStyle/>
        <a:p>
          <a:endParaRPr lang="en-IN"/>
        </a:p>
      </dgm:t>
    </dgm:pt>
    <dgm:pt modelId="{83473421-8F94-4329-BEA3-5D44F1532F76}" type="sibTrans" cxnId="{62DD0A7B-E7A8-4977-AA3E-BCADA08B8713}">
      <dgm:prSet/>
      <dgm:spPr/>
      <dgm:t>
        <a:bodyPr/>
        <a:lstStyle/>
        <a:p>
          <a:endParaRPr lang="en-IN"/>
        </a:p>
      </dgm:t>
    </dgm:pt>
    <dgm:pt modelId="{4050FCBE-34DC-4468-B591-9C4CC212E492}">
      <dgm:prSet custT="1"/>
      <dgm:spPr/>
      <dgm:t>
        <a:bodyPr/>
        <a:lstStyle/>
        <a:p>
          <a:r>
            <a:rPr lang="en-US" sz="1600" b="0" i="0" dirty="0">
              <a:latin typeface="Calibri" panose="020F0502020204030204" pitchFamily="34" charset="0"/>
              <a:cs typeface="Calibri" panose="020F0502020204030204" pitchFamily="34" charset="0"/>
            </a:rPr>
            <a:t>Phase 6: Installation/Deployment</a:t>
          </a:r>
          <a:endParaRPr lang="en-IN" sz="1600" dirty="0">
            <a:latin typeface="Calibri" panose="020F0502020204030204" pitchFamily="34" charset="0"/>
            <a:cs typeface="Calibri" panose="020F0502020204030204" pitchFamily="34" charset="0"/>
          </a:endParaRPr>
        </a:p>
      </dgm:t>
    </dgm:pt>
    <dgm:pt modelId="{83790ADD-49DE-4C8B-BBC0-65D001FC63A4}" type="parTrans" cxnId="{74DB8A85-334C-4416-9B91-64CA96480720}">
      <dgm:prSet/>
      <dgm:spPr/>
      <dgm:t>
        <a:bodyPr/>
        <a:lstStyle/>
        <a:p>
          <a:endParaRPr lang="en-IN"/>
        </a:p>
      </dgm:t>
    </dgm:pt>
    <dgm:pt modelId="{52462430-5CB7-4B3B-9816-83420FF1000F}" type="sibTrans" cxnId="{74DB8A85-334C-4416-9B91-64CA96480720}">
      <dgm:prSet/>
      <dgm:spPr/>
      <dgm:t>
        <a:bodyPr/>
        <a:lstStyle/>
        <a:p>
          <a:endParaRPr lang="en-IN"/>
        </a:p>
      </dgm:t>
    </dgm:pt>
    <dgm:pt modelId="{661E6466-C151-481B-B4A5-9EF25DC8B6DB}">
      <dgm:prSet custT="1"/>
      <dgm:spPr/>
      <dgm:t>
        <a:bodyPr/>
        <a:lstStyle/>
        <a:p>
          <a:r>
            <a:rPr lang="en-US" sz="1600" b="0" i="0" dirty="0">
              <a:latin typeface="Calibri" panose="020F0502020204030204" pitchFamily="34" charset="0"/>
              <a:cs typeface="Calibri" panose="020F0502020204030204" pitchFamily="34" charset="0"/>
            </a:rPr>
            <a:t>Phase 7: Maintenance</a:t>
          </a:r>
          <a:endParaRPr lang="en-IN" sz="1600" dirty="0">
            <a:latin typeface="Calibri" panose="020F0502020204030204" pitchFamily="34" charset="0"/>
            <a:cs typeface="Calibri" panose="020F0502020204030204" pitchFamily="34" charset="0"/>
          </a:endParaRPr>
        </a:p>
      </dgm:t>
    </dgm:pt>
    <dgm:pt modelId="{32E9A750-C6E8-4A5B-A5F8-E809E9036A55}" type="parTrans" cxnId="{9C28F37E-4304-4CB4-9499-577919041566}">
      <dgm:prSet/>
      <dgm:spPr/>
      <dgm:t>
        <a:bodyPr/>
        <a:lstStyle/>
        <a:p>
          <a:endParaRPr lang="en-IN"/>
        </a:p>
      </dgm:t>
    </dgm:pt>
    <dgm:pt modelId="{05E7E245-2313-4219-8ECE-05A0970D0461}" type="sibTrans" cxnId="{9C28F37E-4304-4CB4-9499-577919041566}">
      <dgm:prSet/>
      <dgm:spPr/>
      <dgm:t>
        <a:bodyPr/>
        <a:lstStyle/>
        <a:p>
          <a:endParaRPr lang="en-IN"/>
        </a:p>
      </dgm:t>
    </dgm:pt>
    <dgm:pt modelId="{449DADB9-5122-4B84-9D66-CDCCA814910D}" type="pres">
      <dgm:prSet presAssocID="{8531AFD6-B824-419B-BCBF-A0E3DA85B9B6}" presName="Name0" presStyleCnt="0">
        <dgm:presLayoutVars>
          <dgm:dir/>
          <dgm:animLvl val="lvl"/>
          <dgm:resizeHandles val="exact"/>
        </dgm:presLayoutVars>
      </dgm:prSet>
      <dgm:spPr/>
    </dgm:pt>
    <dgm:pt modelId="{4E315676-7883-4AC4-BB79-8F8E437C4200}" type="pres">
      <dgm:prSet presAssocID="{6A05FB33-4863-4340-BEC8-E2B7DD877E8C}" presName="linNode" presStyleCnt="0"/>
      <dgm:spPr/>
    </dgm:pt>
    <dgm:pt modelId="{A88A84C4-CCB6-4EFC-83CE-FBB49ED90D61}" type="pres">
      <dgm:prSet presAssocID="{6A05FB33-4863-4340-BEC8-E2B7DD877E8C}" presName="parentText" presStyleLbl="node1" presStyleIdx="0" presStyleCnt="7" custScaleX="153014">
        <dgm:presLayoutVars>
          <dgm:chMax val="1"/>
          <dgm:bulletEnabled val="1"/>
        </dgm:presLayoutVars>
      </dgm:prSet>
      <dgm:spPr/>
    </dgm:pt>
    <dgm:pt modelId="{971A4B37-AE8B-48AA-A122-15EBEA469EC1}" type="pres">
      <dgm:prSet presAssocID="{76C70B65-CD18-40C9-B604-ADD1269792D4}" presName="sp" presStyleCnt="0"/>
      <dgm:spPr/>
    </dgm:pt>
    <dgm:pt modelId="{4AA2F1B9-E380-4973-8CD6-4B4B96AD0BB3}" type="pres">
      <dgm:prSet presAssocID="{0397F938-1F33-46B8-BBC0-22646CD7C95C}" presName="linNode" presStyleCnt="0"/>
      <dgm:spPr/>
    </dgm:pt>
    <dgm:pt modelId="{A6B118AB-5393-4BB7-BB63-28BE99EA1A5B}" type="pres">
      <dgm:prSet presAssocID="{0397F938-1F33-46B8-BBC0-22646CD7C95C}" presName="parentText" presStyleLbl="node1" presStyleIdx="1" presStyleCnt="7" custScaleX="153014">
        <dgm:presLayoutVars>
          <dgm:chMax val="1"/>
          <dgm:bulletEnabled val="1"/>
        </dgm:presLayoutVars>
      </dgm:prSet>
      <dgm:spPr/>
    </dgm:pt>
    <dgm:pt modelId="{E7A18F13-9B52-4A3E-AA90-FE9068CFA8F2}" type="pres">
      <dgm:prSet presAssocID="{BD1109EC-8AC7-430F-B217-F0B8560F0F4C}" presName="sp" presStyleCnt="0"/>
      <dgm:spPr/>
    </dgm:pt>
    <dgm:pt modelId="{07C3AF06-A402-4A1A-9F73-B26893266C6F}" type="pres">
      <dgm:prSet presAssocID="{3E831AD8-48A5-42E5-8163-528731297B1F}" presName="linNode" presStyleCnt="0"/>
      <dgm:spPr/>
    </dgm:pt>
    <dgm:pt modelId="{3BCA3DF1-7E9A-4C2F-AAF3-F28EF6CC4582}" type="pres">
      <dgm:prSet presAssocID="{3E831AD8-48A5-42E5-8163-528731297B1F}" presName="parentText" presStyleLbl="node1" presStyleIdx="2" presStyleCnt="7" custScaleX="153014">
        <dgm:presLayoutVars>
          <dgm:chMax val="1"/>
          <dgm:bulletEnabled val="1"/>
        </dgm:presLayoutVars>
      </dgm:prSet>
      <dgm:spPr/>
    </dgm:pt>
    <dgm:pt modelId="{4FE501C4-646F-4143-8C1F-DD302FAAEA7A}" type="pres">
      <dgm:prSet presAssocID="{A17F29D8-F357-423B-AD7A-E463F279F616}" presName="sp" presStyleCnt="0"/>
      <dgm:spPr/>
    </dgm:pt>
    <dgm:pt modelId="{17AF0C05-006E-4369-9C41-358F5AC7F7CB}" type="pres">
      <dgm:prSet presAssocID="{0EB42E95-26BE-490F-9B4E-EB85A3760ED4}" presName="linNode" presStyleCnt="0"/>
      <dgm:spPr/>
    </dgm:pt>
    <dgm:pt modelId="{AB136634-EB36-4F86-AFCF-16F98FCE14C6}" type="pres">
      <dgm:prSet presAssocID="{0EB42E95-26BE-490F-9B4E-EB85A3760ED4}" presName="parentText" presStyleLbl="node1" presStyleIdx="3" presStyleCnt="7" custScaleX="153014">
        <dgm:presLayoutVars>
          <dgm:chMax val="1"/>
          <dgm:bulletEnabled val="1"/>
        </dgm:presLayoutVars>
      </dgm:prSet>
      <dgm:spPr/>
    </dgm:pt>
    <dgm:pt modelId="{EDECA6E3-A7D2-440A-8E48-3F31E45C74A5}" type="pres">
      <dgm:prSet presAssocID="{E4D2421F-4F8F-442E-8256-D0B0B8AE4A96}" presName="sp" presStyleCnt="0"/>
      <dgm:spPr/>
    </dgm:pt>
    <dgm:pt modelId="{9CE2D8A5-5147-453A-B39B-F41E361F1BA2}" type="pres">
      <dgm:prSet presAssocID="{94446F5B-A2A9-4B3D-8097-3B11C58B0C60}" presName="linNode" presStyleCnt="0"/>
      <dgm:spPr/>
    </dgm:pt>
    <dgm:pt modelId="{1D9A5B5F-8F89-45D5-B414-02B1092AA509}" type="pres">
      <dgm:prSet presAssocID="{94446F5B-A2A9-4B3D-8097-3B11C58B0C60}" presName="parentText" presStyleLbl="node1" presStyleIdx="4" presStyleCnt="7" custScaleX="153014">
        <dgm:presLayoutVars>
          <dgm:chMax val="1"/>
          <dgm:bulletEnabled val="1"/>
        </dgm:presLayoutVars>
      </dgm:prSet>
      <dgm:spPr/>
    </dgm:pt>
    <dgm:pt modelId="{AF717E8A-279D-4082-A3CE-CE0E84457FBF}" type="pres">
      <dgm:prSet presAssocID="{83473421-8F94-4329-BEA3-5D44F1532F76}" presName="sp" presStyleCnt="0"/>
      <dgm:spPr/>
    </dgm:pt>
    <dgm:pt modelId="{84DD4FA5-049C-4EC4-86A9-FEB04A64B46A}" type="pres">
      <dgm:prSet presAssocID="{4050FCBE-34DC-4468-B591-9C4CC212E492}" presName="linNode" presStyleCnt="0"/>
      <dgm:spPr/>
    </dgm:pt>
    <dgm:pt modelId="{994C8231-FA12-4C1E-A40E-7D69A297B895}" type="pres">
      <dgm:prSet presAssocID="{4050FCBE-34DC-4468-B591-9C4CC212E492}" presName="parentText" presStyleLbl="node1" presStyleIdx="5" presStyleCnt="7" custScaleX="153014">
        <dgm:presLayoutVars>
          <dgm:chMax val="1"/>
          <dgm:bulletEnabled val="1"/>
        </dgm:presLayoutVars>
      </dgm:prSet>
      <dgm:spPr/>
    </dgm:pt>
    <dgm:pt modelId="{E846F3F8-F749-4EF4-BC3F-B2DDB080C255}" type="pres">
      <dgm:prSet presAssocID="{52462430-5CB7-4B3B-9816-83420FF1000F}" presName="sp" presStyleCnt="0"/>
      <dgm:spPr/>
    </dgm:pt>
    <dgm:pt modelId="{D81EB845-5BDA-4AAD-BE26-E233B0D19F6F}" type="pres">
      <dgm:prSet presAssocID="{661E6466-C151-481B-B4A5-9EF25DC8B6DB}" presName="linNode" presStyleCnt="0"/>
      <dgm:spPr/>
    </dgm:pt>
    <dgm:pt modelId="{CFBCFDEE-5C8E-4347-BF56-5B2F2CDCC4FD}" type="pres">
      <dgm:prSet presAssocID="{661E6466-C151-481B-B4A5-9EF25DC8B6DB}" presName="parentText" presStyleLbl="node1" presStyleIdx="6" presStyleCnt="7" custScaleX="153014">
        <dgm:presLayoutVars>
          <dgm:chMax val="1"/>
          <dgm:bulletEnabled val="1"/>
        </dgm:presLayoutVars>
      </dgm:prSet>
      <dgm:spPr/>
    </dgm:pt>
  </dgm:ptLst>
  <dgm:cxnLst>
    <dgm:cxn modelId="{5A1B3015-C0B6-45F7-AE68-3522A323EF73}" type="presOf" srcId="{6A05FB33-4863-4340-BEC8-E2B7DD877E8C}" destId="{A88A84C4-CCB6-4EFC-83CE-FBB49ED90D61}" srcOrd="0" destOrd="0" presId="urn:microsoft.com/office/officeart/2005/8/layout/vList5"/>
    <dgm:cxn modelId="{B9E67932-A0CE-42FA-8B7D-C3E0A7AC9FBC}" srcId="{8531AFD6-B824-419B-BCBF-A0E3DA85B9B6}" destId="{3E831AD8-48A5-42E5-8163-528731297B1F}" srcOrd="2" destOrd="0" parTransId="{418F4D60-9CBD-49CF-8190-E1B5229316F8}" sibTransId="{A17F29D8-F357-423B-AD7A-E463F279F616}"/>
    <dgm:cxn modelId="{A80E813B-4496-4514-960B-A047F331E9D0}" srcId="{8531AFD6-B824-419B-BCBF-A0E3DA85B9B6}" destId="{0EB42E95-26BE-490F-9B4E-EB85A3760ED4}" srcOrd="3" destOrd="0" parTransId="{486549E1-02AE-46E7-86A5-DAC463000543}" sibTransId="{E4D2421F-4F8F-442E-8256-D0B0B8AE4A96}"/>
    <dgm:cxn modelId="{D956AA60-FDD5-4C02-BAD7-E38031858CE8}" type="presOf" srcId="{3E831AD8-48A5-42E5-8163-528731297B1F}" destId="{3BCA3DF1-7E9A-4C2F-AAF3-F28EF6CC4582}" srcOrd="0" destOrd="0" presId="urn:microsoft.com/office/officeart/2005/8/layout/vList5"/>
    <dgm:cxn modelId="{6AA0347A-2AFA-466F-BB89-7B16A22F9133}" type="presOf" srcId="{94446F5B-A2A9-4B3D-8097-3B11C58B0C60}" destId="{1D9A5B5F-8F89-45D5-B414-02B1092AA509}" srcOrd="0" destOrd="0" presId="urn:microsoft.com/office/officeart/2005/8/layout/vList5"/>
    <dgm:cxn modelId="{85E3785A-9386-4379-81B6-483F471CE134}" type="presOf" srcId="{0397F938-1F33-46B8-BBC0-22646CD7C95C}" destId="{A6B118AB-5393-4BB7-BB63-28BE99EA1A5B}" srcOrd="0" destOrd="0" presId="urn:microsoft.com/office/officeart/2005/8/layout/vList5"/>
    <dgm:cxn modelId="{62DD0A7B-E7A8-4977-AA3E-BCADA08B8713}" srcId="{8531AFD6-B824-419B-BCBF-A0E3DA85B9B6}" destId="{94446F5B-A2A9-4B3D-8097-3B11C58B0C60}" srcOrd="4" destOrd="0" parTransId="{6EE1F400-ED77-4B39-9D71-40E27F149374}" sibTransId="{83473421-8F94-4329-BEA3-5D44F1532F76}"/>
    <dgm:cxn modelId="{9C28F37E-4304-4CB4-9499-577919041566}" srcId="{8531AFD6-B824-419B-BCBF-A0E3DA85B9B6}" destId="{661E6466-C151-481B-B4A5-9EF25DC8B6DB}" srcOrd="6" destOrd="0" parTransId="{32E9A750-C6E8-4A5B-A5F8-E809E9036A55}" sibTransId="{05E7E245-2313-4219-8ECE-05A0970D0461}"/>
    <dgm:cxn modelId="{ED72F383-8B0D-43A5-9D83-D8898E868EA9}" type="presOf" srcId="{4050FCBE-34DC-4468-B591-9C4CC212E492}" destId="{994C8231-FA12-4C1E-A40E-7D69A297B895}" srcOrd="0" destOrd="0" presId="urn:microsoft.com/office/officeart/2005/8/layout/vList5"/>
    <dgm:cxn modelId="{74DB8A85-334C-4416-9B91-64CA96480720}" srcId="{8531AFD6-B824-419B-BCBF-A0E3DA85B9B6}" destId="{4050FCBE-34DC-4468-B591-9C4CC212E492}" srcOrd="5" destOrd="0" parTransId="{83790ADD-49DE-4C8B-BBC0-65D001FC63A4}" sibTransId="{52462430-5CB7-4B3B-9816-83420FF1000F}"/>
    <dgm:cxn modelId="{3230B09E-A5ED-426D-8C79-1295144A4DCF}" type="presOf" srcId="{661E6466-C151-481B-B4A5-9EF25DC8B6DB}" destId="{CFBCFDEE-5C8E-4347-BF56-5B2F2CDCC4FD}" srcOrd="0" destOrd="0" presId="urn:microsoft.com/office/officeart/2005/8/layout/vList5"/>
    <dgm:cxn modelId="{7C4AE0A0-198B-4DCC-A9D7-0308BA8C20A5}" srcId="{8531AFD6-B824-419B-BCBF-A0E3DA85B9B6}" destId="{6A05FB33-4863-4340-BEC8-E2B7DD877E8C}" srcOrd="0" destOrd="0" parTransId="{48F62921-E270-4F4E-A3B2-7CDF5649FD06}" sibTransId="{76C70B65-CD18-40C9-B604-ADD1269792D4}"/>
    <dgm:cxn modelId="{DA1866C2-A793-4CF3-8FF3-E1E69C6C52A0}" type="presOf" srcId="{0EB42E95-26BE-490F-9B4E-EB85A3760ED4}" destId="{AB136634-EB36-4F86-AFCF-16F98FCE14C6}" srcOrd="0" destOrd="0" presId="urn:microsoft.com/office/officeart/2005/8/layout/vList5"/>
    <dgm:cxn modelId="{1ECB60E7-A610-427D-B35B-F42B75BD97EB}" type="presOf" srcId="{8531AFD6-B824-419B-BCBF-A0E3DA85B9B6}" destId="{449DADB9-5122-4B84-9D66-CDCCA814910D}" srcOrd="0" destOrd="0" presId="urn:microsoft.com/office/officeart/2005/8/layout/vList5"/>
    <dgm:cxn modelId="{328C8CFF-669F-41F1-90D0-6D9A74068B33}" srcId="{8531AFD6-B824-419B-BCBF-A0E3DA85B9B6}" destId="{0397F938-1F33-46B8-BBC0-22646CD7C95C}" srcOrd="1" destOrd="0" parTransId="{E7FD8BF1-A230-4E8A-A540-D9B97EE086B1}" sibTransId="{BD1109EC-8AC7-430F-B217-F0B8560F0F4C}"/>
    <dgm:cxn modelId="{7F684C96-C4A9-4D89-84E8-2FCCA611048D}" type="presParOf" srcId="{449DADB9-5122-4B84-9D66-CDCCA814910D}" destId="{4E315676-7883-4AC4-BB79-8F8E437C4200}" srcOrd="0" destOrd="0" presId="urn:microsoft.com/office/officeart/2005/8/layout/vList5"/>
    <dgm:cxn modelId="{EEDECA61-F9D1-4BCE-9FDF-0C92CB7280E6}" type="presParOf" srcId="{4E315676-7883-4AC4-BB79-8F8E437C4200}" destId="{A88A84C4-CCB6-4EFC-83CE-FBB49ED90D61}" srcOrd="0" destOrd="0" presId="urn:microsoft.com/office/officeart/2005/8/layout/vList5"/>
    <dgm:cxn modelId="{2436BC95-7E7A-4915-99C7-EB20966FEA27}" type="presParOf" srcId="{449DADB9-5122-4B84-9D66-CDCCA814910D}" destId="{971A4B37-AE8B-48AA-A122-15EBEA469EC1}" srcOrd="1" destOrd="0" presId="urn:microsoft.com/office/officeart/2005/8/layout/vList5"/>
    <dgm:cxn modelId="{E789B4B4-5D5A-486E-A82E-A7E0C880442F}" type="presParOf" srcId="{449DADB9-5122-4B84-9D66-CDCCA814910D}" destId="{4AA2F1B9-E380-4973-8CD6-4B4B96AD0BB3}" srcOrd="2" destOrd="0" presId="urn:microsoft.com/office/officeart/2005/8/layout/vList5"/>
    <dgm:cxn modelId="{402E3E59-A738-4672-B41F-0E0976671041}" type="presParOf" srcId="{4AA2F1B9-E380-4973-8CD6-4B4B96AD0BB3}" destId="{A6B118AB-5393-4BB7-BB63-28BE99EA1A5B}" srcOrd="0" destOrd="0" presId="urn:microsoft.com/office/officeart/2005/8/layout/vList5"/>
    <dgm:cxn modelId="{668644B1-4612-44BE-8458-8FB10CA8311C}" type="presParOf" srcId="{449DADB9-5122-4B84-9D66-CDCCA814910D}" destId="{E7A18F13-9B52-4A3E-AA90-FE9068CFA8F2}" srcOrd="3" destOrd="0" presId="urn:microsoft.com/office/officeart/2005/8/layout/vList5"/>
    <dgm:cxn modelId="{4E09BD9E-4FD4-4360-A05E-B7A15F4CBCF7}" type="presParOf" srcId="{449DADB9-5122-4B84-9D66-CDCCA814910D}" destId="{07C3AF06-A402-4A1A-9F73-B26893266C6F}" srcOrd="4" destOrd="0" presId="urn:microsoft.com/office/officeart/2005/8/layout/vList5"/>
    <dgm:cxn modelId="{54C32234-9C9D-4BB3-8F6F-9958BEDFEC11}" type="presParOf" srcId="{07C3AF06-A402-4A1A-9F73-B26893266C6F}" destId="{3BCA3DF1-7E9A-4C2F-AAF3-F28EF6CC4582}" srcOrd="0" destOrd="0" presId="urn:microsoft.com/office/officeart/2005/8/layout/vList5"/>
    <dgm:cxn modelId="{A79596CE-709E-47CB-BD72-D59B78D93B3E}" type="presParOf" srcId="{449DADB9-5122-4B84-9D66-CDCCA814910D}" destId="{4FE501C4-646F-4143-8C1F-DD302FAAEA7A}" srcOrd="5" destOrd="0" presId="urn:microsoft.com/office/officeart/2005/8/layout/vList5"/>
    <dgm:cxn modelId="{1E477EE5-AB54-4C08-942D-86B6B29EECD7}" type="presParOf" srcId="{449DADB9-5122-4B84-9D66-CDCCA814910D}" destId="{17AF0C05-006E-4369-9C41-358F5AC7F7CB}" srcOrd="6" destOrd="0" presId="urn:microsoft.com/office/officeart/2005/8/layout/vList5"/>
    <dgm:cxn modelId="{AD1FBD72-4489-4BA3-8573-76ECF11CD415}" type="presParOf" srcId="{17AF0C05-006E-4369-9C41-358F5AC7F7CB}" destId="{AB136634-EB36-4F86-AFCF-16F98FCE14C6}" srcOrd="0" destOrd="0" presId="urn:microsoft.com/office/officeart/2005/8/layout/vList5"/>
    <dgm:cxn modelId="{F4A54EBF-D791-41C5-9FAC-7CB12DF498E0}" type="presParOf" srcId="{449DADB9-5122-4B84-9D66-CDCCA814910D}" destId="{EDECA6E3-A7D2-440A-8E48-3F31E45C74A5}" srcOrd="7" destOrd="0" presId="urn:microsoft.com/office/officeart/2005/8/layout/vList5"/>
    <dgm:cxn modelId="{F0C3FD34-CFAD-41EB-9726-85D905E64A9B}" type="presParOf" srcId="{449DADB9-5122-4B84-9D66-CDCCA814910D}" destId="{9CE2D8A5-5147-453A-B39B-F41E361F1BA2}" srcOrd="8" destOrd="0" presId="urn:microsoft.com/office/officeart/2005/8/layout/vList5"/>
    <dgm:cxn modelId="{CD768F41-CD33-47DA-8AFA-D3A4A2BF2BCA}" type="presParOf" srcId="{9CE2D8A5-5147-453A-B39B-F41E361F1BA2}" destId="{1D9A5B5F-8F89-45D5-B414-02B1092AA509}" srcOrd="0" destOrd="0" presId="urn:microsoft.com/office/officeart/2005/8/layout/vList5"/>
    <dgm:cxn modelId="{5843AF83-FA3F-4A7F-BDFE-23FF460B8960}" type="presParOf" srcId="{449DADB9-5122-4B84-9D66-CDCCA814910D}" destId="{AF717E8A-279D-4082-A3CE-CE0E84457FBF}" srcOrd="9" destOrd="0" presId="urn:microsoft.com/office/officeart/2005/8/layout/vList5"/>
    <dgm:cxn modelId="{9450E0AD-7487-4D02-850C-BE56246279D7}" type="presParOf" srcId="{449DADB9-5122-4B84-9D66-CDCCA814910D}" destId="{84DD4FA5-049C-4EC4-86A9-FEB04A64B46A}" srcOrd="10" destOrd="0" presId="urn:microsoft.com/office/officeart/2005/8/layout/vList5"/>
    <dgm:cxn modelId="{362A488C-4A21-4837-8CA7-E0E0F39D994B}" type="presParOf" srcId="{84DD4FA5-049C-4EC4-86A9-FEB04A64B46A}" destId="{994C8231-FA12-4C1E-A40E-7D69A297B895}" srcOrd="0" destOrd="0" presId="urn:microsoft.com/office/officeart/2005/8/layout/vList5"/>
    <dgm:cxn modelId="{DBFABD4B-04F6-4921-90FC-92F56DDE9D3C}" type="presParOf" srcId="{449DADB9-5122-4B84-9D66-CDCCA814910D}" destId="{E846F3F8-F749-4EF4-BC3F-B2DDB080C255}" srcOrd="11" destOrd="0" presId="urn:microsoft.com/office/officeart/2005/8/layout/vList5"/>
    <dgm:cxn modelId="{A5B93C22-D0F7-4C95-AB14-CC546CA5D8BC}" type="presParOf" srcId="{449DADB9-5122-4B84-9D66-CDCCA814910D}" destId="{D81EB845-5BDA-4AAD-BE26-E233B0D19F6F}" srcOrd="12" destOrd="0" presId="urn:microsoft.com/office/officeart/2005/8/layout/vList5"/>
    <dgm:cxn modelId="{2D00F296-CFB7-4CEF-B9A3-B4D25B37F848}" type="presParOf" srcId="{D81EB845-5BDA-4AAD-BE26-E233B0D19F6F}" destId="{CFBCFDEE-5C8E-4347-BF56-5B2F2CDCC4FD}" srcOrd="0"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B5B5CA-B57C-4340-A4AC-552B9A00622D}">
      <dsp:nvSpPr>
        <dsp:cNvPr id="0" name=""/>
        <dsp:cNvSpPr/>
      </dsp:nvSpPr>
      <dsp:spPr>
        <a:xfrm>
          <a:off x="1464" y="0"/>
          <a:ext cx="3729339" cy="3629199"/>
        </a:xfrm>
        <a:prstGeom prst="roundRect">
          <a:avLst>
            <a:gd name="adj" fmla="val 5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b="1" i="0" kern="1200" dirty="0">
              <a:solidFill>
                <a:schemeClr val="bg2"/>
              </a:solidFill>
              <a:latin typeface="Calibri" panose="020F0502020204030204" pitchFamily="34" charset="0"/>
              <a:cs typeface="Calibri" panose="020F0502020204030204" pitchFamily="34" charset="0"/>
            </a:rPr>
            <a:t>Efficiency</a:t>
          </a:r>
          <a:endParaRPr lang="en-IN" sz="1800" kern="1200" dirty="0">
            <a:solidFill>
              <a:schemeClr val="bg2"/>
            </a:solidFill>
            <a:latin typeface="Calibri" panose="020F0502020204030204" pitchFamily="34" charset="0"/>
            <a:cs typeface="Calibri" panose="020F0502020204030204" pitchFamily="34" charset="0"/>
          </a:endParaRPr>
        </a:p>
      </dsp:txBody>
      <dsp:txXfrm rot="16200000">
        <a:off x="-1113573" y="1115037"/>
        <a:ext cx="2975943" cy="745867"/>
      </dsp:txXfrm>
    </dsp:sp>
    <dsp:sp modelId="{94ECD2D6-F58E-4270-A839-9FB87EF02EA6}">
      <dsp:nvSpPr>
        <dsp:cNvPr id="0" name=""/>
        <dsp:cNvSpPr/>
      </dsp:nvSpPr>
      <dsp:spPr>
        <a:xfrm>
          <a:off x="747332" y="0"/>
          <a:ext cx="2778357" cy="3629199"/>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b="0" i="0" kern="1200" dirty="0">
              <a:solidFill>
                <a:schemeClr val="bg2"/>
              </a:solidFill>
              <a:latin typeface="Calibri" panose="020F0502020204030204" pitchFamily="34" charset="0"/>
              <a:cs typeface="Calibri" panose="020F0502020204030204" pitchFamily="34" charset="0"/>
            </a:rPr>
            <a:t>Build the system RIGHT: Do things RIGHT</a:t>
          </a:r>
          <a:endParaRPr lang="en-IN" sz="1800" kern="1200" dirty="0">
            <a:solidFill>
              <a:schemeClr val="bg2"/>
            </a:solidFill>
            <a:latin typeface="Calibri" panose="020F0502020204030204" pitchFamily="34" charset="0"/>
            <a:cs typeface="Calibri" panose="020F0502020204030204" pitchFamily="34" charset="0"/>
          </a:endParaRPr>
        </a:p>
        <a:p>
          <a:pPr marL="171450" lvl="1" indent="-171450" algn="l" defTabSz="800100">
            <a:lnSpc>
              <a:spcPct val="90000"/>
            </a:lnSpc>
            <a:spcBef>
              <a:spcPct val="0"/>
            </a:spcBef>
            <a:spcAft>
              <a:spcPct val="15000"/>
            </a:spcAft>
            <a:buChar char="•"/>
          </a:pPr>
          <a:r>
            <a:rPr lang="en-US" sz="1800" b="0" i="0" kern="1200" dirty="0">
              <a:solidFill>
                <a:schemeClr val="bg2"/>
              </a:solidFill>
              <a:latin typeface="Calibri" panose="020F0502020204030204" pitchFamily="34" charset="0"/>
              <a:cs typeface="Calibri" panose="020F0502020204030204" pitchFamily="34" charset="0"/>
            </a:rPr>
            <a:t>▷ </a:t>
          </a:r>
          <a:r>
            <a:rPr lang="en-US" sz="1800" b="1" i="0" kern="1200" dirty="0">
              <a:solidFill>
                <a:schemeClr val="bg2"/>
              </a:solidFill>
              <a:latin typeface="Calibri" panose="020F0502020204030204" pitchFamily="34" charset="0"/>
              <a:cs typeface="Calibri" panose="020F0502020204030204" pitchFamily="34" charset="0"/>
            </a:rPr>
            <a:t>Windows 98: Crashed on launch</a:t>
          </a:r>
          <a:endParaRPr lang="en-IN" sz="1800" kern="1200" dirty="0">
            <a:solidFill>
              <a:schemeClr val="bg2"/>
            </a:solidFill>
            <a:latin typeface="Calibri" panose="020F0502020204030204" pitchFamily="34" charset="0"/>
            <a:cs typeface="Calibri" panose="020F0502020204030204" pitchFamily="34" charset="0"/>
          </a:endParaRPr>
        </a:p>
        <a:p>
          <a:pPr marL="171450" lvl="1" indent="-171450" algn="l" defTabSz="800100">
            <a:lnSpc>
              <a:spcPct val="90000"/>
            </a:lnSpc>
            <a:spcBef>
              <a:spcPct val="0"/>
            </a:spcBef>
            <a:spcAft>
              <a:spcPct val="15000"/>
            </a:spcAft>
            <a:buChar char="•"/>
          </a:pPr>
          <a:r>
            <a:rPr lang="en-US" sz="1800" b="0" i="0" kern="1200" dirty="0">
              <a:solidFill>
                <a:schemeClr val="bg2"/>
              </a:solidFill>
              <a:latin typeface="Calibri" panose="020F0502020204030204" pitchFamily="34" charset="0"/>
              <a:cs typeface="Calibri" panose="020F0502020204030204" pitchFamily="34" charset="0"/>
            </a:rPr>
            <a:t>▷ </a:t>
          </a:r>
          <a:r>
            <a:rPr lang="en-US" sz="1800" b="1" i="0" kern="1200" dirty="0">
              <a:solidFill>
                <a:schemeClr val="bg2"/>
              </a:solidFill>
              <a:latin typeface="Calibri" panose="020F0502020204030204" pitchFamily="34" charset="0"/>
              <a:cs typeface="Calibri" panose="020F0502020204030204" pitchFamily="34" charset="0"/>
            </a:rPr>
            <a:t>Windows 10: Most popular OS</a:t>
          </a:r>
          <a:endParaRPr lang="en-IN" sz="1800" kern="1200" dirty="0">
            <a:solidFill>
              <a:schemeClr val="bg2"/>
            </a:solidFill>
            <a:latin typeface="Calibri" panose="020F0502020204030204" pitchFamily="34" charset="0"/>
            <a:cs typeface="Calibri" panose="020F0502020204030204" pitchFamily="34" charset="0"/>
          </a:endParaRPr>
        </a:p>
        <a:p>
          <a:pPr marL="0" lvl="0" indent="0" algn="l" defTabSz="800100">
            <a:lnSpc>
              <a:spcPct val="90000"/>
            </a:lnSpc>
            <a:spcBef>
              <a:spcPct val="0"/>
            </a:spcBef>
            <a:spcAft>
              <a:spcPct val="35000"/>
            </a:spcAft>
            <a:buNone/>
          </a:pPr>
          <a:r>
            <a:rPr lang="en-US" sz="1800" b="0" i="0" kern="1200" dirty="0">
              <a:solidFill>
                <a:schemeClr val="bg2"/>
              </a:solidFill>
              <a:latin typeface="Calibri" panose="020F0502020204030204" pitchFamily="34" charset="0"/>
              <a:cs typeface="Calibri" panose="020F0502020204030204" pitchFamily="34" charset="0"/>
            </a:rPr>
            <a:t>Lines of </a:t>
          </a:r>
          <a:r>
            <a:rPr lang="en-US" sz="1800" b="0" i="1" kern="1200" dirty="0">
              <a:solidFill>
                <a:schemeClr val="bg2"/>
              </a:solidFill>
              <a:latin typeface="Calibri" panose="020F0502020204030204" pitchFamily="34" charset="0"/>
              <a:cs typeface="Calibri" panose="020F0502020204030204" pitchFamily="34" charset="0"/>
            </a:rPr>
            <a:t>quality </a:t>
          </a:r>
          <a:r>
            <a:rPr lang="en-US" sz="1800" b="0" i="0" kern="1200" dirty="0">
              <a:solidFill>
                <a:schemeClr val="bg2"/>
              </a:solidFill>
              <a:latin typeface="Calibri" panose="020F0502020204030204" pitchFamily="34" charset="0"/>
              <a:cs typeface="Calibri" panose="020F0502020204030204" pitchFamily="34" charset="0"/>
            </a:rPr>
            <a:t>code produced per man-hour</a:t>
          </a:r>
          <a:endParaRPr lang="en-IN" sz="1800" kern="1200" dirty="0">
            <a:solidFill>
              <a:schemeClr val="bg2"/>
            </a:solidFill>
            <a:latin typeface="Calibri" panose="020F0502020204030204" pitchFamily="34" charset="0"/>
            <a:cs typeface="Calibri" panose="020F0502020204030204" pitchFamily="34" charset="0"/>
          </a:endParaRPr>
        </a:p>
        <a:p>
          <a:pPr marL="0" lvl="0" indent="0" algn="l" defTabSz="800100">
            <a:lnSpc>
              <a:spcPct val="90000"/>
            </a:lnSpc>
            <a:spcBef>
              <a:spcPct val="0"/>
            </a:spcBef>
            <a:spcAft>
              <a:spcPct val="35000"/>
            </a:spcAft>
            <a:buNone/>
          </a:pPr>
          <a:r>
            <a:rPr lang="en-US" sz="1800" b="0" i="0" kern="1200" dirty="0">
              <a:solidFill>
                <a:schemeClr val="bg2"/>
              </a:solidFill>
              <a:latin typeface="Calibri" panose="020F0502020204030204" pitchFamily="34" charset="0"/>
              <a:cs typeface="Calibri" panose="020F0502020204030204" pitchFamily="34" charset="0"/>
            </a:rPr>
            <a:t>Instances of </a:t>
          </a:r>
          <a:r>
            <a:rPr lang="en-US" sz="1800" b="0" i="1" kern="1200" dirty="0">
              <a:solidFill>
                <a:schemeClr val="bg2"/>
              </a:solidFill>
              <a:latin typeface="Calibri" panose="020F0502020204030204" pitchFamily="34" charset="0"/>
              <a:cs typeface="Calibri" panose="020F0502020204030204" pitchFamily="34" charset="0"/>
            </a:rPr>
            <a:t>quality </a:t>
          </a:r>
          <a:r>
            <a:rPr lang="en-US" sz="1800" b="0" i="0" kern="1200" dirty="0">
              <a:solidFill>
                <a:schemeClr val="bg2"/>
              </a:solidFill>
              <a:latin typeface="Calibri" panose="020F0502020204030204" pitchFamily="34" charset="0"/>
              <a:cs typeface="Calibri" panose="020F0502020204030204" pitchFamily="34" charset="0"/>
            </a:rPr>
            <a:t>support provided per man-week</a:t>
          </a:r>
          <a:endParaRPr lang="en-IN" sz="1800" kern="1200" dirty="0">
            <a:solidFill>
              <a:schemeClr val="bg2"/>
            </a:solidFill>
            <a:latin typeface="Calibri" panose="020F0502020204030204" pitchFamily="34" charset="0"/>
            <a:cs typeface="Calibri" panose="020F0502020204030204" pitchFamily="34" charset="0"/>
          </a:endParaRPr>
        </a:p>
        <a:p>
          <a:pPr marL="0" lvl="0" indent="0" algn="l" defTabSz="800100">
            <a:lnSpc>
              <a:spcPct val="90000"/>
            </a:lnSpc>
            <a:spcBef>
              <a:spcPct val="0"/>
            </a:spcBef>
            <a:spcAft>
              <a:spcPct val="35000"/>
            </a:spcAft>
            <a:buNone/>
          </a:pPr>
          <a:r>
            <a:rPr lang="en-US" sz="1800" b="1" i="0" kern="1200" dirty="0">
              <a:solidFill>
                <a:schemeClr val="bg2"/>
              </a:solidFill>
              <a:latin typeface="Calibri" panose="020F0502020204030204" pitchFamily="34" charset="0"/>
              <a:cs typeface="Calibri" panose="020F0502020204030204" pitchFamily="34" charset="0"/>
            </a:rPr>
            <a:t>Minimize Rework</a:t>
          </a:r>
          <a:r>
            <a:rPr lang="en-US" sz="1800" b="0" i="0" kern="1200" dirty="0">
              <a:solidFill>
                <a:schemeClr val="bg2"/>
              </a:solidFill>
              <a:latin typeface="Calibri" panose="020F0502020204030204" pitchFamily="34" charset="0"/>
              <a:cs typeface="Calibri" panose="020F0502020204030204" pitchFamily="34" charset="0"/>
            </a:rPr>
            <a:t>: </a:t>
          </a:r>
          <a:r>
            <a:rPr lang="en-US" sz="1800" b="0" i="1" kern="1200" dirty="0">
              <a:solidFill>
                <a:schemeClr val="bg2"/>
              </a:solidFill>
              <a:latin typeface="Calibri" panose="020F0502020204030204" pitchFamily="34" charset="0"/>
              <a:cs typeface="Calibri" panose="020F0502020204030204" pitchFamily="34" charset="0"/>
            </a:rPr>
            <a:t>Get it right the first time</a:t>
          </a:r>
          <a:endParaRPr lang="en-IN" sz="1800" kern="1200" dirty="0">
            <a:solidFill>
              <a:schemeClr val="bg2"/>
            </a:solidFill>
            <a:latin typeface="Calibri" panose="020F0502020204030204" pitchFamily="34" charset="0"/>
            <a:cs typeface="Calibri" panose="020F0502020204030204" pitchFamily="34" charset="0"/>
          </a:endParaRPr>
        </a:p>
      </dsp:txBody>
      <dsp:txXfrm>
        <a:off x="747332" y="0"/>
        <a:ext cx="2778357" cy="3629199"/>
      </dsp:txXfrm>
    </dsp:sp>
    <dsp:sp modelId="{CC37EF50-5D82-47AA-BB83-B3D3F721F102}">
      <dsp:nvSpPr>
        <dsp:cNvPr id="0" name=""/>
        <dsp:cNvSpPr/>
      </dsp:nvSpPr>
      <dsp:spPr>
        <a:xfrm>
          <a:off x="3861330" y="0"/>
          <a:ext cx="3729339" cy="3629199"/>
        </a:xfrm>
        <a:prstGeom prst="roundRect">
          <a:avLst>
            <a:gd name="adj" fmla="val 5000"/>
          </a:avLst>
        </a:prstGeom>
        <a:solidFill>
          <a:schemeClr val="lt1">
            <a:hueOff val="0"/>
            <a:satOff val="0"/>
            <a:lumOff val="0"/>
            <a:alphaOff val="0"/>
          </a:schemeClr>
        </a:solidFill>
        <a:ln w="38100" cap="flat" cmpd="sng" algn="ctr">
          <a:solidFill>
            <a:schemeClr val="accent1">
              <a:shade val="80000"/>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0" tIns="61722" rIns="80010" bIns="0" numCol="1" spcCol="1270" anchor="t" anchorCtr="0">
          <a:noAutofit/>
        </a:bodyPr>
        <a:lstStyle/>
        <a:p>
          <a:pPr marL="0" lvl="0" indent="0" algn="r" defTabSz="800100">
            <a:lnSpc>
              <a:spcPct val="90000"/>
            </a:lnSpc>
            <a:spcBef>
              <a:spcPct val="0"/>
            </a:spcBef>
            <a:spcAft>
              <a:spcPct val="35000"/>
            </a:spcAft>
            <a:buNone/>
          </a:pPr>
          <a:r>
            <a:rPr lang="en-US" sz="1800" b="1" i="0" kern="1200" dirty="0">
              <a:solidFill>
                <a:schemeClr val="bg2"/>
              </a:solidFill>
              <a:latin typeface="Calibri" panose="020F0502020204030204" pitchFamily="34" charset="0"/>
              <a:cs typeface="Calibri" panose="020F0502020204030204" pitchFamily="34" charset="0"/>
            </a:rPr>
            <a:t>Effectiveness</a:t>
          </a:r>
          <a:endParaRPr lang="en-IN" sz="1800" kern="1200" dirty="0">
            <a:solidFill>
              <a:schemeClr val="bg2"/>
            </a:solidFill>
            <a:latin typeface="Calibri" panose="020F0502020204030204" pitchFamily="34" charset="0"/>
            <a:cs typeface="Calibri" panose="020F0502020204030204" pitchFamily="34" charset="0"/>
          </a:endParaRPr>
        </a:p>
      </dsp:txBody>
      <dsp:txXfrm rot="16200000">
        <a:off x="2746292" y="1115037"/>
        <a:ext cx="2975943" cy="745867"/>
      </dsp:txXfrm>
    </dsp:sp>
    <dsp:sp modelId="{15B87B36-9892-4C3D-8759-5F5327D7BE50}">
      <dsp:nvSpPr>
        <dsp:cNvPr id="0" name=""/>
        <dsp:cNvSpPr/>
      </dsp:nvSpPr>
      <dsp:spPr>
        <a:xfrm rot="5400000">
          <a:off x="3613344" y="2831017"/>
          <a:ext cx="533265" cy="559400"/>
        </a:xfrm>
        <a:prstGeom prst="flowChartExtra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01DA865-DEB4-4FB9-9EB4-061B48773786}">
      <dsp:nvSpPr>
        <dsp:cNvPr id="0" name=""/>
        <dsp:cNvSpPr/>
      </dsp:nvSpPr>
      <dsp:spPr>
        <a:xfrm>
          <a:off x="4607198" y="0"/>
          <a:ext cx="2778357" cy="3629199"/>
        </a:xfrm>
        <a:prstGeom prst="rect">
          <a:avLst/>
        </a:prstGeom>
        <a:noFill/>
        <a:ln w="38100" cap="flat" cmpd="sng" algn="ctr">
          <a:noFill/>
          <a:prstDash val="solid"/>
        </a:ln>
        <a:effectLst>
          <a:outerShdw blurRad="40000" dist="20000" dir="5400000" rotWithShape="0">
            <a:srgbClr val="000000">
              <a:alpha val="38000"/>
            </a:srgbClr>
          </a:outerShdw>
        </a:effectLst>
        <a:sp3d/>
      </dsp:spPr>
      <dsp:style>
        <a:lnRef idx="3">
          <a:scrgbClr r="0" g="0" b="0"/>
        </a:lnRef>
        <a:fillRef idx="1">
          <a:scrgbClr r="0" g="0" b="0"/>
        </a:fillRef>
        <a:effectRef idx="1">
          <a:scrgbClr r="0" g="0" b="0"/>
        </a:effectRef>
        <a:fontRef idx="minor">
          <a:schemeClr val="lt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n-US" sz="1800" b="0" i="0" kern="1200" dirty="0">
              <a:solidFill>
                <a:schemeClr val="bg2"/>
              </a:solidFill>
              <a:latin typeface="Calibri" panose="020F0502020204030204" pitchFamily="34" charset="0"/>
              <a:cs typeface="Calibri" panose="020F0502020204030204" pitchFamily="34" charset="0"/>
            </a:rPr>
            <a:t>Build the RIGHT system: Do RIGHT things</a:t>
          </a:r>
          <a:endParaRPr lang="en-IN" sz="1800" kern="1200" dirty="0">
            <a:solidFill>
              <a:schemeClr val="bg2"/>
            </a:solidFill>
            <a:latin typeface="Calibri" panose="020F0502020204030204" pitchFamily="34" charset="0"/>
            <a:cs typeface="Calibri" panose="020F0502020204030204" pitchFamily="34" charset="0"/>
          </a:endParaRPr>
        </a:p>
        <a:p>
          <a:pPr marL="171450" lvl="1" indent="-171450" algn="l" defTabSz="800100">
            <a:lnSpc>
              <a:spcPct val="90000"/>
            </a:lnSpc>
            <a:spcBef>
              <a:spcPct val="0"/>
            </a:spcBef>
            <a:spcAft>
              <a:spcPct val="15000"/>
            </a:spcAft>
            <a:buChar char="•"/>
          </a:pPr>
          <a:r>
            <a:rPr lang="en-US" sz="1800" b="0" i="0" kern="1200">
              <a:solidFill>
                <a:schemeClr val="bg2"/>
              </a:solidFill>
              <a:latin typeface="Calibri" panose="020F0502020204030204" pitchFamily="34" charset="0"/>
              <a:cs typeface="Calibri" panose="020F0502020204030204" pitchFamily="34" charset="0"/>
            </a:rPr>
            <a:t>▷ </a:t>
          </a:r>
          <a:r>
            <a:rPr lang="en-US" sz="1800" b="1" i="0" kern="1200">
              <a:solidFill>
                <a:schemeClr val="bg2"/>
              </a:solidFill>
              <a:latin typeface="Calibri" panose="020F0502020204030204" pitchFamily="34" charset="0"/>
              <a:cs typeface="Calibri" panose="020F0502020204030204" pitchFamily="34" charset="0"/>
            </a:rPr>
            <a:t>Iridium</a:t>
          </a:r>
          <a:endParaRPr lang="en-IN" sz="1800" kern="1200">
            <a:solidFill>
              <a:schemeClr val="bg2"/>
            </a:solidFill>
            <a:latin typeface="Calibri" panose="020F0502020204030204" pitchFamily="34" charset="0"/>
            <a:cs typeface="Calibri" panose="020F0502020204030204" pitchFamily="34" charset="0"/>
          </a:endParaRPr>
        </a:p>
        <a:p>
          <a:pPr marL="171450" lvl="1" indent="-171450" algn="l" defTabSz="800100">
            <a:lnSpc>
              <a:spcPct val="90000"/>
            </a:lnSpc>
            <a:spcBef>
              <a:spcPct val="0"/>
            </a:spcBef>
            <a:spcAft>
              <a:spcPct val="15000"/>
            </a:spcAft>
            <a:buChar char="•"/>
          </a:pPr>
          <a:r>
            <a:rPr lang="en-US" sz="1800" b="0" i="0" kern="1200" dirty="0">
              <a:solidFill>
                <a:schemeClr val="bg2"/>
              </a:solidFill>
              <a:latin typeface="Calibri" panose="020F0502020204030204" pitchFamily="34" charset="0"/>
              <a:cs typeface="Calibri" panose="020F0502020204030204" pitchFamily="34" charset="0"/>
            </a:rPr>
            <a:t>▷ </a:t>
          </a:r>
          <a:r>
            <a:rPr lang="en-US" sz="1800" b="1" i="0" kern="1200" dirty="0">
              <a:solidFill>
                <a:schemeClr val="bg2"/>
              </a:solidFill>
              <a:latin typeface="Calibri" panose="020F0502020204030204" pitchFamily="34" charset="0"/>
              <a:cs typeface="Calibri" panose="020F0502020204030204" pitchFamily="34" charset="0"/>
            </a:rPr>
            <a:t>Tesla</a:t>
          </a:r>
          <a:endParaRPr lang="en-IN" sz="1800" kern="1200" dirty="0">
            <a:solidFill>
              <a:schemeClr val="bg2"/>
            </a:solidFill>
            <a:latin typeface="Calibri" panose="020F0502020204030204" pitchFamily="34" charset="0"/>
            <a:cs typeface="Calibri" panose="020F0502020204030204" pitchFamily="34" charset="0"/>
          </a:endParaRPr>
        </a:p>
        <a:p>
          <a:pPr marL="0" lvl="0" indent="0" algn="l" defTabSz="800100">
            <a:lnSpc>
              <a:spcPct val="90000"/>
            </a:lnSpc>
            <a:spcBef>
              <a:spcPct val="0"/>
            </a:spcBef>
            <a:spcAft>
              <a:spcPct val="35000"/>
            </a:spcAft>
            <a:buNone/>
          </a:pPr>
          <a:r>
            <a:rPr lang="en-US" sz="1800" b="0" i="0" kern="1200" dirty="0">
              <a:solidFill>
                <a:schemeClr val="bg2"/>
              </a:solidFill>
              <a:latin typeface="Calibri" panose="020F0502020204030204" pitchFamily="34" charset="0"/>
              <a:cs typeface="Calibri" panose="020F0502020204030204" pitchFamily="34" charset="0"/>
            </a:rPr>
            <a:t>Lines of </a:t>
          </a:r>
          <a:r>
            <a:rPr lang="en-US" sz="1800" b="0" i="1" kern="1200" dirty="0">
              <a:solidFill>
                <a:schemeClr val="bg2"/>
              </a:solidFill>
              <a:latin typeface="Calibri" panose="020F0502020204030204" pitchFamily="34" charset="0"/>
              <a:cs typeface="Calibri" panose="020F0502020204030204" pitchFamily="34" charset="0"/>
            </a:rPr>
            <a:t>quality </a:t>
          </a:r>
          <a:r>
            <a:rPr lang="en-US" sz="1800" b="0" i="0" kern="1200" dirty="0">
              <a:solidFill>
                <a:schemeClr val="bg2"/>
              </a:solidFill>
              <a:latin typeface="Calibri" panose="020F0502020204030204" pitchFamily="34" charset="0"/>
              <a:cs typeface="Calibri" panose="020F0502020204030204" pitchFamily="34" charset="0"/>
            </a:rPr>
            <a:t>code produced per dollar</a:t>
          </a:r>
          <a:endParaRPr lang="en-IN" sz="1800" kern="1200" dirty="0">
            <a:solidFill>
              <a:schemeClr val="bg2"/>
            </a:solidFill>
            <a:latin typeface="Calibri" panose="020F0502020204030204" pitchFamily="34" charset="0"/>
            <a:cs typeface="Calibri" panose="020F0502020204030204" pitchFamily="34" charset="0"/>
          </a:endParaRPr>
        </a:p>
        <a:p>
          <a:pPr marL="0" lvl="0" indent="0" algn="l" defTabSz="800100">
            <a:lnSpc>
              <a:spcPct val="90000"/>
            </a:lnSpc>
            <a:spcBef>
              <a:spcPct val="0"/>
            </a:spcBef>
            <a:spcAft>
              <a:spcPct val="35000"/>
            </a:spcAft>
            <a:buNone/>
          </a:pPr>
          <a:r>
            <a:rPr lang="en-US" sz="1800" b="0" i="0" kern="1200" dirty="0">
              <a:solidFill>
                <a:schemeClr val="bg2"/>
              </a:solidFill>
              <a:latin typeface="Calibri" panose="020F0502020204030204" pitchFamily="34" charset="0"/>
              <a:cs typeface="Calibri" panose="020F0502020204030204" pitchFamily="34" charset="0"/>
            </a:rPr>
            <a:t>Cost for every instance of support</a:t>
          </a:r>
          <a:endParaRPr lang="en-IN" sz="1800" kern="1200" dirty="0">
            <a:solidFill>
              <a:schemeClr val="bg2"/>
            </a:solidFill>
            <a:latin typeface="Calibri" panose="020F0502020204030204" pitchFamily="34" charset="0"/>
            <a:cs typeface="Calibri" panose="020F0502020204030204" pitchFamily="34" charset="0"/>
          </a:endParaRPr>
        </a:p>
        <a:p>
          <a:pPr marL="0" lvl="0" indent="0" algn="l" defTabSz="800100">
            <a:lnSpc>
              <a:spcPct val="90000"/>
            </a:lnSpc>
            <a:spcBef>
              <a:spcPct val="0"/>
            </a:spcBef>
            <a:spcAft>
              <a:spcPct val="35000"/>
            </a:spcAft>
            <a:buNone/>
          </a:pPr>
          <a:r>
            <a:rPr lang="en-US" sz="1800" b="1" i="0" kern="1200" dirty="0">
              <a:solidFill>
                <a:schemeClr val="bg2"/>
              </a:solidFill>
              <a:latin typeface="Calibri" panose="020F0502020204030204" pitchFamily="34" charset="0"/>
              <a:cs typeface="Calibri" panose="020F0502020204030204" pitchFamily="34" charset="0"/>
            </a:rPr>
            <a:t>Minimize Rework</a:t>
          </a:r>
          <a:r>
            <a:rPr lang="en-US" sz="1800" b="0" i="0" kern="1200" dirty="0">
              <a:solidFill>
                <a:schemeClr val="bg2"/>
              </a:solidFill>
              <a:latin typeface="Calibri" panose="020F0502020204030204" pitchFamily="34" charset="0"/>
              <a:cs typeface="Calibri" panose="020F0502020204030204" pitchFamily="34" charset="0"/>
            </a:rPr>
            <a:t>: </a:t>
          </a:r>
          <a:r>
            <a:rPr lang="en-US" sz="1800" b="0" i="1" kern="1200" dirty="0">
              <a:solidFill>
                <a:schemeClr val="bg2"/>
              </a:solidFill>
              <a:latin typeface="Calibri" panose="020F0502020204030204" pitchFamily="34" charset="0"/>
              <a:cs typeface="Calibri" panose="020F0502020204030204" pitchFamily="34" charset="0"/>
            </a:rPr>
            <a:t>Get it right the first time</a:t>
          </a:r>
          <a:endParaRPr lang="en-IN" sz="1800" kern="1200" dirty="0">
            <a:solidFill>
              <a:schemeClr val="bg2"/>
            </a:solidFill>
            <a:latin typeface="Calibri" panose="020F0502020204030204" pitchFamily="34" charset="0"/>
            <a:cs typeface="Calibri" panose="020F0502020204030204" pitchFamily="34" charset="0"/>
          </a:endParaRPr>
        </a:p>
      </dsp:txBody>
      <dsp:txXfrm>
        <a:off x="4607198" y="0"/>
        <a:ext cx="2778357" cy="362919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1CF9F2-6E10-4F85-8CEF-03008AD92A2D}">
      <dsp:nvSpPr>
        <dsp:cNvPr id="0" name=""/>
        <dsp:cNvSpPr/>
      </dsp:nvSpPr>
      <dsp:spPr>
        <a:xfrm>
          <a:off x="2400" y="68653"/>
          <a:ext cx="2340893" cy="910235"/>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kern="1200" dirty="0"/>
            <a:t>Ensure that high quality systems are delivered</a:t>
          </a:r>
          <a:endParaRPr lang="en-IN" sz="1800" b="1" kern="1200" dirty="0"/>
        </a:p>
      </dsp:txBody>
      <dsp:txXfrm>
        <a:off x="2400" y="68653"/>
        <a:ext cx="2340893" cy="910235"/>
      </dsp:txXfrm>
    </dsp:sp>
    <dsp:sp modelId="{A46B9B35-F760-47AC-B598-ABD953A5EA32}">
      <dsp:nvSpPr>
        <dsp:cNvPr id="0" name=""/>
        <dsp:cNvSpPr/>
      </dsp:nvSpPr>
      <dsp:spPr>
        <a:xfrm>
          <a:off x="2400" y="978888"/>
          <a:ext cx="2340893" cy="1926989"/>
        </a:xfrm>
        <a:prstGeom prst="rect">
          <a:avLst/>
        </a:prstGeom>
        <a:solidFill>
          <a:schemeClr val="lt1">
            <a:alpha val="90000"/>
            <a:tint val="40000"/>
            <a:hueOff val="0"/>
            <a:satOff val="0"/>
            <a:lumOff val="0"/>
            <a:alphaOff val="0"/>
          </a:schemeClr>
        </a:solidFill>
        <a:ln w="25400" cap="flat" cmpd="sng" algn="ctr">
          <a:solidFill>
            <a:schemeClr val="dk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a:t>Built to contract (commitment)</a:t>
          </a:r>
          <a:endParaRPr lang="en-IN" sz="1800" kern="1200" dirty="0"/>
        </a:p>
      </dsp:txBody>
      <dsp:txXfrm>
        <a:off x="2400" y="978888"/>
        <a:ext cx="2340893" cy="1926989"/>
      </dsp:txXfrm>
    </dsp:sp>
    <dsp:sp modelId="{317098FA-E564-4C36-ACD4-DDAA7B847296}">
      <dsp:nvSpPr>
        <dsp:cNvPr id="0" name=""/>
        <dsp:cNvSpPr/>
      </dsp:nvSpPr>
      <dsp:spPr>
        <a:xfrm>
          <a:off x="2671019" y="68653"/>
          <a:ext cx="2340893" cy="910235"/>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kern="1200" dirty="0"/>
            <a:t>Provide strong management controls over the projects</a:t>
          </a:r>
          <a:endParaRPr lang="en-IN" sz="1800" b="1" kern="1200" dirty="0"/>
        </a:p>
      </dsp:txBody>
      <dsp:txXfrm>
        <a:off x="2671019" y="68653"/>
        <a:ext cx="2340893" cy="910235"/>
      </dsp:txXfrm>
    </dsp:sp>
    <dsp:sp modelId="{28357F6D-C1EB-46F1-93B4-2A27F92D60EC}">
      <dsp:nvSpPr>
        <dsp:cNvPr id="0" name=""/>
        <dsp:cNvSpPr/>
      </dsp:nvSpPr>
      <dsp:spPr>
        <a:xfrm>
          <a:off x="2671019" y="978888"/>
          <a:ext cx="2340893" cy="1926989"/>
        </a:xfrm>
        <a:prstGeom prst="rect">
          <a:avLst/>
        </a:prstGeom>
        <a:solidFill>
          <a:schemeClr val="lt1">
            <a:alpha val="90000"/>
            <a:tint val="40000"/>
            <a:hueOff val="0"/>
            <a:satOff val="0"/>
            <a:lumOff val="0"/>
            <a:alphaOff val="0"/>
          </a:schemeClr>
        </a:solidFill>
        <a:ln w="25400" cap="flat" cmpd="sng" algn="ctr">
          <a:solidFill>
            <a:schemeClr val="dk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a:t>Efficiency</a:t>
          </a:r>
          <a:endParaRPr lang="en-IN" sz="1800" kern="1200" dirty="0"/>
        </a:p>
        <a:p>
          <a:pPr marL="171450" lvl="1" indent="-171450" algn="l" defTabSz="800100">
            <a:lnSpc>
              <a:spcPct val="90000"/>
            </a:lnSpc>
            <a:spcBef>
              <a:spcPct val="0"/>
            </a:spcBef>
            <a:spcAft>
              <a:spcPct val="15000"/>
            </a:spcAft>
            <a:buChar char="•"/>
          </a:pPr>
          <a:r>
            <a:rPr lang="en-IN" sz="1800" b="0" i="0" kern="1200"/>
            <a:t>Effectiveness</a:t>
          </a:r>
          <a:endParaRPr lang="en-IN" sz="1800" kern="1200"/>
        </a:p>
        <a:p>
          <a:pPr marL="171450" lvl="1" indent="-171450" algn="l" defTabSz="800100">
            <a:lnSpc>
              <a:spcPct val="90000"/>
            </a:lnSpc>
            <a:spcBef>
              <a:spcPct val="0"/>
            </a:spcBef>
            <a:spcAft>
              <a:spcPct val="15000"/>
            </a:spcAft>
            <a:buChar char="•"/>
          </a:pPr>
          <a:r>
            <a:rPr lang="en-IN" sz="1800" b="0" i="0" kern="1200"/>
            <a:t>Process Compliance</a:t>
          </a:r>
          <a:endParaRPr lang="en-IN" sz="1800" kern="1200"/>
        </a:p>
        <a:p>
          <a:pPr marL="171450" lvl="1" indent="-171450" algn="l" defTabSz="800100">
            <a:lnSpc>
              <a:spcPct val="90000"/>
            </a:lnSpc>
            <a:spcBef>
              <a:spcPct val="0"/>
            </a:spcBef>
            <a:spcAft>
              <a:spcPct val="15000"/>
            </a:spcAft>
            <a:buChar char="•"/>
          </a:pPr>
          <a:r>
            <a:rPr lang="en-IN" sz="1800" b="0" i="0" kern="1200"/>
            <a:t>Cost Control</a:t>
          </a:r>
          <a:endParaRPr lang="en-IN" sz="1800" kern="1200"/>
        </a:p>
        <a:p>
          <a:pPr marL="171450" lvl="1" indent="-171450" algn="l" defTabSz="800100">
            <a:lnSpc>
              <a:spcPct val="90000"/>
            </a:lnSpc>
            <a:spcBef>
              <a:spcPct val="0"/>
            </a:spcBef>
            <a:spcAft>
              <a:spcPct val="15000"/>
            </a:spcAft>
            <a:buChar char="•"/>
          </a:pPr>
          <a:r>
            <a:rPr lang="en-IN" sz="1800" b="0" i="0" kern="1200"/>
            <a:t>Customer Satisfaction</a:t>
          </a:r>
          <a:endParaRPr lang="en-IN" sz="1800" kern="1200" dirty="0"/>
        </a:p>
      </dsp:txBody>
      <dsp:txXfrm>
        <a:off x="2671019" y="978888"/>
        <a:ext cx="2340893" cy="1926989"/>
      </dsp:txXfrm>
    </dsp:sp>
    <dsp:sp modelId="{CCCCA035-19F9-4D0F-89E6-6B1956E474F8}">
      <dsp:nvSpPr>
        <dsp:cNvPr id="0" name=""/>
        <dsp:cNvSpPr/>
      </dsp:nvSpPr>
      <dsp:spPr>
        <a:xfrm>
          <a:off x="5339637" y="68653"/>
          <a:ext cx="2340893" cy="910235"/>
        </a:xfrm>
        <a:prstGeom prst="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kern="1200" dirty="0"/>
            <a:t>Maximize the productivity of the systems staff</a:t>
          </a:r>
          <a:endParaRPr lang="en-IN" sz="1800" b="1" kern="1200" dirty="0"/>
        </a:p>
      </dsp:txBody>
      <dsp:txXfrm>
        <a:off x="5339637" y="68653"/>
        <a:ext cx="2340893" cy="910235"/>
      </dsp:txXfrm>
    </dsp:sp>
    <dsp:sp modelId="{2A930187-73A1-4E57-9F81-D2107EB51EF5}">
      <dsp:nvSpPr>
        <dsp:cNvPr id="0" name=""/>
        <dsp:cNvSpPr/>
      </dsp:nvSpPr>
      <dsp:spPr>
        <a:xfrm>
          <a:off x="5339637" y="978888"/>
          <a:ext cx="2340893" cy="1926989"/>
        </a:xfrm>
        <a:prstGeom prst="rect">
          <a:avLst/>
        </a:prstGeom>
        <a:solidFill>
          <a:schemeClr val="lt1">
            <a:alpha val="90000"/>
            <a:tint val="40000"/>
            <a:hueOff val="0"/>
            <a:satOff val="0"/>
            <a:lumOff val="0"/>
            <a:alphaOff val="0"/>
          </a:schemeClr>
        </a:solidFill>
        <a:ln w="25400" cap="flat" cmpd="sng" algn="ctr">
          <a:solidFill>
            <a:schemeClr val="dk2">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a:t>Built by best practices</a:t>
          </a:r>
          <a:endParaRPr lang="en-IN" sz="1800" kern="1200" dirty="0"/>
        </a:p>
      </dsp:txBody>
      <dsp:txXfrm>
        <a:off x="5339637" y="978888"/>
        <a:ext cx="2340893" cy="19269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01B1C5-767F-4B90-9D4C-912D8F1DBC0D}">
      <dsp:nvSpPr>
        <dsp:cNvPr id="0" name=""/>
        <dsp:cNvSpPr/>
      </dsp:nvSpPr>
      <dsp:spPr>
        <a:xfrm>
          <a:off x="0" y="594"/>
          <a:ext cx="8232647" cy="530741"/>
        </a:xfrm>
        <a:prstGeom prst="round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latin typeface="Calibri" panose="020F0502020204030204" pitchFamily="34" charset="0"/>
              <a:cs typeface="Calibri" panose="020F0502020204030204" pitchFamily="34" charset="0"/>
            </a:rPr>
            <a:t>Address the goals and problems so that the project is implemented successfully</a:t>
          </a:r>
          <a:endParaRPr lang="en-IN" sz="1800" kern="1200" dirty="0">
            <a:latin typeface="Calibri" panose="020F0502020204030204" pitchFamily="34" charset="0"/>
            <a:cs typeface="Calibri" panose="020F0502020204030204" pitchFamily="34" charset="0"/>
          </a:endParaRPr>
        </a:p>
      </dsp:txBody>
      <dsp:txXfrm>
        <a:off x="25909" y="26503"/>
        <a:ext cx="8180829" cy="478923"/>
      </dsp:txXfrm>
    </dsp:sp>
    <dsp:sp modelId="{D5F22AA5-2DA1-4A72-87AD-9A6BEF293B02}">
      <dsp:nvSpPr>
        <dsp:cNvPr id="0" name=""/>
        <dsp:cNvSpPr/>
      </dsp:nvSpPr>
      <dsp:spPr>
        <a:xfrm>
          <a:off x="0" y="541995"/>
          <a:ext cx="8232647" cy="530741"/>
        </a:xfrm>
        <a:prstGeom prst="round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latin typeface="Calibri" panose="020F0502020204030204" pitchFamily="34" charset="0"/>
              <a:cs typeface="Calibri" panose="020F0502020204030204" pitchFamily="34" charset="0"/>
            </a:rPr>
            <a:t>Project members cannot proceed ahead before completion &amp; approval of the prior stages</a:t>
          </a:r>
          <a:endParaRPr lang="en-IN" sz="1800" kern="1200" dirty="0">
            <a:latin typeface="Calibri" panose="020F0502020204030204" pitchFamily="34" charset="0"/>
            <a:cs typeface="Calibri" panose="020F0502020204030204" pitchFamily="34" charset="0"/>
          </a:endParaRPr>
        </a:p>
      </dsp:txBody>
      <dsp:txXfrm>
        <a:off x="25909" y="567904"/>
        <a:ext cx="8180829" cy="478923"/>
      </dsp:txXfrm>
    </dsp:sp>
    <dsp:sp modelId="{875EF5E1-D5DD-4C46-AD85-BCF746EFC0EA}">
      <dsp:nvSpPr>
        <dsp:cNvPr id="0" name=""/>
        <dsp:cNvSpPr/>
      </dsp:nvSpPr>
      <dsp:spPr>
        <a:xfrm>
          <a:off x="0" y="1083395"/>
          <a:ext cx="8232647" cy="530741"/>
        </a:xfrm>
        <a:prstGeom prst="round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latin typeface="Calibri" panose="020F0502020204030204" pitchFamily="34" charset="0"/>
              <a:cs typeface="Calibri" panose="020F0502020204030204" pitchFamily="34" charset="0"/>
            </a:rPr>
            <a:t>Has necessary checks at each stage so that it is tested with precision before entering the installation stage</a:t>
          </a:r>
          <a:endParaRPr lang="en-IN" sz="1800" kern="1200" dirty="0">
            <a:latin typeface="Calibri" panose="020F0502020204030204" pitchFamily="34" charset="0"/>
            <a:cs typeface="Calibri" panose="020F0502020204030204" pitchFamily="34" charset="0"/>
          </a:endParaRPr>
        </a:p>
      </dsp:txBody>
      <dsp:txXfrm>
        <a:off x="25909" y="1109304"/>
        <a:ext cx="8180829" cy="478923"/>
      </dsp:txXfrm>
    </dsp:sp>
    <dsp:sp modelId="{49C75023-34D6-43B4-A8B0-825707DDBFED}">
      <dsp:nvSpPr>
        <dsp:cNvPr id="0" name=""/>
        <dsp:cNvSpPr/>
      </dsp:nvSpPr>
      <dsp:spPr>
        <a:xfrm>
          <a:off x="0" y="1624796"/>
          <a:ext cx="8232647" cy="530741"/>
        </a:xfrm>
        <a:prstGeom prst="round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latin typeface="Calibri" panose="020F0502020204030204" pitchFamily="34" charset="0"/>
              <a:cs typeface="Calibri" panose="020F0502020204030204" pitchFamily="34" charset="0"/>
            </a:rPr>
            <a:t>Project members can continue the software development process without incurring any complications</a:t>
          </a:r>
          <a:endParaRPr lang="en-IN" sz="1800" kern="1200" dirty="0">
            <a:latin typeface="Calibri" panose="020F0502020204030204" pitchFamily="34" charset="0"/>
            <a:cs typeface="Calibri" panose="020F0502020204030204" pitchFamily="34" charset="0"/>
          </a:endParaRPr>
        </a:p>
      </dsp:txBody>
      <dsp:txXfrm>
        <a:off x="25909" y="1650705"/>
        <a:ext cx="8180829" cy="478923"/>
      </dsp:txXfrm>
    </dsp:sp>
    <dsp:sp modelId="{37E5AE2F-D499-49C9-8E72-4E391AC2E7F2}">
      <dsp:nvSpPr>
        <dsp:cNvPr id="0" name=""/>
        <dsp:cNvSpPr/>
      </dsp:nvSpPr>
      <dsp:spPr>
        <a:xfrm>
          <a:off x="0" y="2166196"/>
          <a:ext cx="8232647" cy="530741"/>
        </a:xfrm>
        <a:prstGeom prst="roundRect">
          <a:avLst/>
        </a:prstGeom>
        <a:gradFill rotWithShape="0">
          <a:gsLst>
            <a:gs pos="0">
              <a:schemeClr val="lt1">
                <a:hueOff val="0"/>
                <a:satOff val="0"/>
                <a:lumOff val="0"/>
                <a:alphaOff val="0"/>
                <a:tint val="100000"/>
                <a:shade val="100000"/>
                <a:satMod val="130000"/>
              </a:schemeClr>
            </a:gs>
            <a:gs pos="100000">
              <a:schemeClr val="lt1">
                <a:hueOff val="0"/>
                <a:satOff val="0"/>
                <a:lumOff val="0"/>
                <a:alphaOff val="0"/>
                <a:tint val="50000"/>
                <a:shade val="100000"/>
                <a:satMod val="350000"/>
              </a:schemeClr>
            </a:gs>
          </a:gsLst>
          <a:lin ang="16200000" scaled="0"/>
        </a:gradFill>
        <a:ln>
          <a:noFill/>
        </a:ln>
        <a:effectLst>
          <a:outerShdw blurRad="40000" dist="230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latin typeface="Calibri" panose="020F0502020204030204" pitchFamily="34" charset="0"/>
              <a:cs typeface="Calibri" panose="020F0502020204030204" pitchFamily="34" charset="0"/>
            </a:rPr>
            <a:t>Optimal control with minimum problems, allowing the project members to run the project smoothly</a:t>
          </a:r>
          <a:endParaRPr lang="en-IN" sz="1800" kern="1200" dirty="0">
            <a:latin typeface="Calibri" panose="020F0502020204030204" pitchFamily="34" charset="0"/>
            <a:cs typeface="Calibri" panose="020F0502020204030204" pitchFamily="34" charset="0"/>
          </a:endParaRPr>
        </a:p>
      </dsp:txBody>
      <dsp:txXfrm>
        <a:off x="25909" y="2192105"/>
        <a:ext cx="8180829" cy="4789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8A84C4-CCB6-4EFC-83CE-FBB49ED90D61}">
      <dsp:nvSpPr>
        <dsp:cNvPr id="0" name=""/>
        <dsp:cNvSpPr/>
      </dsp:nvSpPr>
      <dsp:spPr>
        <a:xfrm>
          <a:off x="1092468" y="331"/>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a:latin typeface="Calibri" panose="020F0502020204030204" pitchFamily="34" charset="0"/>
              <a:cs typeface="Calibri" panose="020F0502020204030204" pitchFamily="34" charset="0"/>
            </a:rPr>
            <a:t>Phase 1: Requirement collection and analysis</a:t>
          </a:r>
          <a:endParaRPr lang="en-IN" sz="1600" kern="1200" dirty="0">
            <a:latin typeface="Calibri" panose="020F0502020204030204" pitchFamily="34" charset="0"/>
            <a:cs typeface="Calibri" panose="020F0502020204030204" pitchFamily="34" charset="0"/>
          </a:endParaRPr>
        </a:p>
      </dsp:txBody>
      <dsp:txXfrm>
        <a:off x="1118396" y="26259"/>
        <a:ext cx="2627815" cy="479284"/>
      </dsp:txXfrm>
    </dsp:sp>
    <dsp:sp modelId="{A6B118AB-5393-4BB7-BB63-28BE99EA1A5B}">
      <dsp:nvSpPr>
        <dsp:cNvPr id="0" name=""/>
        <dsp:cNvSpPr/>
      </dsp:nvSpPr>
      <dsp:spPr>
        <a:xfrm>
          <a:off x="1092468" y="558028"/>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a:latin typeface="Calibri" panose="020F0502020204030204" pitchFamily="34" charset="0"/>
              <a:cs typeface="Calibri" panose="020F0502020204030204" pitchFamily="34" charset="0"/>
            </a:rPr>
            <a:t>Phase 2: Feasibility study</a:t>
          </a:r>
          <a:endParaRPr lang="en-IN" sz="1600" kern="1200" dirty="0">
            <a:latin typeface="Calibri" panose="020F0502020204030204" pitchFamily="34" charset="0"/>
            <a:cs typeface="Calibri" panose="020F0502020204030204" pitchFamily="34" charset="0"/>
          </a:endParaRPr>
        </a:p>
      </dsp:txBody>
      <dsp:txXfrm>
        <a:off x="1118396" y="583956"/>
        <a:ext cx="2627815" cy="479284"/>
      </dsp:txXfrm>
    </dsp:sp>
    <dsp:sp modelId="{3BCA3DF1-7E9A-4C2F-AAF3-F28EF6CC4582}">
      <dsp:nvSpPr>
        <dsp:cNvPr id="0" name=""/>
        <dsp:cNvSpPr/>
      </dsp:nvSpPr>
      <dsp:spPr>
        <a:xfrm>
          <a:off x="1092468" y="1115725"/>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a:latin typeface="Calibri" panose="020F0502020204030204" pitchFamily="34" charset="0"/>
              <a:cs typeface="Calibri" panose="020F0502020204030204" pitchFamily="34" charset="0"/>
            </a:rPr>
            <a:t>Phase 3: Design</a:t>
          </a:r>
          <a:endParaRPr lang="en-IN" sz="1600" kern="1200" dirty="0">
            <a:latin typeface="Calibri" panose="020F0502020204030204" pitchFamily="34" charset="0"/>
            <a:cs typeface="Calibri" panose="020F0502020204030204" pitchFamily="34" charset="0"/>
          </a:endParaRPr>
        </a:p>
      </dsp:txBody>
      <dsp:txXfrm>
        <a:off x="1118396" y="1141653"/>
        <a:ext cx="2627815" cy="479284"/>
      </dsp:txXfrm>
    </dsp:sp>
    <dsp:sp modelId="{AB136634-EB36-4F86-AFCF-16F98FCE14C6}">
      <dsp:nvSpPr>
        <dsp:cNvPr id="0" name=""/>
        <dsp:cNvSpPr/>
      </dsp:nvSpPr>
      <dsp:spPr>
        <a:xfrm>
          <a:off x="1092468" y="1673422"/>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a:latin typeface="Calibri" panose="020F0502020204030204" pitchFamily="34" charset="0"/>
              <a:cs typeface="Calibri" panose="020F0502020204030204" pitchFamily="34" charset="0"/>
            </a:rPr>
            <a:t>Phase 4: Coding</a:t>
          </a:r>
          <a:endParaRPr lang="en-IN" sz="1600" kern="1200">
            <a:latin typeface="Calibri" panose="020F0502020204030204" pitchFamily="34" charset="0"/>
            <a:cs typeface="Calibri" panose="020F0502020204030204" pitchFamily="34" charset="0"/>
          </a:endParaRPr>
        </a:p>
      </dsp:txBody>
      <dsp:txXfrm>
        <a:off x="1118396" y="1699350"/>
        <a:ext cx="2627815" cy="479284"/>
      </dsp:txXfrm>
    </dsp:sp>
    <dsp:sp modelId="{1D9A5B5F-8F89-45D5-B414-02B1092AA509}">
      <dsp:nvSpPr>
        <dsp:cNvPr id="0" name=""/>
        <dsp:cNvSpPr/>
      </dsp:nvSpPr>
      <dsp:spPr>
        <a:xfrm>
          <a:off x="1092468" y="2231119"/>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a:latin typeface="Calibri" panose="020F0502020204030204" pitchFamily="34" charset="0"/>
              <a:cs typeface="Calibri" panose="020F0502020204030204" pitchFamily="34" charset="0"/>
            </a:rPr>
            <a:t>Phase 5: Testing</a:t>
          </a:r>
          <a:endParaRPr lang="en-IN" sz="1600" kern="1200" dirty="0">
            <a:latin typeface="Calibri" panose="020F0502020204030204" pitchFamily="34" charset="0"/>
            <a:cs typeface="Calibri" panose="020F0502020204030204" pitchFamily="34" charset="0"/>
          </a:endParaRPr>
        </a:p>
      </dsp:txBody>
      <dsp:txXfrm>
        <a:off x="1118396" y="2257047"/>
        <a:ext cx="2627815" cy="479284"/>
      </dsp:txXfrm>
    </dsp:sp>
    <dsp:sp modelId="{994C8231-FA12-4C1E-A40E-7D69A297B895}">
      <dsp:nvSpPr>
        <dsp:cNvPr id="0" name=""/>
        <dsp:cNvSpPr/>
      </dsp:nvSpPr>
      <dsp:spPr>
        <a:xfrm>
          <a:off x="1092468" y="2788816"/>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a:latin typeface="Calibri" panose="020F0502020204030204" pitchFamily="34" charset="0"/>
              <a:cs typeface="Calibri" panose="020F0502020204030204" pitchFamily="34" charset="0"/>
            </a:rPr>
            <a:t>Phase 6: Installation/Deployment</a:t>
          </a:r>
          <a:endParaRPr lang="en-IN" sz="1600" kern="1200" dirty="0">
            <a:latin typeface="Calibri" panose="020F0502020204030204" pitchFamily="34" charset="0"/>
            <a:cs typeface="Calibri" panose="020F0502020204030204" pitchFamily="34" charset="0"/>
          </a:endParaRPr>
        </a:p>
      </dsp:txBody>
      <dsp:txXfrm>
        <a:off x="1118396" y="2814744"/>
        <a:ext cx="2627815" cy="479284"/>
      </dsp:txXfrm>
    </dsp:sp>
    <dsp:sp modelId="{CFBCFDEE-5C8E-4347-BF56-5B2F2CDCC4FD}">
      <dsp:nvSpPr>
        <dsp:cNvPr id="0" name=""/>
        <dsp:cNvSpPr/>
      </dsp:nvSpPr>
      <dsp:spPr>
        <a:xfrm>
          <a:off x="1092468" y="3346513"/>
          <a:ext cx="2679671" cy="531140"/>
        </a:xfrm>
        <a:prstGeom prst="roundRect">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30480" rIns="60960" bIns="30480" numCol="1" spcCol="1270" anchor="ctr" anchorCtr="0">
          <a:noAutofit/>
        </a:bodyPr>
        <a:lstStyle/>
        <a:p>
          <a:pPr marL="0" lvl="0" indent="0" algn="ctr" defTabSz="711200">
            <a:lnSpc>
              <a:spcPct val="90000"/>
            </a:lnSpc>
            <a:spcBef>
              <a:spcPct val="0"/>
            </a:spcBef>
            <a:spcAft>
              <a:spcPct val="35000"/>
            </a:spcAft>
            <a:buNone/>
          </a:pPr>
          <a:r>
            <a:rPr lang="en-US" sz="1600" b="0" i="0" kern="1200" dirty="0">
              <a:latin typeface="Calibri" panose="020F0502020204030204" pitchFamily="34" charset="0"/>
              <a:cs typeface="Calibri" panose="020F0502020204030204" pitchFamily="34" charset="0"/>
            </a:rPr>
            <a:t>Phase 7: Maintenance</a:t>
          </a:r>
          <a:endParaRPr lang="en-IN" sz="1600" kern="1200" dirty="0">
            <a:latin typeface="Calibri" panose="020F0502020204030204" pitchFamily="34" charset="0"/>
            <a:cs typeface="Calibri" panose="020F0502020204030204" pitchFamily="34" charset="0"/>
          </a:endParaRPr>
        </a:p>
      </dsp:txBody>
      <dsp:txXfrm>
        <a:off x="1118396" y="3372441"/>
        <a:ext cx="2627815" cy="47928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9930811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1" name="Google Shape;9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52151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2C6AF8-29EE-B898-AED3-AF70CD88001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4E2CBAD-82BD-A0FC-7CFF-1A422C3864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5B335324-82D2-FD4A-92A0-750403AE05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0684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AF8D011-1978-0123-5CB2-07F259488BA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F30FEB0-AB40-4EED-9FDB-BD2BDC5B187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0132642-52DF-B83A-52A1-4C0392323C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1119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09D8B882-0A42-A997-B7C2-B7E4A790F75B}"/>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D5EBF7-7AF6-6579-8561-57B613E948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533F13B-1510-E87D-A49C-D1857BE0DD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26200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BF395B1-0DDA-EC2D-8CD4-6D4FF14A330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24A4F30-E86A-115B-0CE7-D952412617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6889E4CB-D564-C918-3A24-F3AEE033CE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45963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BB2C93B-7FE2-A8D6-21D2-CB1FAAB4160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35863A3-7B58-0DD0-4438-352440F081B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C70A685-A7E2-6333-F188-6854C80611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11916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D894A85-83AF-7440-397E-527B54822C6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9C2093A-3BD4-9A88-C5E2-F7C31E7A083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6DECF4C-468D-CCE2-03E4-E19F9D8253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495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3AD7010-0466-94D1-9C82-49D082DCC36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0773054-E519-4226-C194-0838F781F2B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FB88B95-2559-3E17-E033-A12AF78A1D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1051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855A162E-A29E-301D-C23B-FECD964B6F22}"/>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030C794-666B-05D8-C654-87B02A56361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F53CC2F-4697-A897-2971-5C059E7FF8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97722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2089636-4F09-A729-5DDC-9A3C9FB87B4D}"/>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89DA7F7-BC71-2D58-7844-F9EF9A4D194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12E4D63-F41F-C7C6-234D-59F55E372F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07868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C0509BE-757D-6BB6-FBCD-D0CC76B4F3C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62C5FB6-8269-1AD3-E0B7-401156A58BA4}"/>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9D9BB02-7BF5-253F-806C-C85DC6E649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4901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493766B-441D-13E9-015F-C5663925E873}"/>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77A312E-C0E3-B089-C328-0382DC8EEC7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48CBF14-2083-F813-449C-8CFB6A1F2B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81509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ECFC440-5378-04B8-9274-2C07CB5DBC5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AE175F54-F2BD-A93E-6BBB-02F13F8CED2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82940131-F893-341C-64B7-D71981E978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70976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8F80959-1785-427F-6862-9CBC48096A7E}"/>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D871610E-5688-2F69-7942-27D9358DA7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57E3884-8E63-6310-DA08-AD4467EA75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86428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A3E1A94-059D-9BFF-3A9F-4F4DCC86D85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52423C3-152A-6E07-81E8-34AA07A8967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926F39E-E4BD-D691-446A-B4D17D1B2D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1902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EFAEA20-CCFF-4A89-DAEB-288B61ECEA5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71B5AED-F280-412A-D9CC-C81A95F0F4F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6691F33-AE41-027A-75BC-5437A3235A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074863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5921F851-16D5-B0AE-8E38-945FA65AAA7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CE36724-05C1-CC24-6991-A07C768F907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2D4C41B-C47F-8502-81AA-AC5281E2AC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433727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931E84C-C3A9-1299-67C0-3B6BEEF79C7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D2FE26F-A6E3-25D8-C1CE-F6F1F3E391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2B31C481-375A-255A-CB4C-98BF89683B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67722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A1A7E3F-89BB-E381-0659-71B79BF4346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09637C3-0B13-4D25-EB64-0E2FC4D25EB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65E3B20-25DA-3C4B-D49A-BE74E7392B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5631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2E31DE2-56D8-B386-E706-AC72CC0E25B6}"/>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E8F60B83-7385-0B47-DC2D-E038B74680D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B23DDD6-6C89-75B4-ECBD-941FED9E8F5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08886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7DA63E40-AA4D-A0B2-9631-5F4C56D2019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B78F3038-1A3E-D2C9-4EB5-D4013413CF2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1F3C9878-86B0-9D8A-3472-B433D1FC287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878448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BFED0F9F-052E-1D82-7DF9-8AFB573E794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47AF14A3-F8F2-DFCF-E3B0-D9D526A48B6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DEA58E74-07F7-A08D-413C-E5CF5700B8C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142239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EC1BE77E-51D7-BDB3-E856-F8DFF70B3280}"/>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1EECDA44-D559-D5B0-3AB9-38AEAA871B7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79878C55-7D23-A235-0D92-8C9C232458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6378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DC4BEC09-0EB8-E7BC-5B0B-4F378FA62A49}"/>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C01B427F-092F-F557-AF18-365C0E8A74E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313787A7-B566-40F7-87B0-FD4014587D1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7910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626FFC4-216D-DBF9-7348-3EFC8E28DE27}"/>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5472D841-9BD8-B612-F757-5D4C4EC7A3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417C9D38-0464-F1A6-88BC-98B6A2168C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003890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1D56C051-3C9B-5550-A302-1F3328E547BC}"/>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178F02D-23E8-9B6C-8CFF-DD26BBE63AF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0C9B549E-B7DF-528A-25FB-F3ECBDBA2D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40679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4E8ADC68-4769-829F-6A35-A35D9A46DDC8}"/>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F67B2B9E-9D50-2C83-E7F1-5454981E6B3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DC983E0-C0B7-2694-D301-FFB9E22AA68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02970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399315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618896A3-CA15-4C87-8FB7-24487FE577F1}"/>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29BF4E4D-8363-3E77-BFA5-048BFD297EF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F1179ABD-E767-1A65-FB79-9B790ADA68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170333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933566B8-DF3A-05B0-31BF-3E9330E905FA}"/>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6E1D4698-774E-05EC-35A8-C442A34DE00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9F45E652-90CA-7AD8-28F6-16ACCE6A23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443842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CE744BD3-2273-63E8-B289-EF3B2B107EB5}"/>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7F32C7BD-C65E-21E0-A5D7-96E9D601935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A256D67B-D43A-765B-55B7-6128E93806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18237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CC7291-0158-2CF9-E3E7-C104BA876324}"/>
            </a:ext>
          </a:extLst>
        </p:cNvPr>
        <p:cNvGrpSpPr/>
        <p:nvPr/>
      </p:nvGrpSpPr>
      <p:grpSpPr>
        <a:xfrm>
          <a:off x="0" y="0"/>
          <a:ext cx="0" cy="0"/>
          <a:chOff x="0" y="0"/>
          <a:chExt cx="0" cy="0"/>
        </a:xfrm>
      </p:grpSpPr>
      <p:sp>
        <p:nvSpPr>
          <p:cNvPr id="105" name="Google Shape;105;p2:notes">
            <a:extLst>
              <a:ext uri="{FF2B5EF4-FFF2-40B4-BE49-F238E27FC236}">
                <a16:creationId xmlns:a16="http://schemas.microsoft.com/office/drawing/2014/main" id="{8B9D57E8-6C07-996D-1CC3-BF44C62ABF12}"/>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2:notes">
            <a:extLst>
              <a:ext uri="{FF2B5EF4-FFF2-40B4-BE49-F238E27FC236}">
                <a16:creationId xmlns:a16="http://schemas.microsoft.com/office/drawing/2014/main" id="{B91E2C0C-79EA-9DB7-B0A8-4CEF2F72D7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5618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userDrawn="1">
  <p:cSld name="OBJECT">
    <p:spTree>
      <p:nvGrpSpPr>
        <p:cNvPr id="1" name="Shape 9"/>
        <p:cNvGrpSpPr/>
        <p:nvPr/>
      </p:nvGrpSpPr>
      <p:grpSpPr>
        <a:xfrm>
          <a:off x="0" y="0"/>
          <a:ext cx="0" cy="0"/>
          <a:chOff x="0" y="0"/>
          <a:chExt cx="0" cy="0"/>
        </a:xfrm>
      </p:grpSpPr>
      <p:sp>
        <p:nvSpPr>
          <p:cNvPr id="11" name="Google Shape;11;p29"/>
          <p:cNvSpPr txBox="1">
            <a:spLocks noGrp="1"/>
          </p:cNvSpPr>
          <p:nvPr>
            <p:ph type="body" idx="1"/>
          </p:nvPr>
        </p:nvSpPr>
        <p:spPr>
          <a:xfrm>
            <a:off x="914400" y="1314450"/>
            <a:ext cx="8001000" cy="3372000"/>
          </a:xfrm>
          <a:prstGeom prst="rect">
            <a:avLst/>
          </a:prstGeom>
          <a:noFill/>
          <a:ln>
            <a:noFill/>
          </a:ln>
        </p:spPr>
        <p:txBody>
          <a:bodyPr spcFirstLastPara="1" wrap="square" lIns="91425" tIns="45700" rIns="91425" bIns="45700" anchor="t" anchorCtr="0">
            <a:normAutofit/>
          </a:bodyPr>
          <a:lstStyle>
            <a:lvl1pPr marL="457200" marR="0" lvl="0" indent="-381000" algn="l">
              <a:lnSpc>
                <a:spcPct val="115000"/>
              </a:lnSpc>
              <a:spcBef>
                <a:spcPts val="480"/>
              </a:spcBef>
              <a:spcAft>
                <a:spcPts val="0"/>
              </a:spcAft>
              <a:buClr>
                <a:schemeClr val="dk1"/>
              </a:buClr>
              <a:buSzPts val="2400"/>
              <a:buFont typeface="Arial"/>
              <a:buChar char="•"/>
              <a:defRPr sz="2400" b="0" i="0" u="none" strike="noStrike" cap="none">
                <a:solidFill>
                  <a:schemeClr val="dk1"/>
                </a:solidFill>
                <a:latin typeface="Cambria"/>
                <a:ea typeface="Cambria"/>
                <a:cs typeface="Cambria"/>
                <a:sym typeface="Cambria"/>
              </a:defRPr>
            </a:lvl1pPr>
            <a:lvl2pPr marL="914400" marR="0" lvl="1"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2pPr>
            <a:lvl3pPr marL="1371600" marR="0" lvl="2"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115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55600" algn="l">
              <a:lnSpc>
                <a:spcPct val="115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15000"/>
              </a:lnSpc>
              <a:spcBef>
                <a:spcPts val="12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15000"/>
              </a:lnSpc>
              <a:spcBef>
                <a:spcPts val="1200"/>
              </a:spcBef>
              <a:spcAft>
                <a:spcPts val="120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dirty="0"/>
          </a:p>
        </p:txBody>
      </p:sp>
      <p:pic>
        <p:nvPicPr>
          <p:cNvPr id="3" name="Picture 2" descr="A red rectangular sign with a logo and a globe&#10;&#10;AI-generated content may be incorrect.">
            <a:extLst>
              <a:ext uri="{FF2B5EF4-FFF2-40B4-BE49-F238E27FC236}">
                <a16:creationId xmlns:a16="http://schemas.microsoft.com/office/drawing/2014/main" id="{E3B45E01-6076-AFEE-F2AB-CE7DAC5DAF07}"/>
              </a:ext>
            </a:extLst>
          </p:cNvPr>
          <p:cNvPicPr>
            <a:picLocks noChangeAspect="1"/>
          </p:cNvPicPr>
          <p:nvPr userDrawn="1"/>
        </p:nvPicPr>
        <p:blipFill>
          <a:blip r:embed="rId2"/>
          <a:stretch>
            <a:fillRect/>
          </a:stretch>
        </p:blipFill>
        <p:spPr>
          <a:xfrm>
            <a:off x="30906" y="22034"/>
            <a:ext cx="652311" cy="10489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F213-031A-95AD-897E-DD31668ADECA}"/>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1CEDF7FE-8238-E952-EC20-938FFD7042D7}"/>
              </a:ext>
            </a:extLst>
          </p:cNvPr>
          <p:cNvSpPr>
            <a:spLocks noGrp="1"/>
          </p:cNvSpPr>
          <p:nvPr>
            <p:ph type="sldNum" idx="10"/>
          </p:nvPr>
        </p:nvSpPr>
        <p:spPr>
          <a:xfrm>
            <a:off x="8536302" y="4749851"/>
            <a:ext cx="548700" cy="393600"/>
          </a:xfrm>
          <a:prstGeom prst="rect">
            <a:avLst/>
          </a:prstGeo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51272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24"/>
        <p:cNvGrpSpPr/>
        <p:nvPr/>
      </p:nvGrpSpPr>
      <p:grpSpPr>
        <a:xfrm>
          <a:off x="0" y="0"/>
          <a:ext cx="0" cy="0"/>
          <a:chOff x="0" y="0"/>
          <a:chExt cx="0" cy="0"/>
        </a:xfrm>
      </p:grpSpPr>
      <p:grpSp>
        <p:nvGrpSpPr>
          <p:cNvPr id="25" name="Google Shape;25;p32"/>
          <p:cNvGrpSpPr/>
          <p:nvPr/>
        </p:nvGrpSpPr>
        <p:grpSpPr>
          <a:xfrm>
            <a:off x="830392" y="1191256"/>
            <a:ext cx="745763" cy="45826"/>
            <a:chOff x="4580561" y="2589004"/>
            <a:chExt cx="1064464" cy="25200"/>
          </a:xfrm>
        </p:grpSpPr>
        <p:sp>
          <p:nvSpPr>
            <p:cNvPr id="26" name="Google Shape;26;p32"/>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32"/>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28" name="Google Shape;28;p32"/>
          <p:cNvSpPr txBox="1">
            <a:spLocks noGrp="1"/>
          </p:cNvSpPr>
          <p:nvPr>
            <p:ph type="title"/>
          </p:nvPr>
        </p:nvSpPr>
        <p:spPr>
          <a:xfrm>
            <a:off x="729450" y="1322450"/>
            <a:ext cx="7688400" cy="15186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29" name="Google Shape;29;p32"/>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33"/>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32" name="Google Shape;32;p33"/>
          <p:cNvGrpSpPr/>
          <p:nvPr/>
        </p:nvGrpSpPr>
        <p:grpSpPr>
          <a:xfrm>
            <a:off x="830392" y="1191256"/>
            <a:ext cx="745763" cy="45826"/>
            <a:chOff x="4580561" y="2589004"/>
            <a:chExt cx="1064464" cy="25200"/>
          </a:xfrm>
        </p:grpSpPr>
        <p:sp>
          <p:nvSpPr>
            <p:cNvPr id="33" name="Google Shape;33;p33"/>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33"/>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5" name="Google Shape;35;p33"/>
          <p:cNvSpPr txBox="1">
            <a:spLocks noGrp="1"/>
          </p:cNvSpPr>
          <p:nvPr>
            <p:ph type="title"/>
          </p:nvPr>
        </p:nvSpPr>
        <p:spPr>
          <a:xfrm>
            <a:off x="729450" y="1318650"/>
            <a:ext cx="76887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36" name="Google Shape;36;p33"/>
          <p:cNvSpPr txBox="1">
            <a:spLocks noGrp="1"/>
          </p:cNvSpPr>
          <p:nvPr>
            <p:ph type="body" idx="1"/>
          </p:nvPr>
        </p:nvSpPr>
        <p:spPr>
          <a:xfrm>
            <a:off x="729450" y="2078875"/>
            <a:ext cx="76887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37" name="Google Shape;37;p33"/>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8"/>
        <p:cNvGrpSpPr/>
        <p:nvPr/>
      </p:nvGrpSpPr>
      <p:grpSpPr>
        <a:xfrm>
          <a:off x="0" y="0"/>
          <a:ext cx="0" cy="0"/>
          <a:chOff x="0" y="0"/>
          <a:chExt cx="0" cy="0"/>
        </a:xfrm>
      </p:grpSpPr>
      <p:sp>
        <p:nvSpPr>
          <p:cNvPr id="39" name="Google Shape;39;p3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0" name="Google Shape;40;p34"/>
          <p:cNvGrpSpPr/>
          <p:nvPr/>
        </p:nvGrpSpPr>
        <p:grpSpPr>
          <a:xfrm>
            <a:off x="830392" y="1191256"/>
            <a:ext cx="745763" cy="45826"/>
            <a:chOff x="4580561" y="2589004"/>
            <a:chExt cx="1064464" cy="25200"/>
          </a:xfrm>
        </p:grpSpPr>
        <p:sp>
          <p:nvSpPr>
            <p:cNvPr id="41" name="Google Shape;41;p3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 name="Google Shape;42;p3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43" name="Google Shape;43;p34"/>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44" name="Google Shape;44;p34"/>
          <p:cNvSpPr txBox="1">
            <a:spLocks noGrp="1"/>
          </p:cNvSpPr>
          <p:nvPr>
            <p:ph type="body" idx="1"/>
          </p:nvPr>
        </p:nvSpPr>
        <p:spPr>
          <a:xfrm>
            <a:off x="729325"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5" name="Google Shape;45;p34"/>
          <p:cNvSpPr txBox="1">
            <a:spLocks noGrp="1"/>
          </p:cNvSpPr>
          <p:nvPr>
            <p:ph type="body" idx="2"/>
          </p:nvPr>
        </p:nvSpPr>
        <p:spPr>
          <a:xfrm>
            <a:off x="4643604" y="2078875"/>
            <a:ext cx="3774300" cy="22611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46" name="Google Shape;46;p34"/>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9" name="Google Shape;49;p35"/>
          <p:cNvGrpSpPr/>
          <p:nvPr/>
        </p:nvGrpSpPr>
        <p:grpSpPr>
          <a:xfrm>
            <a:off x="830392" y="1191256"/>
            <a:ext cx="745763" cy="45826"/>
            <a:chOff x="4580561" y="2589004"/>
            <a:chExt cx="1064464" cy="25200"/>
          </a:xfrm>
        </p:grpSpPr>
        <p:sp>
          <p:nvSpPr>
            <p:cNvPr id="50" name="Google Shape;50;p3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3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2" name="Google Shape;52;p35"/>
          <p:cNvSpPr txBox="1">
            <a:spLocks noGrp="1"/>
          </p:cNvSpPr>
          <p:nvPr>
            <p:ph type="title"/>
          </p:nvPr>
        </p:nvSpPr>
        <p:spPr>
          <a:xfrm>
            <a:off x="729450" y="1318650"/>
            <a:ext cx="7688400" cy="535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53" name="Google Shape;53;p35"/>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54"/>
        <p:cNvGrpSpPr/>
        <p:nvPr/>
      </p:nvGrpSpPr>
      <p:grpSpPr>
        <a:xfrm>
          <a:off x="0" y="0"/>
          <a:ext cx="0" cy="0"/>
          <a:chOff x="0" y="0"/>
          <a:chExt cx="0" cy="0"/>
        </a:xfrm>
      </p:grpSpPr>
      <p:sp>
        <p:nvSpPr>
          <p:cNvPr id="55" name="Google Shape;55;p3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6" name="Google Shape;56;p36"/>
          <p:cNvGrpSpPr/>
          <p:nvPr/>
        </p:nvGrpSpPr>
        <p:grpSpPr>
          <a:xfrm>
            <a:off x="830392" y="1191256"/>
            <a:ext cx="745763" cy="45826"/>
            <a:chOff x="4580561" y="2589004"/>
            <a:chExt cx="1064464" cy="25200"/>
          </a:xfrm>
        </p:grpSpPr>
        <p:sp>
          <p:nvSpPr>
            <p:cNvPr id="57" name="Google Shape;57;p3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3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59" name="Google Shape;59;p36"/>
          <p:cNvSpPr txBox="1">
            <a:spLocks noGrp="1"/>
          </p:cNvSpPr>
          <p:nvPr>
            <p:ph type="title"/>
          </p:nvPr>
        </p:nvSpPr>
        <p:spPr>
          <a:xfrm>
            <a:off x="730000" y="1318650"/>
            <a:ext cx="3300900" cy="13815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60" name="Google Shape;60;p36"/>
          <p:cNvSpPr txBox="1">
            <a:spLocks noGrp="1"/>
          </p:cNvSpPr>
          <p:nvPr>
            <p:ph type="body" idx="1"/>
          </p:nvPr>
        </p:nvSpPr>
        <p:spPr>
          <a:xfrm>
            <a:off x="721225" y="2781725"/>
            <a:ext cx="3300900" cy="1597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61" name="Google Shape;61;p36"/>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62"/>
        <p:cNvGrpSpPr/>
        <p:nvPr/>
      </p:nvGrpSpPr>
      <p:grpSpPr>
        <a:xfrm>
          <a:off x="0" y="0"/>
          <a:ext cx="0" cy="0"/>
          <a:chOff x="0" y="0"/>
          <a:chExt cx="0" cy="0"/>
        </a:xfrm>
      </p:grpSpPr>
      <p:grpSp>
        <p:nvGrpSpPr>
          <p:cNvPr id="63" name="Google Shape;63;p37"/>
          <p:cNvGrpSpPr/>
          <p:nvPr/>
        </p:nvGrpSpPr>
        <p:grpSpPr>
          <a:xfrm>
            <a:off x="830392" y="4169130"/>
            <a:ext cx="745763" cy="45826"/>
            <a:chOff x="4580561" y="2589004"/>
            <a:chExt cx="1064464" cy="25200"/>
          </a:xfrm>
        </p:grpSpPr>
        <p:sp>
          <p:nvSpPr>
            <p:cNvPr id="64" name="Google Shape;64;p37"/>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5" name="Google Shape;65;p37"/>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66" name="Google Shape;66;p37"/>
          <p:cNvSpPr txBox="1">
            <a:spLocks noGrp="1"/>
          </p:cNvSpPr>
          <p:nvPr>
            <p:ph type="title"/>
          </p:nvPr>
        </p:nvSpPr>
        <p:spPr>
          <a:xfrm>
            <a:off x="729450" y="864300"/>
            <a:ext cx="7021200" cy="29850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l">
              <a:lnSpc>
                <a:spcPct val="100000"/>
              </a:lnSpc>
              <a:spcBef>
                <a:spcPts val="0"/>
              </a:spcBef>
              <a:spcAft>
                <a:spcPts val="0"/>
              </a:spcAft>
              <a:buClr>
                <a:schemeClr val="lt1"/>
              </a:buClr>
              <a:buSzPts val="3600"/>
              <a:buNone/>
              <a:defRPr sz="3600">
                <a:solidFill>
                  <a:schemeClr val="lt1"/>
                </a:solidFill>
              </a:defRPr>
            </a:lvl2pPr>
            <a:lvl3pPr lvl="2" algn="l">
              <a:lnSpc>
                <a:spcPct val="100000"/>
              </a:lnSpc>
              <a:spcBef>
                <a:spcPts val="0"/>
              </a:spcBef>
              <a:spcAft>
                <a:spcPts val="0"/>
              </a:spcAft>
              <a:buClr>
                <a:schemeClr val="lt1"/>
              </a:buClr>
              <a:buSzPts val="3600"/>
              <a:buNone/>
              <a:defRPr sz="3600">
                <a:solidFill>
                  <a:schemeClr val="lt1"/>
                </a:solidFill>
              </a:defRPr>
            </a:lvl3pPr>
            <a:lvl4pPr lvl="3" algn="l">
              <a:lnSpc>
                <a:spcPct val="100000"/>
              </a:lnSpc>
              <a:spcBef>
                <a:spcPts val="0"/>
              </a:spcBef>
              <a:spcAft>
                <a:spcPts val="0"/>
              </a:spcAft>
              <a:buClr>
                <a:schemeClr val="lt1"/>
              </a:buClr>
              <a:buSzPts val="3600"/>
              <a:buNone/>
              <a:defRPr sz="3600">
                <a:solidFill>
                  <a:schemeClr val="lt1"/>
                </a:solidFill>
              </a:defRPr>
            </a:lvl4pPr>
            <a:lvl5pPr lvl="4" algn="l">
              <a:lnSpc>
                <a:spcPct val="100000"/>
              </a:lnSpc>
              <a:spcBef>
                <a:spcPts val="0"/>
              </a:spcBef>
              <a:spcAft>
                <a:spcPts val="0"/>
              </a:spcAft>
              <a:buClr>
                <a:schemeClr val="lt1"/>
              </a:buClr>
              <a:buSzPts val="3600"/>
              <a:buNone/>
              <a:defRPr sz="3600">
                <a:solidFill>
                  <a:schemeClr val="lt1"/>
                </a:solidFill>
              </a:defRPr>
            </a:lvl5pPr>
            <a:lvl6pPr lvl="5" algn="l">
              <a:lnSpc>
                <a:spcPct val="100000"/>
              </a:lnSpc>
              <a:spcBef>
                <a:spcPts val="0"/>
              </a:spcBef>
              <a:spcAft>
                <a:spcPts val="0"/>
              </a:spcAft>
              <a:buClr>
                <a:schemeClr val="lt1"/>
              </a:buClr>
              <a:buSzPts val="3600"/>
              <a:buNone/>
              <a:defRPr sz="3600">
                <a:solidFill>
                  <a:schemeClr val="lt1"/>
                </a:solidFill>
              </a:defRPr>
            </a:lvl6pPr>
            <a:lvl7pPr lvl="6" algn="l">
              <a:lnSpc>
                <a:spcPct val="100000"/>
              </a:lnSpc>
              <a:spcBef>
                <a:spcPts val="0"/>
              </a:spcBef>
              <a:spcAft>
                <a:spcPts val="0"/>
              </a:spcAft>
              <a:buClr>
                <a:schemeClr val="lt1"/>
              </a:buClr>
              <a:buSzPts val="3600"/>
              <a:buNone/>
              <a:defRPr sz="3600">
                <a:solidFill>
                  <a:schemeClr val="lt1"/>
                </a:solidFill>
              </a:defRPr>
            </a:lvl7pPr>
            <a:lvl8pPr lvl="7" algn="l">
              <a:lnSpc>
                <a:spcPct val="100000"/>
              </a:lnSpc>
              <a:spcBef>
                <a:spcPts val="0"/>
              </a:spcBef>
              <a:spcAft>
                <a:spcPts val="0"/>
              </a:spcAft>
              <a:buClr>
                <a:schemeClr val="lt1"/>
              </a:buClr>
              <a:buSzPts val="3600"/>
              <a:buNone/>
              <a:defRPr sz="3600">
                <a:solidFill>
                  <a:schemeClr val="lt1"/>
                </a:solidFill>
              </a:defRPr>
            </a:lvl8pPr>
            <a:lvl9pPr lvl="8" algn="l">
              <a:lnSpc>
                <a:spcPct val="100000"/>
              </a:lnSpc>
              <a:spcBef>
                <a:spcPts val="0"/>
              </a:spcBef>
              <a:spcAft>
                <a:spcPts val="0"/>
              </a:spcAft>
              <a:buClr>
                <a:schemeClr val="lt1"/>
              </a:buClr>
              <a:buSzPts val="3600"/>
              <a:buNone/>
              <a:defRPr sz="3600">
                <a:solidFill>
                  <a:schemeClr val="lt1"/>
                </a:solidFill>
              </a:defRPr>
            </a:lvl9pPr>
          </a:lstStyle>
          <a:p>
            <a:endParaRPr/>
          </a:p>
        </p:txBody>
      </p:sp>
      <p:sp>
        <p:nvSpPr>
          <p:cNvPr id="67" name="Google Shape;67;p37"/>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8"/>
        <p:cNvGrpSpPr/>
        <p:nvPr/>
      </p:nvGrpSpPr>
      <p:grpSpPr>
        <a:xfrm>
          <a:off x="0" y="0"/>
          <a:ext cx="0" cy="0"/>
          <a:chOff x="0" y="0"/>
          <a:chExt cx="0" cy="0"/>
        </a:xfrm>
      </p:grpSpPr>
      <p:sp>
        <p:nvSpPr>
          <p:cNvPr id="69" name="Google Shape;69;p38"/>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70" name="Google Shape;70;p38"/>
          <p:cNvGrpSpPr/>
          <p:nvPr/>
        </p:nvGrpSpPr>
        <p:grpSpPr>
          <a:xfrm>
            <a:off x="830392" y="1191256"/>
            <a:ext cx="745763" cy="45826"/>
            <a:chOff x="4580561" y="2589004"/>
            <a:chExt cx="1064464" cy="25200"/>
          </a:xfrm>
        </p:grpSpPr>
        <p:sp>
          <p:nvSpPr>
            <p:cNvPr id="71" name="Google Shape;71;p38"/>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 name="Google Shape;72;p38"/>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 name="Google Shape;73;p38"/>
          <p:cNvSpPr txBox="1">
            <a:spLocks noGrp="1"/>
          </p:cNvSpPr>
          <p:nvPr>
            <p:ph type="title"/>
          </p:nvPr>
        </p:nvSpPr>
        <p:spPr>
          <a:xfrm>
            <a:off x="730000" y="1318650"/>
            <a:ext cx="3300900" cy="16872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600"/>
              <a:buNone/>
              <a:defRPr sz="2600"/>
            </a:lvl1pPr>
            <a:lvl2pPr lvl="1" algn="l">
              <a:lnSpc>
                <a:spcPct val="100000"/>
              </a:lnSpc>
              <a:spcBef>
                <a:spcPts val="0"/>
              </a:spcBef>
              <a:spcAft>
                <a:spcPts val="0"/>
              </a:spcAft>
              <a:buSzPts val="2600"/>
              <a:buNone/>
              <a:defRPr sz="2600"/>
            </a:lvl2pPr>
            <a:lvl3pPr lvl="2" algn="l">
              <a:lnSpc>
                <a:spcPct val="100000"/>
              </a:lnSpc>
              <a:spcBef>
                <a:spcPts val="0"/>
              </a:spcBef>
              <a:spcAft>
                <a:spcPts val="0"/>
              </a:spcAft>
              <a:buSzPts val="2600"/>
              <a:buNone/>
              <a:defRPr sz="2600"/>
            </a:lvl3pPr>
            <a:lvl4pPr lvl="3" algn="l">
              <a:lnSpc>
                <a:spcPct val="100000"/>
              </a:lnSpc>
              <a:spcBef>
                <a:spcPts val="0"/>
              </a:spcBef>
              <a:spcAft>
                <a:spcPts val="0"/>
              </a:spcAft>
              <a:buSzPts val="2600"/>
              <a:buNone/>
              <a:defRPr sz="2600"/>
            </a:lvl4pPr>
            <a:lvl5pPr lvl="4" algn="l">
              <a:lnSpc>
                <a:spcPct val="100000"/>
              </a:lnSpc>
              <a:spcBef>
                <a:spcPts val="0"/>
              </a:spcBef>
              <a:spcAft>
                <a:spcPts val="0"/>
              </a:spcAft>
              <a:buSzPts val="2600"/>
              <a:buNone/>
              <a:defRPr sz="2600"/>
            </a:lvl5pPr>
            <a:lvl6pPr lvl="5" algn="l">
              <a:lnSpc>
                <a:spcPct val="100000"/>
              </a:lnSpc>
              <a:spcBef>
                <a:spcPts val="0"/>
              </a:spcBef>
              <a:spcAft>
                <a:spcPts val="0"/>
              </a:spcAft>
              <a:buSzPts val="2600"/>
              <a:buNone/>
              <a:defRPr sz="2600"/>
            </a:lvl6pPr>
            <a:lvl7pPr lvl="6" algn="l">
              <a:lnSpc>
                <a:spcPct val="100000"/>
              </a:lnSpc>
              <a:spcBef>
                <a:spcPts val="0"/>
              </a:spcBef>
              <a:spcAft>
                <a:spcPts val="0"/>
              </a:spcAft>
              <a:buSzPts val="2600"/>
              <a:buNone/>
              <a:defRPr sz="2600"/>
            </a:lvl7pPr>
            <a:lvl8pPr lvl="7" algn="l">
              <a:lnSpc>
                <a:spcPct val="100000"/>
              </a:lnSpc>
              <a:spcBef>
                <a:spcPts val="0"/>
              </a:spcBef>
              <a:spcAft>
                <a:spcPts val="0"/>
              </a:spcAft>
              <a:buSzPts val="2600"/>
              <a:buNone/>
              <a:defRPr sz="2600"/>
            </a:lvl8pPr>
            <a:lvl9pPr lvl="8" algn="l">
              <a:lnSpc>
                <a:spcPct val="100000"/>
              </a:lnSpc>
              <a:spcBef>
                <a:spcPts val="0"/>
              </a:spcBef>
              <a:spcAft>
                <a:spcPts val="0"/>
              </a:spcAft>
              <a:buSzPts val="2600"/>
              <a:buNone/>
              <a:defRPr sz="2600"/>
            </a:lvl9pPr>
          </a:lstStyle>
          <a:p>
            <a:endParaRPr/>
          </a:p>
        </p:txBody>
      </p:sp>
      <p:sp>
        <p:nvSpPr>
          <p:cNvPr id="74" name="Google Shape;74;p38"/>
          <p:cNvSpPr txBox="1">
            <a:spLocks noGrp="1"/>
          </p:cNvSpPr>
          <p:nvPr>
            <p:ph type="subTitle" idx="1"/>
          </p:nvPr>
        </p:nvSpPr>
        <p:spPr>
          <a:xfrm>
            <a:off x="724950" y="3161525"/>
            <a:ext cx="3300900" cy="7590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1600"/>
              <a:buNone/>
              <a:defRPr sz="1600"/>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a:endParaRPr/>
          </a:p>
        </p:txBody>
      </p:sp>
      <p:sp>
        <p:nvSpPr>
          <p:cNvPr id="75" name="Google Shape;75;p38"/>
          <p:cNvSpPr txBox="1">
            <a:spLocks noGrp="1"/>
          </p:cNvSpPr>
          <p:nvPr>
            <p:ph type="body" idx="2"/>
          </p:nvPr>
        </p:nvSpPr>
        <p:spPr>
          <a:xfrm>
            <a:off x="5174225" y="1352625"/>
            <a:ext cx="3374400" cy="30255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SzPts val="1300"/>
              <a:buChar char="●"/>
              <a:defRPr/>
            </a:lvl1pPr>
            <a:lvl2pPr marL="914400" lvl="1" indent="-298450" algn="l">
              <a:lnSpc>
                <a:spcPct val="115000"/>
              </a:lnSpc>
              <a:spcBef>
                <a:spcPts val="0"/>
              </a:spcBef>
              <a:spcAft>
                <a:spcPts val="0"/>
              </a:spcAft>
              <a:buSzPts val="1100"/>
              <a:buChar char="○"/>
              <a:defRPr/>
            </a:lvl2pPr>
            <a:lvl3pPr marL="1371600" lvl="2" indent="-298450" algn="l">
              <a:lnSpc>
                <a:spcPct val="115000"/>
              </a:lnSpc>
              <a:spcBef>
                <a:spcPts val="0"/>
              </a:spcBef>
              <a:spcAft>
                <a:spcPts val="0"/>
              </a:spcAft>
              <a:buSzPts val="1100"/>
              <a:buChar char="■"/>
              <a:defRPr/>
            </a:lvl3pPr>
            <a:lvl4pPr marL="1828800" lvl="3" indent="-298450" algn="l">
              <a:lnSpc>
                <a:spcPct val="115000"/>
              </a:lnSpc>
              <a:spcBef>
                <a:spcPts val="0"/>
              </a:spcBef>
              <a:spcAft>
                <a:spcPts val="0"/>
              </a:spcAft>
              <a:buSzPts val="1100"/>
              <a:buChar char="●"/>
              <a:defRPr/>
            </a:lvl4pPr>
            <a:lvl5pPr marL="2286000" lvl="4" indent="-298450" algn="l">
              <a:lnSpc>
                <a:spcPct val="115000"/>
              </a:lnSpc>
              <a:spcBef>
                <a:spcPts val="0"/>
              </a:spcBef>
              <a:spcAft>
                <a:spcPts val="0"/>
              </a:spcAft>
              <a:buSzPts val="1100"/>
              <a:buChar char="○"/>
              <a:defRPr/>
            </a:lvl5pPr>
            <a:lvl6pPr marL="2743200" lvl="5" indent="-298450" algn="l">
              <a:lnSpc>
                <a:spcPct val="115000"/>
              </a:lnSpc>
              <a:spcBef>
                <a:spcPts val="0"/>
              </a:spcBef>
              <a:spcAft>
                <a:spcPts val="0"/>
              </a:spcAft>
              <a:buSzPts val="1100"/>
              <a:buChar char="■"/>
              <a:defRPr/>
            </a:lvl6pPr>
            <a:lvl7pPr marL="3200400" lvl="6" indent="-298450" algn="l">
              <a:lnSpc>
                <a:spcPct val="115000"/>
              </a:lnSpc>
              <a:spcBef>
                <a:spcPts val="0"/>
              </a:spcBef>
              <a:spcAft>
                <a:spcPts val="0"/>
              </a:spcAft>
              <a:buSzPts val="1100"/>
              <a:buChar char="●"/>
              <a:defRPr/>
            </a:lvl7pPr>
            <a:lvl8pPr marL="3657600" lvl="7" indent="-298450" algn="l">
              <a:lnSpc>
                <a:spcPct val="115000"/>
              </a:lnSpc>
              <a:spcBef>
                <a:spcPts val="0"/>
              </a:spcBef>
              <a:spcAft>
                <a:spcPts val="0"/>
              </a:spcAft>
              <a:buSzPts val="1100"/>
              <a:buChar char="○"/>
              <a:defRPr/>
            </a:lvl8pPr>
            <a:lvl9pPr marL="4114800" lvl="8" indent="-298450" algn="l">
              <a:lnSpc>
                <a:spcPct val="115000"/>
              </a:lnSpc>
              <a:spcBef>
                <a:spcPts val="0"/>
              </a:spcBef>
              <a:spcAft>
                <a:spcPts val="0"/>
              </a:spcAft>
              <a:buSzPts val="1100"/>
              <a:buChar char="■"/>
              <a:defRPr/>
            </a:lvl9pPr>
          </a:lstStyle>
          <a:p>
            <a:endParaRPr/>
          </a:p>
        </p:txBody>
      </p:sp>
      <p:sp>
        <p:nvSpPr>
          <p:cNvPr id="76" name="Google Shape;76;p38"/>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7"/>
        <p:cNvGrpSpPr/>
        <p:nvPr/>
      </p:nvGrpSpPr>
      <p:grpSpPr>
        <a:xfrm>
          <a:off x="0" y="0"/>
          <a:ext cx="0" cy="0"/>
          <a:chOff x="0" y="0"/>
          <a:chExt cx="0" cy="0"/>
        </a:xfrm>
      </p:grpSpPr>
      <p:sp>
        <p:nvSpPr>
          <p:cNvPr id="78" name="Google Shape;78;p39"/>
          <p:cNvSpPr txBox="1">
            <a:spLocks noGrp="1"/>
          </p:cNvSpPr>
          <p:nvPr>
            <p:ph type="body" idx="1"/>
          </p:nvPr>
        </p:nvSpPr>
        <p:spPr>
          <a:xfrm>
            <a:off x="724950" y="4372551"/>
            <a:ext cx="7697400" cy="4605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300"/>
              <a:buNone/>
              <a:defRPr/>
            </a:lvl1pPr>
          </a:lstStyle>
          <a:p>
            <a:endParaRPr/>
          </a:p>
        </p:txBody>
      </p:sp>
      <p:sp>
        <p:nvSpPr>
          <p:cNvPr id="79" name="Google Shape;79;p39"/>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80"/>
        <p:cNvGrpSpPr/>
        <p:nvPr/>
      </p:nvGrpSpPr>
      <p:grpSpPr>
        <a:xfrm>
          <a:off x="0" y="0"/>
          <a:ext cx="0" cy="0"/>
          <a:chOff x="0" y="0"/>
          <a:chExt cx="0" cy="0"/>
        </a:xfrm>
      </p:grpSpPr>
      <p:grpSp>
        <p:nvGrpSpPr>
          <p:cNvPr id="81" name="Google Shape;81;p40"/>
          <p:cNvGrpSpPr/>
          <p:nvPr/>
        </p:nvGrpSpPr>
        <p:grpSpPr>
          <a:xfrm>
            <a:off x="830392" y="4169130"/>
            <a:ext cx="745763" cy="45826"/>
            <a:chOff x="4580561" y="2589004"/>
            <a:chExt cx="1064464" cy="25200"/>
          </a:xfrm>
        </p:grpSpPr>
        <p:sp>
          <p:nvSpPr>
            <p:cNvPr id="82" name="Google Shape;82;p40"/>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0"/>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 name="Google Shape;84;p40"/>
          <p:cNvSpPr txBox="1">
            <a:spLocks noGrp="1"/>
          </p:cNvSpPr>
          <p:nvPr>
            <p:ph type="title" hasCustomPrompt="1"/>
          </p:nvPr>
        </p:nvSpPr>
        <p:spPr>
          <a:xfrm>
            <a:off x="729450" y="733950"/>
            <a:ext cx="7688400" cy="1244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Clr>
                <a:schemeClr val="lt1"/>
              </a:buClr>
              <a:buSzPts val="8000"/>
              <a:buNone/>
              <a:defRPr sz="8000">
                <a:solidFill>
                  <a:schemeClr val="lt1"/>
                </a:solidFill>
              </a:defRPr>
            </a:lvl1pPr>
            <a:lvl2pPr lvl="1" algn="l">
              <a:lnSpc>
                <a:spcPct val="100000"/>
              </a:lnSpc>
              <a:spcBef>
                <a:spcPts val="0"/>
              </a:spcBef>
              <a:spcAft>
                <a:spcPts val="0"/>
              </a:spcAft>
              <a:buClr>
                <a:schemeClr val="lt1"/>
              </a:buClr>
              <a:buSzPts val="8000"/>
              <a:buNone/>
              <a:defRPr sz="8000">
                <a:solidFill>
                  <a:schemeClr val="lt1"/>
                </a:solidFill>
              </a:defRPr>
            </a:lvl2pPr>
            <a:lvl3pPr lvl="2" algn="l">
              <a:lnSpc>
                <a:spcPct val="100000"/>
              </a:lnSpc>
              <a:spcBef>
                <a:spcPts val="0"/>
              </a:spcBef>
              <a:spcAft>
                <a:spcPts val="0"/>
              </a:spcAft>
              <a:buClr>
                <a:schemeClr val="lt1"/>
              </a:buClr>
              <a:buSzPts val="8000"/>
              <a:buNone/>
              <a:defRPr sz="8000">
                <a:solidFill>
                  <a:schemeClr val="lt1"/>
                </a:solidFill>
              </a:defRPr>
            </a:lvl3pPr>
            <a:lvl4pPr lvl="3" algn="l">
              <a:lnSpc>
                <a:spcPct val="100000"/>
              </a:lnSpc>
              <a:spcBef>
                <a:spcPts val="0"/>
              </a:spcBef>
              <a:spcAft>
                <a:spcPts val="0"/>
              </a:spcAft>
              <a:buClr>
                <a:schemeClr val="lt1"/>
              </a:buClr>
              <a:buSzPts val="8000"/>
              <a:buNone/>
              <a:defRPr sz="8000">
                <a:solidFill>
                  <a:schemeClr val="lt1"/>
                </a:solidFill>
              </a:defRPr>
            </a:lvl4pPr>
            <a:lvl5pPr lvl="4" algn="l">
              <a:lnSpc>
                <a:spcPct val="100000"/>
              </a:lnSpc>
              <a:spcBef>
                <a:spcPts val="0"/>
              </a:spcBef>
              <a:spcAft>
                <a:spcPts val="0"/>
              </a:spcAft>
              <a:buClr>
                <a:schemeClr val="lt1"/>
              </a:buClr>
              <a:buSzPts val="8000"/>
              <a:buNone/>
              <a:defRPr sz="8000">
                <a:solidFill>
                  <a:schemeClr val="lt1"/>
                </a:solidFill>
              </a:defRPr>
            </a:lvl5pPr>
            <a:lvl6pPr lvl="5" algn="l">
              <a:lnSpc>
                <a:spcPct val="100000"/>
              </a:lnSpc>
              <a:spcBef>
                <a:spcPts val="0"/>
              </a:spcBef>
              <a:spcAft>
                <a:spcPts val="0"/>
              </a:spcAft>
              <a:buClr>
                <a:schemeClr val="lt1"/>
              </a:buClr>
              <a:buSzPts val="8000"/>
              <a:buNone/>
              <a:defRPr sz="8000">
                <a:solidFill>
                  <a:schemeClr val="lt1"/>
                </a:solidFill>
              </a:defRPr>
            </a:lvl6pPr>
            <a:lvl7pPr lvl="6" algn="l">
              <a:lnSpc>
                <a:spcPct val="100000"/>
              </a:lnSpc>
              <a:spcBef>
                <a:spcPts val="0"/>
              </a:spcBef>
              <a:spcAft>
                <a:spcPts val="0"/>
              </a:spcAft>
              <a:buClr>
                <a:schemeClr val="lt1"/>
              </a:buClr>
              <a:buSzPts val="8000"/>
              <a:buNone/>
              <a:defRPr sz="8000">
                <a:solidFill>
                  <a:schemeClr val="lt1"/>
                </a:solidFill>
              </a:defRPr>
            </a:lvl7pPr>
            <a:lvl8pPr lvl="7" algn="l">
              <a:lnSpc>
                <a:spcPct val="100000"/>
              </a:lnSpc>
              <a:spcBef>
                <a:spcPts val="0"/>
              </a:spcBef>
              <a:spcAft>
                <a:spcPts val="0"/>
              </a:spcAft>
              <a:buClr>
                <a:schemeClr val="lt1"/>
              </a:buClr>
              <a:buSzPts val="8000"/>
              <a:buNone/>
              <a:defRPr sz="8000">
                <a:solidFill>
                  <a:schemeClr val="lt1"/>
                </a:solidFill>
              </a:defRPr>
            </a:lvl8pPr>
            <a:lvl9pPr lvl="8" algn="l">
              <a:lnSpc>
                <a:spcPct val="100000"/>
              </a:lnSpc>
              <a:spcBef>
                <a:spcPts val="0"/>
              </a:spcBef>
              <a:spcAft>
                <a:spcPts val="0"/>
              </a:spcAft>
              <a:buClr>
                <a:schemeClr val="lt1"/>
              </a:buClr>
              <a:buSzPts val="8000"/>
              <a:buNone/>
              <a:defRPr sz="8000">
                <a:solidFill>
                  <a:schemeClr val="lt1"/>
                </a:solidFill>
              </a:defRPr>
            </a:lvl9pPr>
          </a:lstStyle>
          <a:p>
            <a:r>
              <a:t>xx%</a:t>
            </a:r>
          </a:p>
        </p:txBody>
      </p:sp>
      <p:sp>
        <p:nvSpPr>
          <p:cNvPr id="85" name="Google Shape;85;p40"/>
          <p:cNvSpPr txBox="1">
            <a:spLocks noGrp="1"/>
          </p:cNvSpPr>
          <p:nvPr>
            <p:ph type="body" idx="1"/>
          </p:nvPr>
        </p:nvSpPr>
        <p:spPr>
          <a:xfrm>
            <a:off x="729450" y="2272888"/>
            <a:ext cx="7688400" cy="1580400"/>
          </a:xfrm>
          <a:prstGeom prst="rect">
            <a:avLst/>
          </a:prstGeom>
          <a:noFill/>
          <a:ln>
            <a:noFill/>
          </a:ln>
        </p:spPr>
        <p:txBody>
          <a:bodyPr spcFirstLastPara="1" wrap="square" lIns="91425" tIns="91425" rIns="91425" bIns="91425" anchor="t" anchorCtr="0">
            <a:normAutofit/>
          </a:bodyPr>
          <a:lstStyle>
            <a:lvl1pPr marL="457200" lvl="0" indent="-311150" algn="l">
              <a:lnSpc>
                <a:spcPct val="115000"/>
              </a:lnSpc>
              <a:spcBef>
                <a:spcPts val="0"/>
              </a:spcBef>
              <a:spcAft>
                <a:spcPts val="0"/>
              </a:spcAft>
              <a:buClr>
                <a:schemeClr val="lt1"/>
              </a:buClr>
              <a:buSzPts val="1300"/>
              <a:buChar char="●"/>
              <a:defRPr>
                <a:solidFill>
                  <a:schemeClr val="lt1"/>
                </a:solidFill>
              </a:defRPr>
            </a:lvl1pPr>
            <a:lvl2pPr marL="914400" lvl="1" indent="-298450" algn="l">
              <a:lnSpc>
                <a:spcPct val="115000"/>
              </a:lnSpc>
              <a:spcBef>
                <a:spcPts val="0"/>
              </a:spcBef>
              <a:spcAft>
                <a:spcPts val="0"/>
              </a:spcAft>
              <a:buClr>
                <a:schemeClr val="lt1"/>
              </a:buClr>
              <a:buSzPts val="1100"/>
              <a:buChar char="○"/>
              <a:defRPr>
                <a:solidFill>
                  <a:schemeClr val="lt1"/>
                </a:solidFill>
              </a:defRPr>
            </a:lvl2pPr>
            <a:lvl3pPr marL="1371600" lvl="2" indent="-298450" algn="l">
              <a:lnSpc>
                <a:spcPct val="115000"/>
              </a:lnSpc>
              <a:spcBef>
                <a:spcPts val="0"/>
              </a:spcBef>
              <a:spcAft>
                <a:spcPts val="0"/>
              </a:spcAft>
              <a:buClr>
                <a:schemeClr val="lt1"/>
              </a:buClr>
              <a:buSzPts val="1100"/>
              <a:buChar char="■"/>
              <a:defRPr>
                <a:solidFill>
                  <a:schemeClr val="lt1"/>
                </a:solidFill>
              </a:defRPr>
            </a:lvl3pPr>
            <a:lvl4pPr marL="1828800" lvl="3" indent="-298450" algn="l">
              <a:lnSpc>
                <a:spcPct val="115000"/>
              </a:lnSpc>
              <a:spcBef>
                <a:spcPts val="0"/>
              </a:spcBef>
              <a:spcAft>
                <a:spcPts val="0"/>
              </a:spcAft>
              <a:buClr>
                <a:schemeClr val="lt1"/>
              </a:buClr>
              <a:buSzPts val="1100"/>
              <a:buChar char="●"/>
              <a:defRPr>
                <a:solidFill>
                  <a:schemeClr val="lt1"/>
                </a:solidFill>
              </a:defRPr>
            </a:lvl4pPr>
            <a:lvl5pPr marL="2286000" lvl="4" indent="-298450" algn="l">
              <a:lnSpc>
                <a:spcPct val="115000"/>
              </a:lnSpc>
              <a:spcBef>
                <a:spcPts val="0"/>
              </a:spcBef>
              <a:spcAft>
                <a:spcPts val="0"/>
              </a:spcAft>
              <a:buClr>
                <a:schemeClr val="lt1"/>
              </a:buClr>
              <a:buSzPts val="1100"/>
              <a:buChar char="○"/>
              <a:defRPr>
                <a:solidFill>
                  <a:schemeClr val="lt1"/>
                </a:solidFill>
              </a:defRPr>
            </a:lvl5pPr>
            <a:lvl6pPr marL="2743200" lvl="5" indent="-298450" algn="l">
              <a:lnSpc>
                <a:spcPct val="115000"/>
              </a:lnSpc>
              <a:spcBef>
                <a:spcPts val="0"/>
              </a:spcBef>
              <a:spcAft>
                <a:spcPts val="0"/>
              </a:spcAft>
              <a:buClr>
                <a:schemeClr val="lt1"/>
              </a:buClr>
              <a:buSzPts val="1100"/>
              <a:buChar char="■"/>
              <a:defRPr>
                <a:solidFill>
                  <a:schemeClr val="lt1"/>
                </a:solidFill>
              </a:defRPr>
            </a:lvl6pPr>
            <a:lvl7pPr marL="3200400" lvl="6" indent="-298450" algn="l">
              <a:lnSpc>
                <a:spcPct val="115000"/>
              </a:lnSpc>
              <a:spcBef>
                <a:spcPts val="0"/>
              </a:spcBef>
              <a:spcAft>
                <a:spcPts val="0"/>
              </a:spcAft>
              <a:buClr>
                <a:schemeClr val="lt1"/>
              </a:buClr>
              <a:buSzPts val="1100"/>
              <a:buChar char="●"/>
              <a:defRPr>
                <a:solidFill>
                  <a:schemeClr val="lt1"/>
                </a:solidFill>
              </a:defRPr>
            </a:lvl7pPr>
            <a:lvl8pPr marL="3657600" lvl="7" indent="-298450" algn="l">
              <a:lnSpc>
                <a:spcPct val="115000"/>
              </a:lnSpc>
              <a:spcBef>
                <a:spcPts val="0"/>
              </a:spcBef>
              <a:spcAft>
                <a:spcPts val="0"/>
              </a:spcAft>
              <a:buClr>
                <a:schemeClr val="lt1"/>
              </a:buClr>
              <a:buSzPts val="1100"/>
              <a:buChar char="○"/>
              <a:defRPr>
                <a:solidFill>
                  <a:schemeClr val="lt1"/>
                </a:solidFill>
              </a:defRPr>
            </a:lvl8pPr>
            <a:lvl9pPr marL="4114800" lvl="8" indent="-298450" algn="l">
              <a:lnSpc>
                <a:spcPct val="115000"/>
              </a:lnSpc>
              <a:spcBef>
                <a:spcPts val="0"/>
              </a:spcBef>
              <a:spcAft>
                <a:spcPts val="0"/>
              </a:spcAft>
              <a:buClr>
                <a:schemeClr val="lt1"/>
              </a:buClr>
              <a:buSzPts val="1100"/>
              <a:buChar char="■"/>
              <a:defRPr>
                <a:solidFill>
                  <a:schemeClr val="lt1"/>
                </a:solidFill>
              </a:defRPr>
            </a:lvl9pPr>
          </a:lstStyle>
          <a:p>
            <a:endParaRPr/>
          </a:p>
        </p:txBody>
      </p:sp>
      <p:sp>
        <p:nvSpPr>
          <p:cNvPr id="86" name="Google Shape;86;p40"/>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7"/>
        <p:cNvGrpSpPr/>
        <p:nvPr/>
      </p:nvGrpSpPr>
      <p:grpSpPr>
        <a:xfrm>
          <a:off x="0" y="0"/>
          <a:ext cx="0" cy="0"/>
          <a:chOff x="0" y="0"/>
          <a:chExt cx="0" cy="0"/>
        </a:xfrm>
      </p:grpSpPr>
      <p:sp>
        <p:nvSpPr>
          <p:cNvPr id="88" name="Google Shape;88;p4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0E067-05BA-3068-8F0D-B3C073B8031E}"/>
              </a:ext>
            </a:extLst>
          </p:cNvPr>
          <p:cNvSpPr>
            <a:spLocks noGrp="1"/>
          </p:cNvSpPr>
          <p:nvPr>
            <p:ph type="title"/>
          </p:nvPr>
        </p:nvSpPr>
        <p:spPr>
          <a:xfrm>
            <a:off x="311700" y="445025"/>
            <a:ext cx="8520600" cy="572700"/>
          </a:xfrm>
          <a:prstGeom prst="rect">
            <a:avLst/>
          </a:prstGeom>
        </p:spPr>
        <p:txBody>
          <a:bodyPr/>
          <a:lstStyle/>
          <a:p>
            <a:r>
              <a:rPr lang="en-US" dirty="0"/>
              <a:t>Click to edit Master title style</a:t>
            </a:r>
            <a:endParaRPr lang="en-IN" dirty="0"/>
          </a:p>
        </p:txBody>
      </p:sp>
      <p:sp>
        <p:nvSpPr>
          <p:cNvPr id="3" name="Slide Number Placeholder 2">
            <a:extLst>
              <a:ext uri="{FF2B5EF4-FFF2-40B4-BE49-F238E27FC236}">
                <a16:creationId xmlns:a16="http://schemas.microsoft.com/office/drawing/2014/main" id="{4399BB7D-4B8D-4670-0220-D1EB44F3B350}"/>
              </a:ext>
            </a:extLst>
          </p:cNvPr>
          <p:cNvSpPr>
            <a:spLocks noGrp="1"/>
          </p:cNvSpPr>
          <p:nvPr>
            <p:ph type="sldNum" idx="10"/>
          </p:nvPr>
        </p:nvSpPr>
        <p:spPr>
          <a:xfrm>
            <a:off x="8536302" y="4749851"/>
            <a:ext cx="548700" cy="393600"/>
          </a:xfrm>
          <a:prstGeom prst="rect">
            <a:avLst/>
          </a:prstGeom>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987500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7" name="Google Shape;7;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11150" algn="l" rtl="0">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sym typeface="Lato"/>
              </a:defRPr>
            </a:lvl1pPr>
            <a:lvl2pPr marL="914400" marR="0" lvl="1"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2pPr>
            <a:lvl3pPr marL="1371600" marR="0" lvl="2"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3pPr>
            <a:lvl4pPr marL="1828800" marR="0" lvl="3"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4pPr>
            <a:lvl5pPr marL="2286000" marR="0" lvl="4"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5pPr>
            <a:lvl6pPr marL="2743200" marR="0" lvl="5"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6pPr>
            <a:lvl7pPr marL="3200400" marR="0" lvl="6"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7pPr>
            <a:lvl8pPr marL="3657600" marR="0" lvl="7"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8pPr>
            <a:lvl9pPr marL="4114800" marR="0" lvl="8" indent="-298450" algn="l" rtl="0">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sym typeface="Lato"/>
              </a:defRPr>
            </a:lvl9pPr>
          </a:lstStyle>
          <a:p>
            <a:endParaRPr dirty="0"/>
          </a:p>
        </p:txBody>
      </p:sp>
    </p:spTree>
  </p:cSld>
  <p:clrMap bg1="lt1" tx1="dk1" bg2="dk2" tx2="lt2" accent1="accent1" accent2="accent2" accent3="accent3" accent4="accent4" accent5="accent5" accent6="accent6" hlink="hlink" folHlink="folHlink"/>
  <p:sldLayoutIdLst>
    <p:sldLayoutId id="2147483649" r:id="rId1"/>
    <p:sldLayoutId id="2147483662"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6.jpg"/><Relationship Id="rId7" Type="http://schemas.openxmlformats.org/officeDocument/2006/relationships/diagramColors" Target="../diagrams/colors4.xm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hyperlink" Target="https://onlinecourses.nptel.ac.in/noc25_cs108/preview?utm_source=chatgpt.com" TargetMode="External"/><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hyperlink" Target="https://www.youtube.com/watch?v=Z6f9ckEElsU&amp;utm_source=chatgpt.com" TargetMode="External"/><Relationship Id="rId4" Type="http://schemas.openxmlformats.org/officeDocument/2006/relationships/hyperlink" Target="https://www.youtube.com/watch?v=IHx9ImEMuzQ"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pic>
        <p:nvPicPr>
          <p:cNvPr id="1026" name="Picture 2" descr="Chandigarh University Archives - Worldwide Transcript"/>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66537" y="1217517"/>
            <a:ext cx="2782983" cy="2782983"/>
          </a:xfrm>
          <a:prstGeom prst="rect">
            <a:avLst/>
          </a:prstGeom>
          <a:noFill/>
          <a:extLst>
            <a:ext uri="{909E8E84-426E-40DD-AFC4-6F175D3DCCD1}">
              <a14:hiddenFill xmlns:a14="http://schemas.microsoft.com/office/drawing/2010/main">
                <a:solidFill>
                  <a:srgbClr val="FFFFFF"/>
                </a:solidFill>
              </a14:hiddenFill>
            </a:ext>
          </a:extLst>
        </p:spPr>
      </p:pic>
      <p:sp>
        <p:nvSpPr>
          <p:cNvPr id="93" name="Google Shape;93;p1"/>
          <p:cNvSpPr txBox="1"/>
          <p:nvPr/>
        </p:nvSpPr>
        <p:spPr>
          <a:xfrm>
            <a:off x="6572250" y="4881563"/>
            <a:ext cx="2057400" cy="273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4" name="Google Shape;94;p1"/>
          <p:cNvSpPr/>
          <p:nvPr/>
        </p:nvSpPr>
        <p:spPr>
          <a:xfrm rot="10800000" flipH="1">
            <a:off x="7796638" y="4287563"/>
            <a:ext cx="968400" cy="867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6" name="Google Shape;96;p1"/>
          <p:cNvSpPr/>
          <p:nvPr/>
        </p:nvSpPr>
        <p:spPr>
          <a:xfrm flipH="1">
            <a:off x="5284799" y="-48815"/>
            <a:ext cx="3859200" cy="4389900"/>
          </a:xfrm>
          <a:prstGeom prst="rtTriangle">
            <a:avLst/>
          </a:prstGeom>
          <a:solidFill>
            <a:srgbClr val="F2F2F2">
              <a:alpha val="16078"/>
            </a:srgbClr>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 name="Google Shape;97;p1"/>
          <p:cNvSpPr/>
          <p:nvPr/>
        </p:nvSpPr>
        <p:spPr>
          <a:xfrm>
            <a:off x="1593056" y="1519145"/>
            <a:ext cx="5122200" cy="1185600"/>
          </a:xfrm>
          <a:prstGeom prst="rect">
            <a:avLst/>
          </a:prstGeom>
          <a:gradFill>
            <a:gsLst>
              <a:gs pos="0">
                <a:srgbClr val="FFFFFF">
                  <a:alpha val="0"/>
                </a:srgbClr>
              </a:gs>
              <a:gs pos="2659">
                <a:srgbClr val="FFFFFF">
                  <a:alpha val="0"/>
                </a:srgbClr>
              </a:gs>
              <a:gs pos="15000">
                <a:srgbClr val="FFFFFF">
                  <a:alpha val="33333"/>
                </a:srgbClr>
              </a:gs>
              <a:gs pos="51000">
                <a:schemeClr val="lt1"/>
              </a:gs>
              <a:gs pos="94000">
                <a:srgbClr val="FFFFFF">
                  <a:alpha val="33333"/>
                </a:srgbClr>
              </a:gs>
              <a:gs pos="100000">
                <a:srgbClr val="FFFFF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8" name="Google Shape;98;p1"/>
          <p:cNvSpPr/>
          <p:nvPr/>
        </p:nvSpPr>
        <p:spPr>
          <a:xfrm flipH="1">
            <a:off x="7360500" y="3929250"/>
            <a:ext cx="1774800" cy="1200300"/>
          </a:xfrm>
          <a:prstGeom prst="rtTriangle">
            <a:avLst/>
          </a:prstGeom>
          <a:solidFill>
            <a:srgbClr val="C00000"/>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102" name="Google Shape;102;p1"/>
          <p:cNvSpPr txBox="1"/>
          <p:nvPr/>
        </p:nvSpPr>
        <p:spPr>
          <a:xfrm>
            <a:off x="698809" y="973866"/>
            <a:ext cx="7997747" cy="3905644"/>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UNIVERSITY INSTITUTE OF </a:t>
            </a:r>
            <a:r>
              <a:rPr lang="en-US" sz="3200" b="1"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ENGINEERING </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marL="0" marR="0" lvl="0" indent="0" algn="ctr" rtl="0">
              <a:lnSpc>
                <a:spcPct val="90000"/>
              </a:lnSpc>
              <a:spcBef>
                <a:spcPts val="1120"/>
              </a:spcBef>
              <a:spcAft>
                <a:spcPts val="0"/>
              </a:spcAft>
              <a:buClr>
                <a:schemeClr val="dk1"/>
              </a:buClr>
              <a:buSzPts val="3200"/>
              <a:buFont typeface="Arial Black"/>
              <a:buNone/>
            </a:pPr>
            <a:r>
              <a:rPr lang="en-US" sz="32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Black"/>
              </a:rPr>
              <a:t>AIT-CSE</a:t>
            </a:r>
            <a:endParaRPr sz="1050" b="0"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a:p>
            <a:pPr lvl="0" algn="ctr">
              <a:lnSpc>
                <a:spcPct val="90000"/>
              </a:lnSpc>
              <a:spcBef>
                <a:spcPts val="1120"/>
              </a:spcBef>
              <a:buClr>
                <a:schemeClr val="dk1"/>
              </a:buClr>
              <a:buSzPts val="28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B.E CSE </a:t>
            </a:r>
            <a:endParaRPr lang="en-IN" sz="2000" dirty="0">
              <a:solidFill>
                <a:schemeClr val="bg2"/>
              </a:solidFill>
              <a:latin typeface="Calibri" panose="020F0502020204030204" pitchFamily="34" charset="0"/>
              <a:ea typeface="Calibri" panose="020F0502020204030204" pitchFamily="34" charset="0"/>
              <a:cs typeface="Calibri" panose="020F0502020204030204" pitchFamily="34" charset="0"/>
            </a:endParaRPr>
          </a:p>
          <a:p>
            <a:pPr lvl="0" algn="ctr">
              <a:lnSpc>
                <a:spcPct val="90000"/>
              </a:lnSpc>
              <a:spcBef>
                <a:spcPts val="1120"/>
              </a:spcBef>
              <a:buClr>
                <a:schemeClr val="dk1"/>
              </a:buClr>
              <a:buSzPts val="2800"/>
            </a:pPr>
            <a:r>
              <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AIML/ 6</a:t>
            </a:r>
            <a:r>
              <a:rPr lang="en-IN" sz="2400" baseline="300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rPr>
              <a:t>th</a:t>
            </a:r>
            <a:endParaRPr lang="en-IN" sz="2400" dirty="0">
              <a:solidFill>
                <a:schemeClr val="bg2"/>
              </a:solidFill>
              <a:latin typeface="Calibri" panose="020F0502020204030204" pitchFamily="34" charset="0"/>
              <a:ea typeface="Calibri" panose="020F0502020204030204" pitchFamily="34" charset="0"/>
              <a:cs typeface="Calibri" panose="020F0502020204030204" pitchFamily="34" charset="0"/>
              <a:sym typeface="Times New Roman"/>
            </a:endParaRPr>
          </a:p>
          <a:p>
            <a:pPr algn="ctr">
              <a:spcBef>
                <a:spcPts val="1120"/>
              </a:spcBef>
              <a:buSzPts val="3200"/>
            </a:pPr>
            <a:r>
              <a:rPr lang="en-IN" sz="2800" dirty="0">
                <a:latin typeface="Times New Roman" panose="02020603050405020304" pitchFamily="18" charset="0"/>
                <a:ea typeface="Times New Roman" panose="02020603050405020304" pitchFamily="18" charset="0"/>
              </a:rPr>
              <a:t>SOFTWARE ENGINEERING </a:t>
            </a:r>
            <a:br>
              <a:rPr lang="en-IN" sz="2800" dirty="0">
                <a:latin typeface="Times New Roman" panose="02020603050405020304" pitchFamily="18" charset="0"/>
                <a:ea typeface="Times New Roman" panose="02020603050405020304" pitchFamily="18" charset="0"/>
              </a:rPr>
            </a:br>
            <a:r>
              <a:rPr lang="en-US" sz="2400" dirty="0">
                <a:solidFill>
                  <a:schemeClr val="bg2"/>
                </a:solidFill>
                <a:latin typeface="Calibri" panose="020F0502020204030204" pitchFamily="34" charset="0"/>
                <a:cs typeface="Calibri" panose="020F0502020204030204" pitchFamily="34" charset="0"/>
              </a:rPr>
              <a:t>23CSH-374</a:t>
            </a:r>
            <a:r>
              <a:rPr lang="en-IN" sz="2400" dirty="0">
                <a:solidFill>
                  <a:schemeClr val="bg2"/>
                </a:solidFill>
                <a:latin typeface="Calibri" panose="020F0502020204030204" pitchFamily="34" charset="0"/>
                <a:cs typeface="Calibri" panose="020F0502020204030204" pitchFamily="34" charset="0"/>
              </a:rPr>
              <a:t> </a:t>
            </a:r>
          </a:p>
          <a:p>
            <a:pPr algn="ctr">
              <a:spcBef>
                <a:spcPts val="1120"/>
              </a:spcBef>
              <a:buSzPts val="3200"/>
            </a:pPr>
            <a:r>
              <a:rPr lang="en-US" sz="2000" b="1" dirty="0">
                <a:latin typeface="Calibri" panose="020F0502020204030204" pitchFamily="34" charset="0"/>
                <a:ea typeface="Calibri" panose="020F0502020204030204" pitchFamily="34" charset="0"/>
                <a:cs typeface="Calibri" panose="020F0502020204030204" pitchFamily="34" charset="0"/>
              </a:rPr>
              <a:t>Faculty Name : Dr Geeta Rani              </a:t>
            </a:r>
            <a:r>
              <a:rPr lang="en-US" sz="2000" b="1" dirty="0" err="1">
                <a:latin typeface="Calibri" panose="020F0502020204030204" pitchFamily="34" charset="0"/>
                <a:ea typeface="Calibri" panose="020F0502020204030204" pitchFamily="34" charset="0"/>
                <a:cs typeface="Calibri" panose="020F0502020204030204" pitchFamily="34" charset="0"/>
              </a:rPr>
              <a:t>CUmail</a:t>
            </a:r>
            <a:r>
              <a:rPr lang="en-US" sz="2000" b="1" dirty="0">
                <a:latin typeface="Calibri" panose="020F0502020204030204" pitchFamily="34" charset="0"/>
                <a:ea typeface="Calibri" panose="020F0502020204030204" pitchFamily="34" charset="0"/>
                <a:cs typeface="Calibri" panose="020F0502020204030204" pitchFamily="34" charset="0"/>
              </a:rPr>
              <a:t>-ID : geeta.e15227@cumail.in</a:t>
            </a:r>
          </a:p>
          <a:p>
            <a:pPr>
              <a:spcBef>
                <a:spcPts val="1120"/>
              </a:spcBef>
              <a:buSzPts val="3200"/>
            </a:pPr>
            <a:r>
              <a:rPr lang="en-US" sz="2000" b="1" dirty="0">
                <a:latin typeface="Calibri" panose="020F0502020204030204" pitchFamily="34" charset="0"/>
                <a:ea typeface="Calibri" panose="020F0502020204030204" pitchFamily="34" charset="0"/>
                <a:cs typeface="Calibri" panose="020F0502020204030204" pitchFamily="34" charset="0"/>
              </a:rPr>
              <a:t>Designation : Associate Professor</a:t>
            </a:r>
            <a:endParaRPr lang="en-US" sz="3600" b="1" dirty="0">
              <a:solidFill>
                <a:schemeClr val="bg2"/>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685E2170-6E52-163D-4579-180ED8258362}"/>
              </a:ext>
            </a:extLst>
          </p:cNvPr>
          <p:cNvSpPr txBox="1"/>
          <p:nvPr/>
        </p:nvSpPr>
        <p:spPr>
          <a:xfrm>
            <a:off x="5284800" y="0"/>
            <a:ext cx="3859199" cy="677108"/>
          </a:xfrm>
          <a:prstGeom prst="rect">
            <a:avLst/>
          </a:prstGeom>
          <a:noFill/>
        </p:spPr>
        <p:txBody>
          <a:bodyPr wrap="square" rtlCol="0">
            <a:spAutoFit/>
          </a:bodyPr>
          <a:lstStyle/>
          <a:p>
            <a:pPr algn="r"/>
            <a:r>
              <a:rPr lang="en-IN" sz="2000" b="1"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Academic Session 2025-26 </a:t>
            </a:r>
          </a:p>
          <a:p>
            <a:pPr algn="r"/>
            <a:r>
              <a:rPr lang="en-IN" sz="1800" b="1" dirty="0">
                <a:latin typeface="Calibri" panose="020F0502020204030204" pitchFamily="34" charset="0"/>
                <a:ea typeface="Calibri" panose="020F0502020204030204" pitchFamily="34" charset="0"/>
                <a:cs typeface="Calibri" panose="020F0502020204030204" pitchFamily="34" charset="0"/>
              </a:rPr>
              <a:t>EVEN Semester Jan-Jun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9AA823F-7647-EC23-1D1D-BE99682D04DF}"/>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68E489D-DEF7-172C-BBAC-D35CA1568FA2}"/>
              </a:ext>
            </a:extLst>
          </p:cNvPr>
          <p:cNvGrpSpPr/>
          <p:nvPr/>
        </p:nvGrpSpPr>
        <p:grpSpPr>
          <a:xfrm>
            <a:off x="557644" y="482539"/>
            <a:ext cx="8277101" cy="444600"/>
            <a:chOff x="0" y="6299"/>
            <a:chExt cx="5580934" cy="444600"/>
          </a:xfrm>
          <a:noFill/>
        </p:grpSpPr>
        <p:sp>
          <p:nvSpPr>
            <p:cNvPr id="109" name="Google Shape;109;p2">
              <a:extLst>
                <a:ext uri="{FF2B5EF4-FFF2-40B4-BE49-F238E27FC236}">
                  <a16:creationId xmlns:a16="http://schemas.microsoft.com/office/drawing/2014/main" id="{18D3AC0D-843C-8079-7685-CF8E1B7049EE}"/>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0A2AB195-9CC4-1DA1-CFC9-569DD2CAE32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Objectives </a:t>
              </a:r>
            </a:p>
          </p:txBody>
        </p:sp>
      </p:grpSp>
      <p:sp>
        <p:nvSpPr>
          <p:cNvPr id="111" name="Google Shape;111;p2">
            <a:extLst>
              <a:ext uri="{FF2B5EF4-FFF2-40B4-BE49-F238E27FC236}">
                <a16:creationId xmlns:a16="http://schemas.microsoft.com/office/drawing/2014/main" id="{826FD4B4-7817-D0EB-1F71-78AE2F3112A1}"/>
              </a:ext>
            </a:extLst>
          </p:cNvPr>
          <p:cNvSpPr txBox="1">
            <a:spLocks noGrp="1"/>
          </p:cNvSpPr>
          <p:nvPr>
            <p:ph type="body" idx="1"/>
          </p:nvPr>
        </p:nvSpPr>
        <p:spPr>
          <a:xfrm>
            <a:off x="385500" y="133058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C97C741A-FADA-20D3-9798-F44278B29F12}"/>
              </a:ext>
            </a:extLst>
          </p:cNvPr>
          <p:cNvSpPr txBox="1"/>
          <p:nvPr/>
        </p:nvSpPr>
        <p:spPr>
          <a:xfrm>
            <a:off x="757500" y="898115"/>
            <a:ext cx="7796667" cy="4204356"/>
          </a:xfrm>
          <a:prstGeom prst="rect">
            <a:avLst/>
          </a:prstGeom>
          <a:noFill/>
        </p:spPr>
        <p:txBody>
          <a:bodyPr wrap="square">
            <a:spAutoFit/>
          </a:bodyPr>
          <a:lstStyle/>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Understand fundamental software engineering processes, SDLC models, and requirement engineering techniques used in real-world projects.</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Apply modeling concepts, design principles, and UML diagrams to represent system structures and behaviors effectively.</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Analyze various software development, design, and testing strategies to determine their suitability for different project scenarios.</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Evaluate software solutions and project management practices based on quality metrics, design principles, and testing outcomes.</a:t>
            </a:r>
            <a:endParaRPr lang="en-IN" sz="1800" dirty="0">
              <a:latin typeface="Calibri" panose="020F0502020204030204" pitchFamily="34" charset="0"/>
              <a:cs typeface="Calibri" panose="020F0502020204030204" pitchFamily="34" charset="0"/>
            </a:endParaRPr>
          </a:p>
          <a:p>
            <a:pPr marL="285750" lvl="0" indent="-285750">
              <a:lnSpc>
                <a:spcPct val="15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Create structured requirement documents, UML models, test plans, and project management artifacts for medium-scale software systems.</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0432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BED8776-82A9-C3BD-5844-FF05405138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00E0E5BE-FA8F-5957-A3CD-8C1DD3BFF409}"/>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D89AB046-BF5D-9FB0-A377-F7F7D02D466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E02AF8FA-0EE9-C2FB-6C1E-80FEF5B5E3AC}"/>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Course Outcomes</a:t>
              </a:r>
            </a:p>
          </p:txBody>
        </p:sp>
      </p:grpSp>
      <p:sp>
        <p:nvSpPr>
          <p:cNvPr id="111" name="Google Shape;111;p2">
            <a:extLst>
              <a:ext uri="{FF2B5EF4-FFF2-40B4-BE49-F238E27FC236}">
                <a16:creationId xmlns:a16="http://schemas.microsoft.com/office/drawing/2014/main" id="{6C9CDB22-B6A6-EEC4-E538-5F62E68049E9}"/>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7" name="TextBox 6"/>
          <p:cNvSpPr txBox="1"/>
          <p:nvPr/>
        </p:nvSpPr>
        <p:spPr>
          <a:xfrm>
            <a:off x="8709003" y="85987"/>
            <a:ext cx="383438" cy="307777"/>
          </a:xfrm>
          <a:prstGeom prst="rect">
            <a:avLst/>
          </a:prstGeom>
          <a:noFill/>
        </p:spPr>
        <p:txBody>
          <a:bodyPr wrap="none" rtlCol="0">
            <a:spAutoFit/>
          </a:bodyPr>
          <a:lstStyle/>
          <a:p>
            <a:r>
              <a:rPr lang="en-IN" dirty="0"/>
              <a:t>16</a:t>
            </a:r>
          </a:p>
        </p:txBody>
      </p:sp>
      <p:graphicFrame>
        <p:nvGraphicFramePr>
          <p:cNvPr id="2" name="Table 1">
            <a:extLst>
              <a:ext uri="{FF2B5EF4-FFF2-40B4-BE49-F238E27FC236}">
                <a16:creationId xmlns:a16="http://schemas.microsoft.com/office/drawing/2014/main" id="{DF55B9C3-0D82-6862-B56F-2DBD19B3AEFD}"/>
              </a:ext>
            </a:extLst>
          </p:cNvPr>
          <p:cNvGraphicFramePr>
            <a:graphicFrameLocks noGrp="1"/>
          </p:cNvGraphicFramePr>
          <p:nvPr/>
        </p:nvGraphicFramePr>
        <p:xfrm>
          <a:off x="748144" y="1079124"/>
          <a:ext cx="7382396" cy="3770750"/>
        </p:xfrm>
        <a:graphic>
          <a:graphicData uri="http://schemas.openxmlformats.org/drawingml/2006/table">
            <a:tbl>
              <a:tblPr firstRow="1" firstCol="1" bandRow="1">
                <a:tableStyleId>{2D5ABB26-0587-4C30-8999-92F81FD0307C}</a:tableStyleId>
              </a:tblPr>
              <a:tblGrid>
                <a:gridCol w="844436">
                  <a:extLst>
                    <a:ext uri="{9D8B030D-6E8A-4147-A177-3AD203B41FA5}">
                      <a16:colId xmlns:a16="http://schemas.microsoft.com/office/drawing/2014/main" val="194261115"/>
                    </a:ext>
                  </a:extLst>
                </a:gridCol>
                <a:gridCol w="6537960">
                  <a:extLst>
                    <a:ext uri="{9D8B030D-6E8A-4147-A177-3AD203B41FA5}">
                      <a16:colId xmlns:a16="http://schemas.microsoft.com/office/drawing/2014/main" val="3570576572"/>
                    </a:ext>
                  </a:extLst>
                </a:gridCol>
              </a:tblGrid>
              <a:tr h="547437">
                <a:tc>
                  <a:txBody>
                    <a:bodyPr/>
                    <a:lstStyle/>
                    <a:p>
                      <a:pPr marL="0" marR="0" lvl="0" indent="0" algn="just" rtl="0">
                        <a:lnSpc>
                          <a:spcPct val="90000"/>
                        </a:lnSpc>
                        <a:spcBef>
                          <a:spcPts val="0"/>
                        </a:spcBef>
                        <a:spcAft>
                          <a:spcPts val="0"/>
                        </a:spcAft>
                        <a:buClr>
                          <a:srgbClr val="000000"/>
                        </a:buClr>
                        <a:buFont typeface="Arial"/>
                        <a:buNone/>
                      </a:pPr>
                      <a:r>
                        <a:rPr lang="en-US" sz="1600" b="1" u="none" strike="noStrike" cap="none" dirty="0">
                          <a:ln>
                            <a:solidFill>
                              <a:schemeClr val="bg2"/>
                            </a:solidFill>
                          </a:ln>
                          <a:solidFill>
                            <a:sysClr val="windowText" lastClr="000000"/>
                          </a:solidFill>
                          <a:sym typeface="Arial"/>
                        </a:rPr>
                        <a:t>CO No.</a:t>
                      </a:r>
                      <a:endParaRPr lang="en-IN" sz="1600" b="1" i="0" u="none" strike="noStrike" cap="none" dirty="0">
                        <a:ln>
                          <a:solidFill>
                            <a:schemeClr val="bg2"/>
                          </a:solidFill>
                        </a:ln>
                        <a:solidFill>
                          <a:sysClr val="windowText" lastClr="000000"/>
                        </a:solidFill>
                        <a:latin typeface="+mn-lt"/>
                        <a:ea typeface="+mn-ea"/>
                        <a:cs typeface="+mn-cs"/>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L="0" marR="0" lvl="0" indent="0" algn="ctr" rtl="0">
                        <a:lnSpc>
                          <a:spcPct val="90000"/>
                        </a:lnSpc>
                        <a:spcBef>
                          <a:spcPts val="0"/>
                        </a:spcBef>
                        <a:spcAft>
                          <a:spcPts val="0"/>
                        </a:spcAft>
                        <a:buClr>
                          <a:srgbClr val="000000"/>
                        </a:buClr>
                        <a:buFont typeface="Arial"/>
                        <a:buNone/>
                      </a:pPr>
                      <a:r>
                        <a:rPr lang="en-US" sz="1600" b="1" u="none" strike="noStrike" cap="none" dirty="0">
                          <a:ln>
                            <a:solidFill>
                              <a:schemeClr val="bg2"/>
                            </a:solidFill>
                          </a:ln>
                          <a:solidFill>
                            <a:sysClr val="windowText" lastClr="000000"/>
                          </a:solidFill>
                          <a:sym typeface="Arial"/>
                        </a:rPr>
                        <a:t>Statement</a:t>
                      </a:r>
                      <a:endParaRPr lang="en-IN" sz="1600" b="1" i="0" u="none" strike="noStrike" cap="none" dirty="0">
                        <a:ln>
                          <a:solidFill>
                            <a:schemeClr val="bg2"/>
                          </a:solidFill>
                        </a:ln>
                        <a:solidFill>
                          <a:sysClr val="windowText" lastClr="000000"/>
                        </a:solidFill>
                        <a:latin typeface="+mn-lt"/>
                        <a:ea typeface="+mn-ea"/>
                        <a:cs typeface="+mn-cs"/>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4005914877"/>
                  </a:ext>
                </a:extLst>
              </a:tr>
              <a:tr h="557708">
                <a:tc>
                  <a:txBody>
                    <a:bodyPr/>
                    <a:lstStyle/>
                    <a:p>
                      <a:pPr>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CO1</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Explain SDLC models, requirement principles, testing strategies, and project management concepts.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995475364"/>
                  </a:ext>
                </a:extLst>
              </a:tr>
              <a:tr h="557708">
                <a:tc>
                  <a:txBody>
                    <a:bodyPr/>
                    <a:lstStyle/>
                    <a:p>
                      <a:pPr>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CO2</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Construct UML diagrams and apply design patterns to solve software design problems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8146710"/>
                  </a:ext>
                </a:extLst>
              </a:tr>
              <a:tr h="557708">
                <a:tc>
                  <a:txBody>
                    <a:bodyPr/>
                    <a:lstStyle/>
                    <a:p>
                      <a:pPr>
                        <a:lnSpc>
                          <a:spcPct val="107000"/>
                        </a:lnSpc>
                        <a:spcAft>
                          <a:spcPts val="800"/>
                        </a:spcAft>
                        <a:buNone/>
                      </a:pPr>
                      <a:r>
                        <a:rPr lang="en-US" sz="1800" b="0" u="none" strike="noStrike" cap="none">
                          <a:ln>
                            <a:solidFill>
                              <a:schemeClr val="bg2"/>
                            </a:solidFill>
                          </a:ln>
                          <a:solidFill>
                            <a:sysClr val="windowText" lastClr="000000"/>
                          </a:solidFill>
                          <a:latin typeface="Calibri" panose="020F0502020204030204" pitchFamily="34" charset="0"/>
                          <a:cs typeface="Calibri" panose="020F0502020204030204" pitchFamily="34" charset="0"/>
                          <a:sym typeface="Arial"/>
                        </a:rPr>
                        <a:t>CO3</a:t>
                      </a:r>
                      <a:endParaRPr lang="en-IN" sz="1800" b="0" i="0" u="none" strike="noStrike" cap="none">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Compare SDLC models, testing strategies for different scenarios.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2313777814"/>
                  </a:ext>
                </a:extLst>
              </a:tr>
              <a:tr h="557708">
                <a:tc>
                  <a:txBody>
                    <a:bodyPr/>
                    <a:lstStyle/>
                    <a:p>
                      <a:pPr>
                        <a:lnSpc>
                          <a:spcPct val="107000"/>
                        </a:lnSpc>
                        <a:spcAft>
                          <a:spcPts val="800"/>
                        </a:spcAft>
                        <a:buNone/>
                      </a:pPr>
                      <a:r>
                        <a:rPr lang="en-US" sz="1800" b="0" u="none" strike="noStrike" cap="none">
                          <a:ln>
                            <a:solidFill>
                              <a:schemeClr val="bg2"/>
                            </a:solidFill>
                          </a:ln>
                          <a:solidFill>
                            <a:sysClr val="windowText" lastClr="000000"/>
                          </a:solidFill>
                          <a:latin typeface="Calibri" panose="020F0502020204030204" pitchFamily="34" charset="0"/>
                          <a:cs typeface="Calibri" panose="020F0502020204030204" pitchFamily="34" charset="0"/>
                          <a:sym typeface="Arial"/>
                        </a:rPr>
                        <a:t>CO4</a:t>
                      </a:r>
                      <a:endParaRPr lang="en-IN" sz="1800" b="0" i="0" u="none" strike="noStrike" cap="none">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Assess testing strategies, maintenance approaches, and project metrics to ensure software quality.</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562861669"/>
                  </a:ext>
                </a:extLst>
              </a:tr>
              <a:tr h="836527">
                <a:tc>
                  <a:txBody>
                    <a:bodyPr/>
                    <a:lstStyle/>
                    <a:p>
                      <a:pPr>
                        <a:lnSpc>
                          <a:spcPct val="107000"/>
                        </a:lnSpc>
                        <a:spcAft>
                          <a:spcPts val="800"/>
                        </a:spcAft>
                        <a:buNone/>
                      </a:pPr>
                      <a:r>
                        <a:rPr lang="en-US" sz="1800" b="0" u="none" strike="noStrike" cap="none">
                          <a:ln>
                            <a:solidFill>
                              <a:schemeClr val="bg2"/>
                            </a:solidFill>
                          </a:ln>
                          <a:solidFill>
                            <a:sysClr val="windowText" lastClr="000000"/>
                          </a:solidFill>
                          <a:latin typeface="Calibri" panose="020F0502020204030204" pitchFamily="34" charset="0"/>
                          <a:cs typeface="Calibri" panose="020F0502020204030204" pitchFamily="34" charset="0"/>
                          <a:sym typeface="Arial"/>
                        </a:rPr>
                        <a:t>CO5</a:t>
                      </a:r>
                      <a:endParaRPr lang="en-IN" sz="1800" b="0" i="0" u="none" strike="noStrike" cap="none">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lvl="1">
                        <a:lnSpc>
                          <a:spcPct val="107000"/>
                        </a:lnSpc>
                        <a:spcAft>
                          <a:spcPts val="800"/>
                        </a:spcAft>
                        <a:buNone/>
                      </a:pPr>
                      <a:r>
                        <a:rPr lang="en-US" sz="1800" b="0" u="none" strike="noStrike" cap="none" dirty="0">
                          <a:ln>
                            <a:solidFill>
                              <a:schemeClr val="bg2"/>
                            </a:solidFill>
                          </a:ln>
                          <a:solidFill>
                            <a:sysClr val="windowText" lastClr="000000"/>
                          </a:solidFill>
                          <a:latin typeface="Calibri" panose="020F0502020204030204" pitchFamily="34" charset="0"/>
                          <a:cs typeface="Calibri" panose="020F0502020204030204" pitchFamily="34" charset="0"/>
                          <a:sym typeface="Arial"/>
                        </a:rPr>
                        <a:t>Develop complete requirement specifications, design models, test plans, and project management documents (including Jira-based defect tracking) for real-world case studies</a:t>
                      </a:r>
                      <a:endParaRPr lang="en-IN" sz="1800" b="0" i="0" u="none" strike="noStrike" cap="none" dirty="0">
                        <a:ln>
                          <a:solidFill>
                            <a:schemeClr val="bg2"/>
                          </a:solidFill>
                        </a:ln>
                        <a:solidFill>
                          <a:sysClr val="windowText" lastClr="000000"/>
                        </a:solidFill>
                        <a:latin typeface="Calibri" panose="020F0502020204030204" pitchFamily="34" charset="0"/>
                        <a:ea typeface="+mn-ea"/>
                        <a:cs typeface="Calibri" panose="020F0502020204030204" pitchFamily="34" charset="0"/>
                        <a:sym typeface="Arial"/>
                      </a:endParaRPr>
                    </a:p>
                  </a:txBody>
                  <a:tcPr marL="9525" marR="9525" marT="9525" marB="9525" anchor="ctr">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199479134"/>
                  </a:ext>
                </a:extLst>
              </a:tr>
            </a:tbl>
          </a:graphicData>
        </a:graphic>
      </p:graphicFrame>
      <p:pic>
        <p:nvPicPr>
          <p:cNvPr id="3" name="Graphic 2" descr="Chevron arrows with solid fill">
            <a:extLst>
              <a:ext uri="{FF2B5EF4-FFF2-40B4-BE49-F238E27FC236}">
                <a16:creationId xmlns:a16="http://schemas.microsoft.com/office/drawing/2014/main" id="{2139EB93-65F3-1AFD-8324-B3DCBE9220E6}"/>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319098" y="1800210"/>
            <a:ext cx="346172" cy="216000"/>
          </a:xfrm>
          <a:prstGeom prst="rect">
            <a:avLst/>
          </a:prstGeom>
        </p:spPr>
      </p:pic>
    </p:spTree>
    <p:extLst>
      <p:ext uri="{BB962C8B-B14F-4D97-AF65-F5344CB8AC3E}">
        <p14:creationId xmlns:p14="http://schemas.microsoft.com/office/powerpoint/2010/main" val="12103745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23510B7-C3A2-E27A-3736-0F10336312B0}"/>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78445F02-A161-533C-83C3-5BC21C2F7F4B}"/>
              </a:ext>
            </a:extLst>
          </p:cNvPr>
          <p:cNvGrpSpPr/>
          <p:nvPr/>
        </p:nvGrpSpPr>
        <p:grpSpPr>
          <a:xfrm>
            <a:off x="748144" y="218172"/>
            <a:ext cx="8277101" cy="444600"/>
            <a:chOff x="0" y="6299"/>
            <a:chExt cx="5580934" cy="444600"/>
          </a:xfrm>
          <a:noFill/>
        </p:grpSpPr>
        <p:sp>
          <p:nvSpPr>
            <p:cNvPr id="109" name="Google Shape;109;p2">
              <a:extLst>
                <a:ext uri="{FF2B5EF4-FFF2-40B4-BE49-F238E27FC236}">
                  <a16:creationId xmlns:a16="http://schemas.microsoft.com/office/drawing/2014/main" id="{20A44487-169C-8822-4CE0-BBB62C89DEBF}"/>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67D92D25-44E7-E9BB-697B-B5F6A519F27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Suggestive Readings</a:t>
              </a:r>
            </a:p>
          </p:txBody>
        </p:sp>
      </p:grpSp>
      <p:sp>
        <p:nvSpPr>
          <p:cNvPr id="111" name="Google Shape;111;p2">
            <a:extLst>
              <a:ext uri="{FF2B5EF4-FFF2-40B4-BE49-F238E27FC236}">
                <a16:creationId xmlns:a16="http://schemas.microsoft.com/office/drawing/2014/main" id="{95329CA0-B433-F78D-DDAC-218F49813DA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4" name="TextBox 3">
            <a:extLst>
              <a:ext uri="{FF2B5EF4-FFF2-40B4-BE49-F238E27FC236}">
                <a16:creationId xmlns:a16="http://schemas.microsoft.com/office/drawing/2014/main" id="{D72EB782-99A3-BCFF-B22A-E7B8A5618FAF}"/>
              </a:ext>
            </a:extLst>
          </p:cNvPr>
          <p:cNvSpPr txBox="1"/>
          <p:nvPr/>
        </p:nvSpPr>
        <p:spPr>
          <a:xfrm>
            <a:off x="780333" y="1275011"/>
            <a:ext cx="8001000" cy="3569567"/>
          </a:xfrm>
          <a:prstGeom prst="rect">
            <a:avLst/>
          </a:prstGeom>
          <a:noFill/>
        </p:spPr>
        <p:txBody>
          <a:bodyPr wrap="square">
            <a:spAutoFit/>
          </a:bodyPr>
          <a:lstStyle/>
          <a:p>
            <a:pPr algn="just">
              <a:lnSpc>
                <a:spcPct val="200000"/>
              </a:lnSpc>
              <a:spcBef>
                <a:spcPts val="600"/>
              </a:spcBef>
              <a:spcAft>
                <a:spcPts val="6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Text Books:</a:t>
            </a:r>
            <a:endParaRPr lang="en-IN" sz="18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Pressman, R. S., “Software Engineering: A Practitioner’s Approach,” McGraw Hill.</a:t>
            </a:r>
            <a:endParaRPr lang="en-IN" sz="1800" dirty="0">
              <a:latin typeface="Calibri" panose="020F0502020204030204" pitchFamily="34"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Ian Sommerville, “Software Engineering,” Pearson.</a:t>
            </a:r>
            <a:endParaRPr lang="en-IN" sz="1800" dirty="0">
              <a:latin typeface="Calibri" panose="020F0502020204030204" pitchFamily="34" charset="0"/>
              <a:cs typeface="Calibri" panose="020F0502020204030204" pitchFamily="34" charset="0"/>
            </a:endParaRPr>
          </a:p>
          <a:p>
            <a:pPr algn="just">
              <a:lnSpc>
                <a:spcPct val="200000"/>
              </a:lnSpc>
              <a:spcBef>
                <a:spcPts val="600"/>
              </a:spcBef>
              <a:spcAft>
                <a:spcPts val="600"/>
              </a:spcAft>
              <a:buNone/>
            </a:pPr>
            <a:r>
              <a:rPr lang="en-US" sz="1800" b="1" dirty="0">
                <a:effectLst/>
                <a:latin typeface="Calibri" panose="020F0502020204030204" pitchFamily="34" charset="0"/>
                <a:ea typeface="Times New Roman" panose="02020603050405020304" pitchFamily="18" charset="0"/>
                <a:cs typeface="Calibri" panose="020F0502020204030204" pitchFamily="34" charset="0"/>
              </a:rPr>
              <a:t>Reference Books:</a:t>
            </a:r>
            <a:endParaRPr lang="en-IN" sz="1800" dirty="0">
              <a:effectLst/>
              <a:latin typeface="Calibri" panose="020F0502020204030204" pitchFamily="34" charset="0"/>
              <a:ea typeface="Times New Roman" panose="02020603050405020304" pitchFamily="18"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Pankaj </a:t>
            </a:r>
            <a:r>
              <a:rPr lang="en-US" sz="1800" dirty="0" err="1">
                <a:latin typeface="Calibri" panose="020F0502020204030204" pitchFamily="34" charset="0"/>
                <a:cs typeface="Calibri" panose="020F0502020204030204" pitchFamily="34" charset="0"/>
              </a:rPr>
              <a:t>Jalote</a:t>
            </a:r>
            <a:r>
              <a:rPr lang="en-US" sz="1800" dirty="0">
                <a:latin typeface="Calibri" panose="020F0502020204030204" pitchFamily="34" charset="0"/>
                <a:cs typeface="Calibri" panose="020F0502020204030204" pitchFamily="34" charset="0"/>
              </a:rPr>
              <a:t>, “An Integrated Approach to Software Engineering,” </a:t>
            </a:r>
            <a:r>
              <a:rPr lang="en-US" sz="1800" dirty="0" err="1">
                <a:latin typeface="Calibri" panose="020F0502020204030204" pitchFamily="34" charset="0"/>
                <a:cs typeface="Calibri" panose="020F0502020204030204" pitchFamily="34" charset="0"/>
              </a:rPr>
              <a:t>Narosa</a:t>
            </a:r>
            <a:r>
              <a:rPr lang="en-US" sz="1800" dirty="0">
                <a:latin typeface="Calibri" panose="020F0502020204030204" pitchFamily="34" charset="0"/>
                <a:cs typeface="Calibri" panose="020F0502020204030204" pitchFamily="34" charset="0"/>
              </a:rPr>
              <a:t>.</a:t>
            </a:r>
            <a:endParaRPr lang="en-IN" sz="1800" dirty="0">
              <a:latin typeface="Calibri" panose="020F0502020204030204" pitchFamily="34" charset="0"/>
              <a:cs typeface="Calibri" panose="020F0502020204030204" pitchFamily="34" charset="0"/>
            </a:endParaRPr>
          </a:p>
          <a:p>
            <a:pPr marL="285750" lvl="0" indent="-285750">
              <a:lnSpc>
                <a:spcPct val="200000"/>
              </a:lnSpc>
              <a:buFont typeface="Arial" panose="020B0604020202020204" pitchFamily="34" charset="0"/>
              <a:buChar char="•"/>
            </a:pPr>
            <a:r>
              <a:rPr lang="en-US" sz="1800" dirty="0">
                <a:latin typeface="Calibri" panose="020F0502020204030204" pitchFamily="34" charset="0"/>
                <a:cs typeface="Calibri" panose="020F0502020204030204" pitchFamily="34" charset="0"/>
              </a:rPr>
              <a:t>Ghezzi, Jazayeri, </a:t>
            </a:r>
            <a:r>
              <a:rPr lang="en-US" sz="1800" dirty="0" err="1">
                <a:latin typeface="Calibri" panose="020F0502020204030204" pitchFamily="34" charset="0"/>
                <a:cs typeface="Calibri" panose="020F0502020204030204" pitchFamily="34" charset="0"/>
              </a:rPr>
              <a:t>Mandrioli</a:t>
            </a:r>
            <a:r>
              <a:rPr lang="en-US" sz="1800" dirty="0">
                <a:latin typeface="Calibri" panose="020F0502020204030204" pitchFamily="34" charset="0"/>
                <a:cs typeface="Calibri" panose="020F0502020204030204" pitchFamily="34" charset="0"/>
              </a:rPr>
              <a:t>, “Fundamentals of Software Engineering,” PHI.</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35429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B83A878-A8C8-7563-ACC5-60FA0ECC44FD}"/>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9A4CEF4-12CF-768B-A34D-158E7C86A758}"/>
              </a:ext>
            </a:extLst>
          </p:cNvPr>
          <p:cNvGrpSpPr/>
          <p:nvPr/>
        </p:nvGrpSpPr>
        <p:grpSpPr>
          <a:xfrm>
            <a:off x="616475" y="562737"/>
            <a:ext cx="8277101" cy="444600"/>
            <a:chOff x="0" y="6299"/>
            <a:chExt cx="5580934" cy="444600"/>
          </a:xfrm>
          <a:noFill/>
        </p:grpSpPr>
        <p:sp>
          <p:nvSpPr>
            <p:cNvPr id="109" name="Google Shape;109;p2">
              <a:extLst>
                <a:ext uri="{FF2B5EF4-FFF2-40B4-BE49-F238E27FC236}">
                  <a16:creationId xmlns:a16="http://schemas.microsoft.com/office/drawing/2014/main" id="{AF07FB58-ECE4-103C-FAE0-D4F3B657187C}"/>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3622E3EC-0CED-9721-7595-ED925977BC7E}"/>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Unit-I Syllabus </a:t>
              </a:r>
            </a:p>
          </p:txBody>
        </p:sp>
      </p:grpSp>
      <p:graphicFrame>
        <p:nvGraphicFramePr>
          <p:cNvPr id="2" name="Table 1">
            <a:extLst>
              <a:ext uri="{FF2B5EF4-FFF2-40B4-BE49-F238E27FC236}">
                <a16:creationId xmlns:a16="http://schemas.microsoft.com/office/drawing/2014/main" id="{EE777444-8FB4-66CE-F759-1573782085CD}"/>
              </a:ext>
            </a:extLst>
          </p:cNvPr>
          <p:cNvGraphicFramePr>
            <a:graphicFrameLocks noGrp="1"/>
          </p:cNvGraphicFramePr>
          <p:nvPr>
            <p:extLst>
              <p:ext uri="{D42A27DB-BD31-4B8C-83A1-F6EECF244321}">
                <p14:modId xmlns:p14="http://schemas.microsoft.com/office/powerpoint/2010/main" val="1391982330"/>
              </p:ext>
            </p:extLst>
          </p:nvPr>
        </p:nvGraphicFramePr>
        <p:xfrm>
          <a:off x="815340" y="1537527"/>
          <a:ext cx="7719060" cy="2875922"/>
        </p:xfrm>
        <a:graphic>
          <a:graphicData uri="http://schemas.openxmlformats.org/drawingml/2006/table">
            <a:tbl>
              <a:tblPr firstRow="1" firstCol="1" bandRow="1">
                <a:tableStyleId>{2D5ABB26-0587-4C30-8999-92F81FD0307C}</a:tableStyleId>
              </a:tblPr>
              <a:tblGrid>
                <a:gridCol w="1827493">
                  <a:extLst>
                    <a:ext uri="{9D8B030D-6E8A-4147-A177-3AD203B41FA5}">
                      <a16:colId xmlns:a16="http://schemas.microsoft.com/office/drawing/2014/main" val="38313313"/>
                    </a:ext>
                  </a:extLst>
                </a:gridCol>
                <a:gridCol w="5891567">
                  <a:extLst>
                    <a:ext uri="{9D8B030D-6E8A-4147-A177-3AD203B41FA5}">
                      <a16:colId xmlns:a16="http://schemas.microsoft.com/office/drawing/2014/main" val="1926233377"/>
                    </a:ext>
                  </a:extLst>
                </a:gridCol>
              </a:tblGrid>
              <a:tr h="779926">
                <a:tc>
                  <a:txBody>
                    <a:bodyPr/>
                    <a:lstStyle/>
                    <a:p>
                      <a:pPr marR="0" algn="l" rtl="0">
                        <a:lnSpc>
                          <a:spcPct val="150000"/>
                        </a:lnSpc>
                        <a:spcBef>
                          <a:spcPts val="0"/>
                        </a:spcBef>
                        <a:spcAft>
                          <a:spcPts val="0"/>
                        </a:spcAft>
                        <a:buClr>
                          <a:srgbClr val="000000"/>
                        </a:buClr>
                        <a:buFont typeface="Arial"/>
                        <a:buNone/>
                      </a:pPr>
                      <a:r>
                        <a:rPr lang="en-US"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Unit</a:t>
                      </a:r>
                      <a:r>
                        <a:rPr lang="en-GB"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-1</a:t>
                      </a:r>
                      <a:endParaRPr lang="en-IN"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algn="l" rtl="0">
                        <a:lnSpc>
                          <a:spcPct val="150000"/>
                        </a:lnSpc>
                        <a:spcBef>
                          <a:spcPts val="0"/>
                        </a:spcBef>
                        <a:spcAft>
                          <a:spcPts val="0"/>
                        </a:spcAft>
                        <a:buClr>
                          <a:srgbClr val="000000"/>
                        </a:buClr>
                        <a:buFont typeface="Arial"/>
                        <a:buNone/>
                      </a:pPr>
                      <a:r>
                        <a:rPr lang="en-US"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rPr>
                        <a:t>Unit 1: Software Process and Requirement Engineering (15 hours)</a:t>
                      </a:r>
                      <a:endParaRPr lang="en-IN" sz="1800" b="1" i="0" u="none" strike="noStrike" cap="none" dirty="0">
                        <a:solidFill>
                          <a:srgbClr val="000000"/>
                        </a:solidFill>
                        <a:effectLst/>
                        <a:latin typeface="Calibri" panose="020F0502020204030204" pitchFamily="34" charset="0"/>
                        <a:ea typeface="+mn-ea"/>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955392206"/>
                  </a:ext>
                </a:extLst>
              </a:tr>
              <a:tr h="779926">
                <a:tc>
                  <a:txBody>
                    <a:bodyPr/>
                    <a:lstStyle/>
                    <a:p>
                      <a:pPr marR="0" rtl="0">
                        <a:lnSpc>
                          <a:spcPct val="150000"/>
                        </a:lnSpc>
                        <a:spcAft>
                          <a:spcPts val="800"/>
                        </a:spcAft>
                        <a:buClr>
                          <a:srgbClr val="000000"/>
                        </a:buClr>
                        <a:buNone/>
                      </a:pPr>
                      <a:r>
                        <a:rPr lang="en-US" sz="1800" b="1" i="0" u="none" strike="noStrike" cap="none" dirty="0">
                          <a:solidFill>
                            <a:srgbClr val="000000"/>
                          </a:solidFill>
                          <a:effectLst/>
                          <a:latin typeface="Calibri" panose="020F0502020204030204" pitchFamily="34" charset="0"/>
                          <a:cs typeface="Calibri" panose="020F0502020204030204" pitchFamily="34" charset="0"/>
                          <a:sym typeface="Arial"/>
                        </a:rPr>
                        <a:t>Chapter 1.1</a:t>
                      </a:r>
                      <a:endParaRPr lang="en-IN" sz="1800" b="1" i="0" u="none" strike="noStrike" cap="none"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Software Engineering: Introduction, SDLC, Agile vs Traditional models.</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928326827"/>
                  </a:ext>
                </a:extLst>
              </a:tr>
              <a:tr h="779926">
                <a:tc>
                  <a:txBody>
                    <a:bodyPr/>
                    <a:lstStyle/>
                    <a:p>
                      <a:pPr marR="0" rtl="0">
                        <a:lnSpc>
                          <a:spcPct val="150000"/>
                        </a:lnSpc>
                        <a:spcAft>
                          <a:spcPts val="800"/>
                        </a:spcAft>
                        <a:buClr>
                          <a:srgbClr val="000000"/>
                        </a:buClr>
                        <a:buNone/>
                      </a:pPr>
                      <a:r>
                        <a:rPr lang="en-US" sz="1800" b="1" i="0" u="none" strike="noStrike" cap="none">
                          <a:solidFill>
                            <a:srgbClr val="000000"/>
                          </a:solidFill>
                          <a:effectLst/>
                          <a:latin typeface="Calibri" panose="020F0502020204030204" pitchFamily="34" charset="0"/>
                          <a:cs typeface="Calibri" panose="020F0502020204030204" pitchFamily="34" charset="0"/>
                          <a:sym typeface="Arial"/>
                        </a:rPr>
                        <a:t>Chapter 1.2</a:t>
                      </a:r>
                      <a:endParaRPr lang="en-IN" sz="1800" b="1" i="0" u="none" strike="noStrike" cap="none">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Requirement Engineering: Elicitation, Analysis, Specification, Validation.</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662942923"/>
                  </a:ext>
                </a:extLst>
              </a:tr>
              <a:tr h="534677">
                <a:tc>
                  <a:txBody>
                    <a:bodyPr/>
                    <a:lstStyle/>
                    <a:p>
                      <a:pPr marR="0" rtl="0">
                        <a:lnSpc>
                          <a:spcPct val="150000"/>
                        </a:lnSpc>
                        <a:spcAft>
                          <a:spcPts val="800"/>
                        </a:spcAft>
                        <a:buClr>
                          <a:srgbClr val="000000"/>
                        </a:buClr>
                        <a:buNone/>
                      </a:pPr>
                      <a:r>
                        <a:rPr lang="en-US" sz="1800" b="1" i="0" u="none" strike="noStrike" cap="none">
                          <a:solidFill>
                            <a:srgbClr val="000000"/>
                          </a:solidFill>
                          <a:effectLst/>
                          <a:latin typeface="Calibri" panose="020F0502020204030204" pitchFamily="34" charset="0"/>
                          <a:cs typeface="Calibri" panose="020F0502020204030204" pitchFamily="34" charset="0"/>
                          <a:sym typeface="Arial"/>
                        </a:rPr>
                        <a:t>Chapter 1.3</a:t>
                      </a:r>
                      <a:endParaRPr lang="en-IN" sz="1800" b="1" i="0" u="none" strike="noStrike" cap="none">
                        <a:solidFill>
                          <a:srgbClr val="000000"/>
                        </a:solidFill>
                        <a:effectLst/>
                        <a:latin typeface="Calibri" panose="020F0502020204030204" pitchFamily="34" charset="0"/>
                        <a:ea typeface="Times New Roman" panose="02020603050405020304" pitchFamily="18"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tc>
                  <a:txBody>
                    <a:bodyPr/>
                    <a:lstStyle/>
                    <a:p>
                      <a:pPr marR="0" rtl="0">
                        <a:lnSpc>
                          <a:spcPct val="150000"/>
                        </a:lnSpc>
                        <a:buClr>
                          <a:srgbClr val="000000"/>
                        </a:buClr>
                        <a:buNone/>
                      </a:pPr>
                      <a:r>
                        <a:rPr lang="en-US" sz="1800" b="0" i="0" u="none" strike="noStrike" cap="none" dirty="0">
                          <a:solidFill>
                            <a:srgbClr val="000000"/>
                          </a:solidFill>
                          <a:effectLst/>
                          <a:latin typeface="Calibri" panose="020F0502020204030204" pitchFamily="34" charset="0"/>
                          <a:cs typeface="Calibri" panose="020F0502020204030204" pitchFamily="34" charset="0"/>
                          <a:sym typeface="Arial"/>
                        </a:rPr>
                        <a:t>Case Studies: Requirements in online payment systems.</a:t>
                      </a:r>
                      <a:endParaRPr lang="en-IN" sz="1800" b="0" i="0" u="none" strike="noStrike" cap="none" dirty="0">
                        <a:solidFill>
                          <a:srgbClr val="000000"/>
                        </a:solidFill>
                        <a:effectLst/>
                        <a:latin typeface="Calibri" panose="020F0502020204030204" pitchFamily="34" charset="0"/>
                        <a:ea typeface="Calibri" panose="020F0502020204030204" pitchFamily="34" charset="0"/>
                        <a:cs typeface="Calibri" panose="020F0502020204030204" pitchFamily="34" charset="0"/>
                        <a:sym typeface="Arial"/>
                      </a:endParaRPr>
                    </a:p>
                  </a:txBody>
                  <a:tcPr marL="68580" marR="6858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bg2"/>
                      </a:solidFill>
                      <a:prstDash val="solid"/>
                      <a:round/>
                      <a:headEnd type="none" w="med" len="med"/>
                      <a:tailEnd type="none" w="med" len="med"/>
                    </a:lnT>
                    <a:lnB w="1270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3665356180"/>
                  </a:ext>
                </a:extLst>
              </a:tr>
            </a:tbl>
          </a:graphicData>
        </a:graphic>
      </p:graphicFrame>
      <p:pic>
        <p:nvPicPr>
          <p:cNvPr id="3" name="Graphic 2" descr="Chevron arrows with solid fill">
            <a:extLst>
              <a:ext uri="{FF2B5EF4-FFF2-40B4-BE49-F238E27FC236}">
                <a16:creationId xmlns:a16="http://schemas.microsoft.com/office/drawing/2014/main" id="{E135E308-1A0E-79EB-6C0F-C38D5CB8C52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rot="10800000">
            <a:off x="475578" y="2463750"/>
            <a:ext cx="346172" cy="216000"/>
          </a:xfrm>
          <a:prstGeom prst="rect">
            <a:avLst/>
          </a:prstGeom>
        </p:spPr>
      </p:pic>
    </p:spTree>
    <p:extLst>
      <p:ext uri="{BB962C8B-B14F-4D97-AF65-F5344CB8AC3E}">
        <p14:creationId xmlns:p14="http://schemas.microsoft.com/office/powerpoint/2010/main" val="1440648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F165C73-F363-A304-734E-7CBF8D3F9F65}"/>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17B7C442-1162-E7EE-DA61-E33D8E4C9122}"/>
              </a:ext>
            </a:extLst>
          </p:cNvPr>
          <p:cNvGrpSpPr/>
          <p:nvPr/>
        </p:nvGrpSpPr>
        <p:grpSpPr>
          <a:xfrm>
            <a:off x="760020" y="218172"/>
            <a:ext cx="8265225" cy="444600"/>
            <a:chOff x="0" y="6299"/>
            <a:chExt cx="5580934" cy="444600"/>
          </a:xfrm>
          <a:noFill/>
        </p:grpSpPr>
        <p:sp>
          <p:nvSpPr>
            <p:cNvPr id="109" name="Google Shape;109;p2">
              <a:extLst>
                <a:ext uri="{FF2B5EF4-FFF2-40B4-BE49-F238E27FC236}">
                  <a16:creationId xmlns:a16="http://schemas.microsoft.com/office/drawing/2014/main" id="{8E0F9992-62FC-4C63-BED6-091FF56DEF08}"/>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BFBE6ABC-C3B9-AA73-42F9-036BD547E8EB}"/>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Recap of Previous Lecture</a:t>
              </a:r>
            </a:p>
          </p:txBody>
        </p:sp>
      </p:grpSp>
      <p:sp>
        <p:nvSpPr>
          <p:cNvPr id="111" name="Google Shape;111;p2">
            <a:extLst>
              <a:ext uri="{FF2B5EF4-FFF2-40B4-BE49-F238E27FC236}">
                <a16:creationId xmlns:a16="http://schemas.microsoft.com/office/drawing/2014/main" id="{8B576DE2-C283-2E3E-CC36-4B7ABE8B8741}"/>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1" i="0" u="none" strike="noStrike" cap="none">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a:solidFill>
                  <a:schemeClr val="bg2"/>
                </a:solidFill>
                <a:latin typeface="Times New Roman"/>
                <a:ea typeface="Times New Roman"/>
                <a:cs typeface="Times New Roman"/>
                <a:sym typeface="Times New Roman"/>
              </a:rPr>
              <a:t> </a:t>
            </a:r>
            <a:endParaRPr sz="2400" b="0" i="0" u="none">
              <a:solidFill>
                <a:schemeClr val="bg2"/>
              </a:solidFill>
              <a:latin typeface="Times New Roman"/>
              <a:ea typeface="Times New Roman"/>
              <a:cs typeface="Times New Roman"/>
              <a:sym typeface="Times New Roman"/>
            </a:endParaRPr>
          </a:p>
        </p:txBody>
      </p:sp>
      <p:sp>
        <p:nvSpPr>
          <p:cNvPr id="2" name="Content Placeholder 2">
            <a:extLst>
              <a:ext uri="{FF2B5EF4-FFF2-40B4-BE49-F238E27FC236}">
                <a16:creationId xmlns:a16="http://schemas.microsoft.com/office/drawing/2014/main" id="{DC15CC39-A72D-8FB2-99C2-19067840EBFA}"/>
              </a:ext>
            </a:extLst>
          </p:cNvPr>
          <p:cNvSpPr txBox="1">
            <a:spLocks/>
          </p:cNvSpPr>
          <p:nvPr/>
        </p:nvSpPr>
        <p:spPr>
          <a:xfrm>
            <a:off x="663976" y="806675"/>
            <a:ext cx="8229600"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Software engineering is an engineering discipline that is concerned with all aspects of software production.</a:t>
            </a:r>
          </a:p>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Essential software product attributes are maintainability, dependability and security, efficiency and acceptability.</a:t>
            </a:r>
          </a:p>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high-level activities of specification, development, validation and evolution are part of all software processes.</a:t>
            </a:r>
          </a:p>
          <a:p>
            <a:pPr marL="342900" marR="0" lvl="0" indent="-342900" algn="l" defTabSz="457200" rtl="0" eaLnBrk="1" fontAlgn="base" latinLnBrk="0" hangingPunct="1">
              <a:lnSpc>
                <a:spcPct val="100000"/>
              </a:lnSpc>
              <a:spcBef>
                <a:spcPts val="600"/>
              </a:spcBef>
              <a:spcAft>
                <a:spcPts val="600"/>
              </a:spcAft>
              <a:buClrTx/>
              <a:buSzTx/>
              <a:buFont typeface="Wingdings" charset="2"/>
              <a:buChar char="²"/>
              <a:tabLst/>
              <a:defRPr/>
            </a:pPr>
            <a:r>
              <a:rPr kumimoji="0" lang="en-GB" sz="1800" b="0"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The fundamental notions of software engineering are universally applicable to all types of system development.  </a:t>
            </a:r>
          </a:p>
        </p:txBody>
      </p:sp>
    </p:spTree>
    <p:extLst>
      <p:ext uri="{BB962C8B-B14F-4D97-AF65-F5344CB8AC3E}">
        <p14:creationId xmlns:p14="http://schemas.microsoft.com/office/powerpoint/2010/main" val="1337512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2933D2-A694-4C02-9490-F8DF1D65E6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D457F1-73E5-C92E-69E7-B0F511A25100}"/>
              </a:ext>
            </a:extLst>
          </p:cNvPr>
          <p:cNvSpPr txBox="1">
            <a:spLocks/>
          </p:cNvSpPr>
          <p:nvPr/>
        </p:nvSpPr>
        <p:spPr>
          <a:xfrm>
            <a:off x="36285" y="65313"/>
            <a:ext cx="9056915" cy="806675"/>
          </a:xfrm>
          <a:prstGeom prst="rect">
            <a:avLst/>
          </a:prstGeom>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IN" sz="4000" b="1" dirty="0">
                <a:latin typeface="Calibri" panose="020F0502020204030204" pitchFamily="34" charset="0"/>
                <a:ea typeface="Calibri" panose="020F0502020204030204" pitchFamily="34" charset="0"/>
                <a:cs typeface="Calibri" panose="020F0502020204030204" pitchFamily="34" charset="0"/>
              </a:rPr>
              <a:t>Table of Contents</a:t>
            </a:r>
          </a:p>
        </p:txBody>
      </p:sp>
      <p:sp>
        <p:nvSpPr>
          <p:cNvPr id="3" name="Rectangle 2">
            <a:extLst>
              <a:ext uri="{FF2B5EF4-FFF2-40B4-BE49-F238E27FC236}">
                <a16:creationId xmlns:a16="http://schemas.microsoft.com/office/drawing/2014/main" id="{24A4B515-1583-F553-4D7C-021764E7BA41}"/>
              </a:ext>
            </a:extLst>
          </p:cNvPr>
          <p:cNvSpPr/>
          <p:nvPr/>
        </p:nvSpPr>
        <p:spPr>
          <a:xfrm>
            <a:off x="899160" y="1033556"/>
            <a:ext cx="7437120" cy="3276282"/>
          </a:xfrm>
          <a:prstGeom prst="rect">
            <a:avLst/>
          </a:prstGeom>
        </p:spPr>
        <p:txBody>
          <a:bodyPr wrap="square">
            <a:spAutoFit/>
          </a:bodyPr>
          <a:lstStyle/>
          <a:p>
            <a:pPr marL="285750" indent="-285750" algn="just">
              <a:lnSpc>
                <a:spcPct val="150000"/>
              </a:lnSpc>
              <a:buFont typeface="Times New Roman" panose="02020603050405020304" pitchFamily="18" charset="0"/>
              <a:buChar char="֍"/>
            </a:pPr>
            <a:r>
              <a:rPr lang="en-US" sz="2000" dirty="0">
                <a:latin typeface="Calibri" panose="020F0502020204030204" pitchFamily="34" charset="0"/>
                <a:cs typeface="Calibri" panose="020F0502020204030204" pitchFamily="34" charset="0"/>
              </a:rPr>
              <a:t>Software development life cycle (SDLC)</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Goals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Objectives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Benefits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Stages of SDLC</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SDLC Models </a:t>
            </a:r>
          </a:p>
          <a:p>
            <a:pPr marL="285750" indent="-285750" algn="just">
              <a:lnSpc>
                <a:spcPct val="150000"/>
              </a:lnSpc>
              <a:buFont typeface="Times New Roman" panose="02020603050405020304" pitchFamily="18" charset="0"/>
              <a:buChar char="֍"/>
            </a:pPr>
            <a:r>
              <a:rPr lang="en-US" sz="2000" dirty="0">
                <a:latin typeface="Calibri" panose="020F0502020204030204" pitchFamily="34" charset="0"/>
                <a:ea typeface="Calibri" panose="020F0502020204030204" pitchFamily="34" charset="0"/>
                <a:cs typeface="Calibri" panose="020F0502020204030204" pitchFamily="34" charset="0"/>
              </a:rPr>
              <a:t>Summary</a:t>
            </a:r>
          </a:p>
        </p:txBody>
      </p:sp>
    </p:spTree>
    <p:extLst>
      <p:ext uri="{BB962C8B-B14F-4D97-AF65-F5344CB8AC3E}">
        <p14:creationId xmlns:p14="http://schemas.microsoft.com/office/powerpoint/2010/main" val="164736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1E1FC50-B7F1-B097-7B87-53D1593CF147}"/>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59FFB20B-DF8E-511B-C144-80724FEB5F31}"/>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9" name="TextBox 8">
            <a:extLst>
              <a:ext uri="{FF2B5EF4-FFF2-40B4-BE49-F238E27FC236}">
                <a16:creationId xmlns:a16="http://schemas.microsoft.com/office/drawing/2014/main" id="{DD1FC49A-2E1E-3AD3-61F3-62380FAFED2D}"/>
              </a:ext>
            </a:extLst>
          </p:cNvPr>
          <p:cNvSpPr txBox="1"/>
          <p:nvPr/>
        </p:nvSpPr>
        <p:spPr>
          <a:xfrm>
            <a:off x="1104900" y="271737"/>
            <a:ext cx="7322820" cy="646331"/>
          </a:xfrm>
          <a:prstGeom prst="rect">
            <a:avLst/>
          </a:prstGeom>
          <a:noFill/>
        </p:spPr>
        <p:txBody>
          <a:bodyPr wrap="square">
            <a:spAutoFit/>
          </a:bodyPr>
          <a:lstStyle/>
          <a:p>
            <a:pPr algn="ctr">
              <a:lnSpc>
                <a:spcPct val="90000"/>
              </a:lnSpc>
              <a:buSzPts val="1900"/>
            </a:pPr>
            <a:r>
              <a:rPr lang="en-US" sz="4000" b="1" dirty="0">
                <a:solidFill>
                  <a:schemeClr val="bg2"/>
                </a:solidFill>
                <a:latin typeface="Calibri" panose="020F0502020204030204" pitchFamily="34" charset="0"/>
                <a:cs typeface="Calibri" panose="020F0502020204030204" pitchFamily="34" charset="0"/>
              </a:rPr>
              <a:t>Software Development Life Cycle</a:t>
            </a:r>
            <a:endParaRPr lang="en-IN" sz="4000" b="1" dirty="0">
              <a:solidFill>
                <a:schemeClr val="bg2"/>
              </a:solidFill>
              <a:latin typeface="Calibri" panose="020F0502020204030204" pitchFamily="34" charset="0"/>
              <a:cs typeface="Calibri" panose="020F0502020204030204" pitchFamily="34" charset="0"/>
            </a:endParaRPr>
          </a:p>
        </p:txBody>
      </p:sp>
      <p:sp>
        <p:nvSpPr>
          <p:cNvPr id="16" name="object 9">
            <a:extLst>
              <a:ext uri="{FF2B5EF4-FFF2-40B4-BE49-F238E27FC236}">
                <a16:creationId xmlns:a16="http://schemas.microsoft.com/office/drawing/2014/main" id="{E128E74C-4A95-1053-BE43-93DCA1F2ADEF}"/>
              </a:ext>
            </a:extLst>
          </p:cNvPr>
          <p:cNvSpPr txBox="1"/>
          <p:nvPr/>
        </p:nvSpPr>
        <p:spPr>
          <a:xfrm>
            <a:off x="564656" y="1279409"/>
            <a:ext cx="3405364" cy="3767057"/>
          </a:xfrm>
          <a:prstGeom prst="rect">
            <a:avLst/>
          </a:prstGeom>
        </p:spPr>
        <p:txBody>
          <a:bodyPr vert="horz" wrap="square" lIns="0" tIns="12065" rIns="0" bIns="0" rtlCol="0">
            <a:spAutoFit/>
          </a:bodyPr>
          <a:lstStyle/>
          <a:p>
            <a:pPr marL="137795" marR="0" lvl="0" indent="-125095" algn="just" defTabSz="914400" eaLnBrk="1" fontAlgn="auto" latinLnBrk="0" hangingPunct="1">
              <a:spcBef>
                <a:spcPts val="95"/>
              </a:spcBef>
              <a:spcAft>
                <a:spcPts val="0"/>
              </a:spcAft>
              <a:buClrTx/>
              <a:buSzPct val="142857"/>
              <a:buFont typeface="Arial"/>
              <a:buChar char="•"/>
              <a:tabLst>
                <a:tab pos="137795" algn="l"/>
              </a:tabLst>
              <a:defRPr/>
            </a:pPr>
            <a:r>
              <a:rPr kumimoji="0" sz="1800" b="1"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SDLC</a:t>
            </a:r>
            <a:r>
              <a:rPr kumimoji="0" sz="1800" b="1" i="0" u="none" strike="noStrike" kern="0" cap="none" spc="2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stands</a:t>
            </a:r>
            <a:r>
              <a:rPr kumimoji="0" sz="1800" b="0" i="0" u="none" strike="noStrike" kern="0" cap="none" spc="2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for</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1"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Software</a:t>
            </a:r>
            <a:r>
              <a:rPr kumimoji="0" sz="1800" b="0" i="1" u="none" strike="noStrike" kern="0" cap="none" spc="2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1"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Development</a:t>
            </a:r>
            <a:r>
              <a:rPr kumimoji="0" sz="1800" b="0" i="1"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1"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Life</a:t>
            </a:r>
            <a:r>
              <a:rPr kumimoji="0" sz="1800" b="0" i="1" u="none" strike="noStrike" kern="0" cap="none" spc="2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1"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Cycle</a:t>
            </a:r>
            <a:endParaRPr kumimoji="0" lang="en-US" sz="1800" b="0" i="1"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endParaRPr>
          </a:p>
          <a:p>
            <a:pPr marL="137160" marR="5080" lvl="0" indent="-125095" algn="just" defTabSz="914400" eaLnBrk="1" fontAlgn="auto" latinLnBrk="0" hangingPunct="1">
              <a:spcBef>
                <a:spcPts val="315"/>
              </a:spcBef>
              <a:spcAft>
                <a:spcPts val="0"/>
              </a:spcAft>
              <a:buClrTx/>
              <a:buSzPct val="142857"/>
              <a:buFont typeface="Arial"/>
              <a:buChar char="•"/>
              <a:tabLst>
                <a:tab pos="139065" algn="l"/>
              </a:tabLst>
              <a:defRPr/>
            </a:pP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a:t>
            </a:r>
            <a:r>
              <a:rPr kumimoji="0" sz="1800" b="0" i="0" u="none" strike="noStrike" kern="0" cap="none" spc="4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process</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for</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developing,</a:t>
            </a:r>
            <a:r>
              <a:rPr kumimoji="0" sz="1800" b="0" i="0" u="none" strike="noStrike" kern="0" cap="none" spc="4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designing,</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and</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maintaining</a:t>
            </a:r>
            <a:r>
              <a:rPr kumimoji="0" sz="1800" b="0" i="0" u="none" strike="noStrike" kern="0" cap="none" spc="4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software</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project</a:t>
            </a:r>
            <a:r>
              <a:rPr kumimoji="0" sz="1800" b="0" i="0" u="none" strike="noStrike" kern="0" cap="none" spc="4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by</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ensuring</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that</a:t>
            </a:r>
            <a:r>
              <a:rPr kumimoji="0" sz="1800" b="0" i="0" u="none" strike="noStrike" kern="0" cap="none" spc="4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all</a:t>
            </a: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the</a:t>
            </a:r>
            <a:endParaRPr kumimoji="0" lang="en-US"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endParaRPr>
          </a:p>
          <a:p>
            <a:pPr marL="137160" marR="5080" lvl="0" indent="-125095" algn="just" defTabSz="914400" eaLnBrk="1" fontAlgn="auto" latinLnBrk="0" hangingPunct="1">
              <a:spcBef>
                <a:spcPts val="315"/>
              </a:spcBef>
              <a:spcAft>
                <a:spcPts val="0"/>
              </a:spcAft>
              <a:buClrTx/>
              <a:buSzPct val="142857"/>
              <a:buFont typeface="Arial"/>
              <a:buChar char="•"/>
              <a:tabLst>
                <a:tab pos="139065" algn="l"/>
              </a:tabLst>
              <a:defRPr/>
            </a:pPr>
            <a:r>
              <a:rPr kumimoji="0" sz="1800" b="0" i="0" u="none" strike="noStrike" kern="0" cap="none" spc="4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lang="en-US"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F</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unctionalities</a:t>
            </a:r>
            <a:r>
              <a:rPr kumimoji="0" sz="1800" b="0" i="0" u="none" strike="noStrike" kern="0" cap="none" spc="4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along</a:t>
            </a:r>
            <a:r>
              <a:rPr kumimoji="0" sz="1800" b="0" i="0" u="none" strike="noStrike" kern="0" cap="none" spc="50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with</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user</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requirements,</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objectives,</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and</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end</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goals</a:t>
            </a:r>
            <a:r>
              <a:rPr kumimoji="0" sz="1800" b="0" i="0" u="none" strike="noStrike" kern="0" cap="none" spc="2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are</a:t>
            </a:r>
            <a:r>
              <a:rPr kumimoji="0" sz="1800" b="0" i="0" u="none" strike="noStrike" kern="0" cap="none" spc="2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addressed</a:t>
            </a:r>
            <a:endPar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endParaRPr>
          </a:p>
          <a:p>
            <a:pPr marL="137795" marR="0" lvl="0" indent="-125095" algn="just" defTabSz="914400" eaLnBrk="1" fontAlgn="auto" latinLnBrk="0" hangingPunct="1">
              <a:spcBef>
                <a:spcPts val="635"/>
              </a:spcBef>
              <a:spcAft>
                <a:spcPts val="0"/>
              </a:spcAft>
              <a:buClrTx/>
              <a:buSzPct val="142857"/>
              <a:buFont typeface="Arial"/>
              <a:buChar char="•"/>
              <a:tabLst>
                <a:tab pos="137795" algn="l"/>
              </a:tabLst>
              <a:defRPr/>
            </a:pP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With</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SDLC,</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the</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software</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project’s</a:t>
            </a:r>
            <a:r>
              <a:rPr kumimoji="0" sz="1800" b="0" i="0" u="none" strike="noStrike" kern="0" cap="none" spc="3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quality</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and</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the</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overall</a:t>
            </a:r>
            <a:r>
              <a:rPr kumimoji="0" sz="1800" b="0" i="0" u="none" strike="noStrike" kern="0" cap="none" spc="35"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software</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development</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process</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get</a:t>
            </a:r>
            <a:r>
              <a:rPr kumimoji="0" sz="1800" b="0" i="0" u="none" strike="noStrike" kern="0" cap="none" spc="3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 </a:t>
            </a:r>
            <a:r>
              <a:rPr kumimoji="0" sz="1800" b="0" i="0" u="none" strike="noStrike" kern="0" cap="none" spc="-1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enhanced.</a:t>
            </a:r>
            <a:endParaRPr kumimoji="0" sz="18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endParaRPr>
          </a:p>
        </p:txBody>
      </p:sp>
      <p:pic>
        <p:nvPicPr>
          <p:cNvPr id="17" name="object 10">
            <a:extLst>
              <a:ext uri="{FF2B5EF4-FFF2-40B4-BE49-F238E27FC236}">
                <a16:creationId xmlns:a16="http://schemas.microsoft.com/office/drawing/2014/main" id="{DF4A9B7A-858F-594B-2CF0-6E6296D78676}"/>
              </a:ext>
            </a:extLst>
          </p:cNvPr>
          <p:cNvPicPr/>
          <p:nvPr/>
        </p:nvPicPr>
        <p:blipFill>
          <a:blip r:embed="rId3" cstate="print"/>
          <a:stretch>
            <a:fillRect/>
          </a:stretch>
        </p:blipFill>
        <p:spPr>
          <a:xfrm>
            <a:off x="4746960" y="1043940"/>
            <a:ext cx="3977940" cy="3881388"/>
          </a:xfrm>
          <a:prstGeom prst="rect">
            <a:avLst/>
          </a:prstGeom>
        </p:spPr>
      </p:pic>
    </p:spTree>
    <p:extLst>
      <p:ext uri="{BB962C8B-B14F-4D97-AF65-F5344CB8AC3E}">
        <p14:creationId xmlns:p14="http://schemas.microsoft.com/office/powerpoint/2010/main" val="3751081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6AA7089-E50F-5BB5-CA48-85F1903C1450}"/>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75E091A1-2A6F-8A8C-E9AF-9E072CD38F39}"/>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9" name="TextBox 8">
            <a:extLst>
              <a:ext uri="{FF2B5EF4-FFF2-40B4-BE49-F238E27FC236}">
                <a16:creationId xmlns:a16="http://schemas.microsoft.com/office/drawing/2014/main" id="{DC92CD8C-49D5-F7B6-E6A8-36E2966DF002}"/>
              </a:ext>
            </a:extLst>
          </p:cNvPr>
          <p:cNvSpPr txBox="1"/>
          <p:nvPr/>
        </p:nvSpPr>
        <p:spPr>
          <a:xfrm>
            <a:off x="2013686" y="271737"/>
            <a:ext cx="4865648" cy="646331"/>
          </a:xfrm>
          <a:prstGeom prst="rect">
            <a:avLst/>
          </a:prstGeom>
          <a:noFill/>
        </p:spPr>
        <p:txBody>
          <a:bodyPr wrap="square">
            <a:spAutoFit/>
          </a:bodyPr>
          <a:lstStyle/>
          <a:p>
            <a:pPr algn="ctr">
              <a:lnSpc>
                <a:spcPct val="90000"/>
              </a:lnSpc>
              <a:buSzPts val="1900"/>
            </a:pPr>
            <a:r>
              <a:rPr lang="en-IN" sz="4000" b="1" dirty="0">
                <a:solidFill>
                  <a:schemeClr val="bg2"/>
                </a:solidFill>
                <a:latin typeface="Calibri" panose="020F0502020204030204" pitchFamily="34" charset="0"/>
                <a:cs typeface="Calibri" panose="020F0502020204030204" pitchFamily="34" charset="0"/>
              </a:rPr>
              <a:t>Goals of SDLC</a:t>
            </a:r>
          </a:p>
        </p:txBody>
      </p:sp>
      <p:graphicFrame>
        <p:nvGraphicFramePr>
          <p:cNvPr id="2" name="Diagram 1">
            <a:extLst>
              <a:ext uri="{FF2B5EF4-FFF2-40B4-BE49-F238E27FC236}">
                <a16:creationId xmlns:a16="http://schemas.microsoft.com/office/drawing/2014/main" id="{2E64B9C2-1898-6D9E-6644-8104D6CC324B}"/>
              </a:ext>
            </a:extLst>
          </p:cNvPr>
          <p:cNvGraphicFramePr/>
          <p:nvPr>
            <p:extLst>
              <p:ext uri="{D42A27DB-BD31-4B8C-83A1-F6EECF244321}">
                <p14:modId xmlns:p14="http://schemas.microsoft.com/office/powerpoint/2010/main" val="2248710626"/>
              </p:ext>
            </p:extLst>
          </p:nvPr>
        </p:nvGraphicFramePr>
        <p:xfrm>
          <a:off x="935528" y="1313713"/>
          <a:ext cx="7592134" cy="36291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71510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41D3ED6-0E7D-A20B-AD50-AF8B78590FB8}"/>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EEEAD54C-860E-C0CE-2D27-39860CDBDA6B}"/>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4" name="object 13">
            <a:extLst>
              <a:ext uri="{FF2B5EF4-FFF2-40B4-BE49-F238E27FC236}">
                <a16:creationId xmlns:a16="http://schemas.microsoft.com/office/drawing/2014/main" id="{B2BCD03E-AB7A-6418-E636-D491D33B78BB}"/>
              </a:ext>
            </a:extLst>
          </p:cNvPr>
          <p:cNvSpPr txBox="1"/>
          <p:nvPr/>
        </p:nvSpPr>
        <p:spPr>
          <a:xfrm>
            <a:off x="926592" y="579736"/>
            <a:ext cx="7966984" cy="627736"/>
          </a:xfrm>
          <a:prstGeom prst="rect">
            <a:avLst/>
          </a:prstGeom>
        </p:spPr>
        <p:txBody>
          <a:bodyPr vert="horz" wrap="square" lIns="0" tIns="12065" rIns="0" bIns="0" rtlCol="0">
            <a:spAutoFit/>
          </a:bodyPr>
          <a:lstStyle/>
          <a:p>
            <a:pPr marL="12700" algn="ctr"/>
            <a:r>
              <a:rPr lang="en-US" sz="4000" b="1" dirty="0">
                <a:latin typeface="Calibri" panose="020F0502020204030204" pitchFamily="34" charset="0"/>
                <a:cs typeface="Calibri" panose="020F0502020204030204" pitchFamily="34" charset="0"/>
              </a:rPr>
              <a:t>Objectives of </a:t>
            </a:r>
            <a:r>
              <a:rPr sz="4000" b="1" dirty="0">
                <a:latin typeface="Calibri" panose="020F0502020204030204" pitchFamily="34" charset="0"/>
                <a:cs typeface="Calibri" panose="020F0502020204030204" pitchFamily="34" charset="0"/>
              </a:rPr>
              <a:t>SDLC</a:t>
            </a:r>
          </a:p>
        </p:txBody>
      </p:sp>
      <p:graphicFrame>
        <p:nvGraphicFramePr>
          <p:cNvPr id="2" name="Diagram 1">
            <a:extLst>
              <a:ext uri="{FF2B5EF4-FFF2-40B4-BE49-F238E27FC236}">
                <a16:creationId xmlns:a16="http://schemas.microsoft.com/office/drawing/2014/main" id="{A8BD2D43-94E3-F34F-37C6-56ECC666C690}"/>
              </a:ext>
            </a:extLst>
          </p:cNvPr>
          <p:cNvGraphicFramePr/>
          <p:nvPr>
            <p:extLst>
              <p:ext uri="{D42A27DB-BD31-4B8C-83A1-F6EECF244321}">
                <p14:modId xmlns:p14="http://schemas.microsoft.com/office/powerpoint/2010/main" val="1790897268"/>
              </p:ext>
            </p:extLst>
          </p:nvPr>
        </p:nvGraphicFramePr>
        <p:xfrm>
          <a:off x="926592" y="1418163"/>
          <a:ext cx="7682932" cy="29745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2159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37C349F-CEA5-83A8-D304-93E616CB1A57}"/>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6074A266-1CB2-1DF6-5FCA-79C7B08050B8}"/>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graphicFrame>
        <p:nvGraphicFramePr>
          <p:cNvPr id="5" name="Diagram 4">
            <a:extLst>
              <a:ext uri="{FF2B5EF4-FFF2-40B4-BE49-F238E27FC236}">
                <a16:creationId xmlns:a16="http://schemas.microsoft.com/office/drawing/2014/main" id="{4EAFE636-3B5B-9810-34DC-329C9F1CF581}"/>
              </a:ext>
            </a:extLst>
          </p:cNvPr>
          <p:cNvGraphicFramePr/>
          <p:nvPr>
            <p:extLst>
              <p:ext uri="{D42A27DB-BD31-4B8C-83A1-F6EECF244321}">
                <p14:modId xmlns:p14="http://schemas.microsoft.com/office/powerpoint/2010/main" val="289356236"/>
              </p:ext>
            </p:extLst>
          </p:nvPr>
        </p:nvGraphicFramePr>
        <p:xfrm>
          <a:off x="560833" y="1563770"/>
          <a:ext cx="8232647" cy="26975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07BC9320-F0B6-7621-BC51-75DE448EE2D1}"/>
              </a:ext>
            </a:extLst>
          </p:cNvPr>
          <p:cNvSpPr txBox="1"/>
          <p:nvPr/>
        </p:nvSpPr>
        <p:spPr>
          <a:xfrm>
            <a:off x="1104900" y="271737"/>
            <a:ext cx="7322820" cy="1200329"/>
          </a:xfrm>
          <a:prstGeom prst="rect">
            <a:avLst/>
          </a:prstGeom>
          <a:noFill/>
        </p:spPr>
        <p:txBody>
          <a:bodyPr wrap="square">
            <a:spAutoFit/>
          </a:bodyPr>
          <a:lstStyle/>
          <a:p>
            <a:pPr algn="ctr">
              <a:lnSpc>
                <a:spcPct val="90000"/>
              </a:lnSpc>
              <a:buSzPts val="1900"/>
            </a:pPr>
            <a:r>
              <a:rPr lang="en-US" sz="4000" b="1" dirty="0">
                <a:solidFill>
                  <a:schemeClr val="bg2"/>
                </a:solidFill>
                <a:latin typeface="Calibri" panose="020F0502020204030204" pitchFamily="34" charset="0"/>
                <a:cs typeface="Calibri" panose="020F0502020204030204" pitchFamily="34" charset="0"/>
              </a:rPr>
              <a:t>Benefits of Software Development Life Cycle</a:t>
            </a:r>
            <a:endParaRPr lang="en-IN" sz="4000" b="1" dirty="0">
              <a:solidFill>
                <a:schemeClr val="bg2"/>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477146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1541FDE-E500-9A44-92AC-7F10631076CD}"/>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8140B5A4-3EFB-6603-5C0C-9BD5842BE962}"/>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9" name="TextBox 8">
            <a:extLst>
              <a:ext uri="{FF2B5EF4-FFF2-40B4-BE49-F238E27FC236}">
                <a16:creationId xmlns:a16="http://schemas.microsoft.com/office/drawing/2014/main" id="{FDE1DB88-7A84-0121-0CD9-74B4130D72CB}"/>
              </a:ext>
            </a:extLst>
          </p:cNvPr>
          <p:cNvSpPr txBox="1"/>
          <p:nvPr/>
        </p:nvSpPr>
        <p:spPr>
          <a:xfrm>
            <a:off x="757456" y="249128"/>
            <a:ext cx="7852067" cy="707886"/>
          </a:xfrm>
          <a:prstGeom prst="rect">
            <a:avLst/>
          </a:prstGeom>
          <a:noFill/>
        </p:spPr>
        <p:txBody>
          <a:bodyPr wrap="square">
            <a:spAutoFit/>
          </a:bodyPr>
          <a:lstStyle/>
          <a:p>
            <a:pPr algn="ctr"/>
            <a:r>
              <a:rPr lang="en-IN" sz="4000" b="1" spc="-40" dirty="0">
                <a:latin typeface="Calibri" panose="020F0502020204030204" pitchFamily="34" charset="0"/>
                <a:cs typeface="Calibri" panose="020F0502020204030204" pitchFamily="34" charset="0"/>
              </a:rPr>
              <a:t>Stages</a:t>
            </a:r>
            <a:r>
              <a:rPr lang="en-IN" sz="4000" b="1" spc="-60" dirty="0">
                <a:latin typeface="Calibri" panose="020F0502020204030204" pitchFamily="34" charset="0"/>
                <a:cs typeface="Calibri" panose="020F0502020204030204" pitchFamily="34" charset="0"/>
              </a:rPr>
              <a:t> </a:t>
            </a:r>
            <a:r>
              <a:rPr lang="en-IN" sz="4000" b="1" dirty="0">
                <a:latin typeface="Calibri" panose="020F0502020204030204" pitchFamily="34" charset="0"/>
                <a:cs typeface="Calibri" panose="020F0502020204030204" pitchFamily="34" charset="0"/>
              </a:rPr>
              <a:t>of</a:t>
            </a:r>
            <a:r>
              <a:rPr lang="en-IN" sz="4000" b="1" spc="-55" dirty="0">
                <a:latin typeface="Calibri" panose="020F0502020204030204" pitchFamily="34" charset="0"/>
                <a:cs typeface="Calibri" panose="020F0502020204030204" pitchFamily="34" charset="0"/>
              </a:rPr>
              <a:t> </a:t>
            </a:r>
            <a:r>
              <a:rPr lang="en-IN" sz="4000" b="1" spc="-20" dirty="0">
                <a:latin typeface="Calibri" panose="020F0502020204030204" pitchFamily="34" charset="0"/>
                <a:cs typeface="Calibri" panose="020F0502020204030204" pitchFamily="34" charset="0"/>
              </a:rPr>
              <a:t>SDLC</a:t>
            </a:r>
            <a:endParaRPr lang="en-IN" sz="4000" b="1" dirty="0">
              <a:latin typeface="Calibri" panose="020F0502020204030204" pitchFamily="34" charset="0"/>
              <a:cs typeface="Calibri" panose="020F0502020204030204" pitchFamily="34" charset="0"/>
            </a:endParaRPr>
          </a:p>
        </p:txBody>
      </p:sp>
      <p:pic>
        <p:nvPicPr>
          <p:cNvPr id="2" name="object 8">
            <a:extLst>
              <a:ext uri="{FF2B5EF4-FFF2-40B4-BE49-F238E27FC236}">
                <a16:creationId xmlns:a16="http://schemas.microsoft.com/office/drawing/2014/main" id="{E2ED4E40-F131-B471-BD6A-083C82FE11F4}"/>
              </a:ext>
            </a:extLst>
          </p:cNvPr>
          <p:cNvPicPr/>
          <p:nvPr/>
        </p:nvPicPr>
        <p:blipFill>
          <a:blip r:embed="rId3" cstate="print"/>
          <a:stretch>
            <a:fillRect/>
          </a:stretch>
        </p:blipFill>
        <p:spPr>
          <a:xfrm>
            <a:off x="757456" y="1165814"/>
            <a:ext cx="4146234" cy="3832871"/>
          </a:xfrm>
          <a:prstGeom prst="rect">
            <a:avLst/>
          </a:prstGeom>
        </p:spPr>
      </p:pic>
      <p:sp>
        <p:nvSpPr>
          <p:cNvPr id="3" name="object 7">
            <a:extLst>
              <a:ext uri="{FF2B5EF4-FFF2-40B4-BE49-F238E27FC236}">
                <a16:creationId xmlns:a16="http://schemas.microsoft.com/office/drawing/2014/main" id="{203E24E6-90AD-9057-21F2-D72B98D9A43F}"/>
              </a:ext>
            </a:extLst>
          </p:cNvPr>
          <p:cNvSpPr txBox="1">
            <a:spLocks/>
          </p:cNvSpPr>
          <p:nvPr/>
        </p:nvSpPr>
        <p:spPr>
          <a:xfrm>
            <a:off x="664667" y="144815"/>
            <a:ext cx="4839335" cy="244475"/>
          </a:xfrm>
          <a:prstGeom prst="rect">
            <a:avLst/>
          </a:prstGeom>
        </p:spPr>
        <p:txBody>
          <a:bodyPr vert="horz" wrap="square" lIns="0" tIns="17145" rIns="0" bIns="0" rtlCol="0">
            <a:spAutoFit/>
          </a:bodyPr>
          <a:lstStyle>
            <a:lvl1pPr>
              <a:defRPr sz="1400" b="0" i="0">
                <a:solidFill>
                  <a:schemeClr val="bg1"/>
                </a:solidFill>
                <a:latin typeface="Tahoma"/>
                <a:ea typeface="+mj-ea"/>
                <a:cs typeface="Tahoma"/>
              </a:defRPr>
            </a:lvl1pPr>
          </a:lstStyle>
          <a:p>
            <a:pPr marL="12700" marR="0" lvl="0" indent="0" defTabSz="914400" eaLnBrk="1" fontAlgn="auto" latinLnBrk="0" hangingPunct="1">
              <a:lnSpc>
                <a:spcPct val="100000"/>
              </a:lnSpc>
              <a:spcBef>
                <a:spcPts val="135"/>
              </a:spcBef>
              <a:spcAft>
                <a:spcPts val="0"/>
              </a:spcAft>
              <a:buClrTx/>
              <a:buSzTx/>
              <a:buFontTx/>
              <a:buNone/>
              <a:tabLst/>
              <a:defRPr/>
            </a:pPr>
            <a:r>
              <a:rPr kumimoji="0" lang="en-IN" sz="1400" b="0" i="0" u="none" strike="noStrike" kern="0" cap="none" spc="-40" normalizeH="0" baseline="0" noProof="0">
                <a:ln>
                  <a:noFill/>
                </a:ln>
                <a:solidFill>
                  <a:sysClr val="window" lastClr="FFFFFF"/>
                </a:solidFill>
                <a:effectLst/>
                <a:uLnTx/>
                <a:uFillTx/>
                <a:latin typeface="Tahoma"/>
                <a:ea typeface="+mj-ea"/>
                <a:cs typeface="Tahoma"/>
              </a:rPr>
              <a:t>Stages</a:t>
            </a:r>
            <a:r>
              <a:rPr kumimoji="0" lang="en-IN" sz="1400" b="0" i="0" u="none" strike="noStrike" kern="0" cap="none" spc="-60" normalizeH="0" baseline="0" noProof="0">
                <a:ln>
                  <a:noFill/>
                </a:ln>
                <a:solidFill>
                  <a:sysClr val="window" lastClr="FFFFFF"/>
                </a:solidFill>
                <a:effectLst/>
                <a:uLnTx/>
                <a:uFillTx/>
                <a:latin typeface="Tahoma"/>
                <a:ea typeface="+mj-ea"/>
                <a:cs typeface="Tahoma"/>
              </a:rPr>
              <a:t> </a:t>
            </a:r>
            <a:r>
              <a:rPr kumimoji="0" lang="en-IN" sz="1400" b="0" i="0" u="none" strike="noStrike" kern="0" cap="none" spc="0" normalizeH="0" baseline="0" noProof="0">
                <a:ln>
                  <a:noFill/>
                </a:ln>
                <a:solidFill>
                  <a:sysClr val="window" lastClr="FFFFFF"/>
                </a:solidFill>
                <a:effectLst/>
                <a:uLnTx/>
                <a:uFillTx/>
                <a:latin typeface="Tahoma"/>
                <a:ea typeface="+mj-ea"/>
                <a:cs typeface="Tahoma"/>
              </a:rPr>
              <a:t>of</a:t>
            </a:r>
            <a:r>
              <a:rPr kumimoji="0" lang="en-IN" sz="1400" b="0" i="0" u="none" strike="noStrike" kern="0" cap="none" spc="-55" normalizeH="0" baseline="0" noProof="0">
                <a:ln>
                  <a:noFill/>
                </a:ln>
                <a:solidFill>
                  <a:sysClr val="window" lastClr="FFFFFF"/>
                </a:solidFill>
                <a:effectLst/>
                <a:uLnTx/>
                <a:uFillTx/>
                <a:latin typeface="Tahoma"/>
                <a:ea typeface="+mj-ea"/>
                <a:cs typeface="Tahoma"/>
              </a:rPr>
              <a:t> </a:t>
            </a:r>
            <a:r>
              <a:rPr kumimoji="0" lang="en-IN" sz="1400" b="0" i="0" u="none" strike="noStrike" kern="0" cap="none" spc="-20" normalizeH="0" baseline="0" noProof="0">
                <a:ln>
                  <a:noFill/>
                </a:ln>
                <a:solidFill>
                  <a:sysClr val="window" lastClr="FFFFFF"/>
                </a:solidFill>
                <a:effectLst/>
                <a:uLnTx/>
                <a:uFillTx/>
                <a:latin typeface="Tahoma"/>
                <a:ea typeface="+mj-ea"/>
                <a:cs typeface="Tahoma"/>
              </a:rPr>
              <a:t>SDLC</a:t>
            </a:r>
            <a:endParaRPr kumimoji="0" lang="en-IN" sz="1400" b="0" i="0" u="none" strike="noStrike" kern="0" cap="none" spc="-20" normalizeH="0" baseline="0" noProof="0" dirty="0">
              <a:ln>
                <a:noFill/>
              </a:ln>
              <a:solidFill>
                <a:sysClr val="window" lastClr="FFFFFF"/>
              </a:solidFill>
              <a:effectLst/>
              <a:uLnTx/>
              <a:uFillTx/>
              <a:latin typeface="Tahoma"/>
              <a:ea typeface="+mj-ea"/>
              <a:cs typeface="Tahoma"/>
            </a:endParaRPr>
          </a:p>
        </p:txBody>
      </p:sp>
      <p:graphicFrame>
        <p:nvGraphicFramePr>
          <p:cNvPr id="4" name="Diagram 3">
            <a:extLst>
              <a:ext uri="{FF2B5EF4-FFF2-40B4-BE49-F238E27FC236}">
                <a16:creationId xmlns:a16="http://schemas.microsoft.com/office/drawing/2014/main" id="{B32B1299-7FC2-3EC6-45F0-BBF7A5EC1648}"/>
              </a:ext>
            </a:extLst>
          </p:cNvPr>
          <p:cNvGraphicFramePr/>
          <p:nvPr>
            <p:extLst>
              <p:ext uri="{D42A27DB-BD31-4B8C-83A1-F6EECF244321}">
                <p14:modId xmlns:p14="http://schemas.microsoft.com/office/powerpoint/2010/main" val="1402176816"/>
              </p:ext>
            </p:extLst>
          </p:nvPr>
        </p:nvGraphicFramePr>
        <p:xfrm>
          <a:off x="4683489" y="1016387"/>
          <a:ext cx="4864608" cy="387798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326224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15AF66B-5071-BFC4-9703-3C96D4BEF654}"/>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98AA2233-FE65-98E5-CA95-56F6737F0A5B}"/>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3" name="TextBox 2">
            <a:extLst>
              <a:ext uri="{FF2B5EF4-FFF2-40B4-BE49-F238E27FC236}">
                <a16:creationId xmlns:a16="http://schemas.microsoft.com/office/drawing/2014/main" id="{24294D42-838F-4D48-077D-EF8F18059984}"/>
              </a:ext>
            </a:extLst>
          </p:cNvPr>
          <p:cNvSpPr txBox="1"/>
          <p:nvPr/>
        </p:nvSpPr>
        <p:spPr>
          <a:xfrm>
            <a:off x="1082040" y="920945"/>
            <a:ext cx="6979920" cy="2956066"/>
          </a:xfrm>
          <a:prstGeom prst="rect">
            <a:avLst/>
          </a:prstGeom>
          <a:noFill/>
        </p:spPr>
        <p:txBody>
          <a:bodyPr wrap="square">
            <a:spAutoFit/>
          </a:bodyPr>
          <a:lstStyle/>
          <a:p>
            <a:pPr algn="just">
              <a:lnSpc>
                <a:spcPct val="150000"/>
              </a:lnSpc>
              <a:spcAft>
                <a:spcPts val="2400"/>
              </a:spcAft>
            </a:pPr>
            <a:r>
              <a:rPr lang="en-US" sz="1800" dirty="0"/>
              <a:t>Requirements gathering is a crucial phase in the software development life cycle (SDLC) and project management. It involves collecting, documenting, and managing the requirements that define the features and functionalities of a system or application. The success of a project often depends on the accuracy and completeness of the gathered requirements in software.</a:t>
            </a:r>
            <a:endParaRPr lang="en-US" sz="1800" b="0" i="0" dirty="0">
              <a:solidFill>
                <a:srgbClr val="222222"/>
              </a:solidFill>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9CD56310-3822-ED39-B7B2-5EBDDA7D5574}"/>
              </a:ext>
            </a:extLst>
          </p:cNvPr>
          <p:cNvSpPr txBox="1"/>
          <p:nvPr/>
        </p:nvSpPr>
        <p:spPr>
          <a:xfrm>
            <a:off x="1135380" y="336560"/>
            <a:ext cx="7680960" cy="369845"/>
          </a:xfrm>
          <a:prstGeom prst="rect">
            <a:avLst/>
          </a:prstGeom>
          <a:noFill/>
        </p:spPr>
        <p:txBody>
          <a:bodyPr wrap="square">
            <a:spAutoFit/>
          </a:bodyPr>
          <a:lstStyle/>
          <a:p>
            <a:pPr>
              <a:lnSpc>
                <a:spcPts val="1875"/>
              </a:lnSpc>
            </a:pPr>
            <a:r>
              <a:rPr lang="en-US" sz="2800" b="1" dirty="0">
                <a:solidFill>
                  <a:srgbClr val="222222"/>
                </a:solidFill>
                <a:latin typeface="Calibri" panose="020F0502020204030204" pitchFamily="34" charset="0"/>
                <a:cs typeface="Calibri" panose="020F0502020204030204" pitchFamily="34" charset="0"/>
              </a:rPr>
              <a:t>Phase 1: Requirement Collection And Analysis</a:t>
            </a:r>
          </a:p>
        </p:txBody>
      </p:sp>
    </p:spTree>
    <p:extLst>
      <p:ext uri="{BB962C8B-B14F-4D97-AF65-F5344CB8AC3E}">
        <p14:creationId xmlns:p14="http://schemas.microsoft.com/office/powerpoint/2010/main" val="3177804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F0FBBC7-B9DC-0A89-E7CB-98FB22600D8C}"/>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3BC53054-A652-E4B4-EBC7-E33315A88964}"/>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3" name="TextBox 2">
            <a:extLst>
              <a:ext uri="{FF2B5EF4-FFF2-40B4-BE49-F238E27FC236}">
                <a16:creationId xmlns:a16="http://schemas.microsoft.com/office/drawing/2014/main" id="{1B1B847B-2AAA-FB17-25BA-4D452545B8F3}"/>
              </a:ext>
            </a:extLst>
          </p:cNvPr>
          <p:cNvSpPr txBox="1"/>
          <p:nvPr/>
        </p:nvSpPr>
        <p:spPr>
          <a:xfrm>
            <a:off x="1082040" y="920945"/>
            <a:ext cx="6979920" cy="1200329"/>
          </a:xfrm>
          <a:prstGeom prst="rect">
            <a:avLst/>
          </a:prstGeom>
          <a:noFill/>
        </p:spPr>
        <p:txBody>
          <a:bodyPr wrap="square">
            <a:spAutoFit/>
          </a:bodyPr>
          <a:lstStyle/>
          <a:p>
            <a:r>
              <a:rPr lang="en-US" sz="1800" dirty="0"/>
              <a:t>it involves several subprocesses to ensure a comprehensive understanding of the project's needs. The main subprocesses include:</a:t>
            </a:r>
          </a:p>
          <a:p>
            <a:pPr algn="just">
              <a:spcAft>
                <a:spcPts val="2400"/>
              </a:spcAft>
            </a:pPr>
            <a:endParaRPr lang="en-US" sz="1800" b="0" i="0" dirty="0">
              <a:solidFill>
                <a:srgbClr val="222222"/>
              </a:solidFill>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0C2A0CAC-3706-B6BF-A292-CBD740701CB3}"/>
              </a:ext>
            </a:extLst>
          </p:cNvPr>
          <p:cNvSpPr txBox="1"/>
          <p:nvPr/>
        </p:nvSpPr>
        <p:spPr>
          <a:xfrm>
            <a:off x="1135380" y="336560"/>
            <a:ext cx="7680960" cy="369845"/>
          </a:xfrm>
          <a:prstGeom prst="rect">
            <a:avLst/>
          </a:prstGeom>
          <a:noFill/>
        </p:spPr>
        <p:txBody>
          <a:bodyPr wrap="square">
            <a:spAutoFit/>
          </a:bodyPr>
          <a:lstStyle/>
          <a:p>
            <a:pPr>
              <a:lnSpc>
                <a:spcPts val="1875"/>
              </a:lnSpc>
            </a:pPr>
            <a:r>
              <a:rPr lang="en-US" sz="2800" b="1" dirty="0">
                <a:solidFill>
                  <a:srgbClr val="222222"/>
                </a:solidFill>
                <a:latin typeface="Calibri" panose="020F0502020204030204" pitchFamily="34" charset="0"/>
                <a:cs typeface="Calibri" panose="020F0502020204030204" pitchFamily="34" charset="0"/>
              </a:rPr>
              <a:t>Phase 1: Requirement Collection And Analysis</a:t>
            </a:r>
          </a:p>
        </p:txBody>
      </p:sp>
      <p:pic>
        <p:nvPicPr>
          <p:cNvPr id="5" name="Picture 4">
            <a:extLst>
              <a:ext uri="{FF2B5EF4-FFF2-40B4-BE49-F238E27FC236}">
                <a16:creationId xmlns:a16="http://schemas.microsoft.com/office/drawing/2014/main" id="{B8CC03BE-A446-06EE-6A3B-318417DAEF9C}"/>
              </a:ext>
            </a:extLst>
          </p:cNvPr>
          <p:cNvPicPr>
            <a:picLocks noChangeAspect="1"/>
          </p:cNvPicPr>
          <p:nvPr/>
        </p:nvPicPr>
        <p:blipFill>
          <a:blip r:embed="rId3"/>
          <a:stretch>
            <a:fillRect/>
          </a:stretch>
        </p:blipFill>
        <p:spPr>
          <a:xfrm>
            <a:off x="861060" y="1869539"/>
            <a:ext cx="7315200" cy="3139993"/>
          </a:xfrm>
          <a:prstGeom prst="rect">
            <a:avLst/>
          </a:prstGeom>
        </p:spPr>
      </p:pic>
    </p:spTree>
    <p:extLst>
      <p:ext uri="{BB962C8B-B14F-4D97-AF65-F5344CB8AC3E}">
        <p14:creationId xmlns:p14="http://schemas.microsoft.com/office/powerpoint/2010/main" val="15478045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70C32ED-8CC4-DE2C-F017-20C3FC39BFDD}"/>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2B282C2C-9443-480D-3EBE-E41AC9425194}"/>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9" name="TextBox 8">
            <a:extLst>
              <a:ext uri="{FF2B5EF4-FFF2-40B4-BE49-F238E27FC236}">
                <a16:creationId xmlns:a16="http://schemas.microsoft.com/office/drawing/2014/main" id="{F7551CBB-805C-0704-88EB-09E5BB03FAE6}"/>
              </a:ext>
            </a:extLst>
          </p:cNvPr>
          <p:cNvSpPr txBox="1"/>
          <p:nvPr/>
        </p:nvSpPr>
        <p:spPr>
          <a:xfrm>
            <a:off x="1463040" y="271737"/>
            <a:ext cx="7146484" cy="368691"/>
          </a:xfrm>
          <a:prstGeom prst="rect">
            <a:avLst/>
          </a:prstGeom>
          <a:noFill/>
        </p:spPr>
        <p:txBody>
          <a:bodyPr wrap="square">
            <a:spAutoFit/>
          </a:bodyPr>
          <a:lstStyle/>
          <a:p>
            <a:pPr algn="ctr">
              <a:lnSpc>
                <a:spcPts val="1875"/>
              </a:lnSpc>
            </a:pPr>
            <a:r>
              <a:rPr lang="en-US" sz="2800" b="1" dirty="0">
                <a:solidFill>
                  <a:srgbClr val="222222"/>
                </a:solidFill>
                <a:latin typeface="Source Sans Pro" panose="020B0503030403020204" pitchFamily="34" charset="0"/>
              </a:rPr>
              <a:t>Phase 2: Feasibility study</a:t>
            </a:r>
          </a:p>
        </p:txBody>
      </p:sp>
      <p:sp>
        <p:nvSpPr>
          <p:cNvPr id="3" name="TextBox 2">
            <a:extLst>
              <a:ext uri="{FF2B5EF4-FFF2-40B4-BE49-F238E27FC236}">
                <a16:creationId xmlns:a16="http://schemas.microsoft.com/office/drawing/2014/main" id="{53898860-4522-3408-056D-F8DB91885DCA}"/>
              </a:ext>
            </a:extLst>
          </p:cNvPr>
          <p:cNvSpPr txBox="1"/>
          <p:nvPr/>
        </p:nvSpPr>
        <p:spPr>
          <a:xfrm>
            <a:off x="1166308" y="794957"/>
            <a:ext cx="7443216" cy="3847207"/>
          </a:xfrm>
          <a:prstGeom prst="rect">
            <a:avLst/>
          </a:prstGeom>
          <a:noFill/>
        </p:spPr>
        <p:txBody>
          <a:bodyPr wrap="square">
            <a:spAutoFit/>
          </a:bodyPr>
          <a:lstStyle/>
          <a:p>
            <a:pPr algn="just">
              <a:buNone/>
            </a:pPr>
            <a:r>
              <a:rPr lang="en-US" sz="1800" dirty="0"/>
              <a:t>A feasibility study is designed to reveal whether a project/plan is feasible</a:t>
            </a:r>
          </a:p>
          <a:p>
            <a:pPr algn="just">
              <a:buNone/>
            </a:pPr>
            <a:r>
              <a:rPr lang="en-US" sz="1800" b="1" i="0" dirty="0">
                <a:solidFill>
                  <a:srgbClr val="222222"/>
                </a:solidFill>
                <a:effectLst/>
                <a:latin typeface="Calibri" panose="020F0502020204030204" pitchFamily="34" charset="0"/>
                <a:cs typeface="Calibri" panose="020F0502020204030204" pitchFamily="34" charset="0"/>
              </a:rPr>
              <a:t>There are mainly five types of feasibility checks:</a:t>
            </a:r>
            <a:endParaRPr lang="en-US" sz="1800" b="0" i="0" dirty="0">
              <a:solidFill>
                <a:srgbClr val="222222"/>
              </a:solidFill>
              <a:effectLst/>
              <a:latin typeface="Calibri" panose="020F0502020204030204" pitchFamily="34" charset="0"/>
              <a:cs typeface="Calibri" panose="020F0502020204030204" pitchFamily="34" charset="0"/>
            </a:endParaRPr>
          </a:p>
          <a:p>
            <a:pPr algn="just">
              <a:buFont typeface="Arial" panose="020B0604020202020204" pitchFamily="34" charset="0"/>
              <a:buChar char="•"/>
            </a:pPr>
            <a:r>
              <a:rPr lang="en-US" sz="1800" b="1" i="0" dirty="0">
                <a:solidFill>
                  <a:srgbClr val="222222"/>
                </a:solidFill>
                <a:effectLst/>
                <a:latin typeface="Calibri" panose="020F0502020204030204" pitchFamily="34" charset="0"/>
                <a:cs typeface="Calibri" panose="020F0502020204030204" pitchFamily="34" charset="0"/>
              </a:rPr>
              <a:t>Economic: </a:t>
            </a:r>
            <a:r>
              <a:rPr lang="en-US" sz="1800" b="0" i="0" dirty="0">
                <a:solidFill>
                  <a:srgbClr val="222222"/>
                </a:solidFill>
                <a:effectLst/>
                <a:latin typeface="Calibri" panose="020F0502020204030204" pitchFamily="34" charset="0"/>
                <a:cs typeface="Calibri" panose="020F0502020204030204" pitchFamily="34" charset="0"/>
              </a:rPr>
              <a:t>Can we complete the project within the budget or not?</a:t>
            </a:r>
          </a:p>
          <a:p>
            <a:pPr algn="just">
              <a:buFont typeface="Arial" panose="020B0604020202020204" pitchFamily="34" charset="0"/>
              <a:buChar char="•"/>
            </a:pPr>
            <a:r>
              <a:rPr lang="en-US" sz="1800" b="1" i="0" dirty="0">
                <a:solidFill>
                  <a:srgbClr val="222222"/>
                </a:solidFill>
                <a:effectLst/>
                <a:latin typeface="Calibri" panose="020F0502020204030204" pitchFamily="34" charset="0"/>
                <a:cs typeface="Calibri" panose="020F0502020204030204" pitchFamily="34" charset="0"/>
              </a:rPr>
              <a:t>Legal:</a:t>
            </a:r>
            <a:r>
              <a:rPr lang="en-US" sz="1800" b="0" i="0" dirty="0">
                <a:solidFill>
                  <a:srgbClr val="222222"/>
                </a:solidFill>
                <a:effectLst/>
                <a:latin typeface="Calibri" panose="020F0502020204030204" pitchFamily="34" charset="0"/>
                <a:cs typeface="Calibri" panose="020F0502020204030204" pitchFamily="34" charset="0"/>
              </a:rPr>
              <a:t> Can we handle this project as cyber law and other regulatory frameworks/compliances?</a:t>
            </a:r>
          </a:p>
          <a:p>
            <a:pPr algn="just">
              <a:buFont typeface="Arial" panose="020B0604020202020204" pitchFamily="34" charset="0"/>
              <a:buChar char="•"/>
            </a:pPr>
            <a:r>
              <a:rPr lang="en-US" sz="1800" b="1" i="0" dirty="0">
                <a:solidFill>
                  <a:srgbClr val="222222"/>
                </a:solidFill>
                <a:effectLst/>
                <a:latin typeface="Calibri" panose="020F0502020204030204" pitchFamily="34" charset="0"/>
                <a:cs typeface="Calibri" panose="020F0502020204030204" pitchFamily="34" charset="0"/>
              </a:rPr>
              <a:t>Operation feasibility:</a:t>
            </a:r>
            <a:r>
              <a:rPr lang="en-US" sz="1800" b="0" i="0" dirty="0">
                <a:solidFill>
                  <a:srgbClr val="222222"/>
                </a:solidFill>
                <a:effectLst/>
                <a:latin typeface="Calibri" panose="020F0502020204030204" pitchFamily="34" charset="0"/>
                <a:cs typeface="Calibri" panose="020F0502020204030204" pitchFamily="34" charset="0"/>
              </a:rPr>
              <a:t> Can we create operations that is expected by the client?</a:t>
            </a:r>
          </a:p>
          <a:p>
            <a:pPr algn="just">
              <a:buFont typeface="Arial" panose="020B0604020202020204" pitchFamily="34" charset="0"/>
              <a:buChar char="•"/>
            </a:pPr>
            <a:r>
              <a:rPr lang="en-US" sz="1800" b="1" i="0" dirty="0">
                <a:solidFill>
                  <a:srgbClr val="222222"/>
                </a:solidFill>
                <a:effectLst/>
                <a:latin typeface="Calibri" panose="020F0502020204030204" pitchFamily="34" charset="0"/>
                <a:cs typeface="Calibri" panose="020F0502020204030204" pitchFamily="34" charset="0"/>
              </a:rPr>
              <a:t>Technical:</a:t>
            </a:r>
            <a:r>
              <a:rPr lang="en-US" sz="1800" b="0" i="0" dirty="0">
                <a:solidFill>
                  <a:srgbClr val="222222"/>
                </a:solidFill>
                <a:effectLst/>
                <a:latin typeface="Calibri" panose="020F0502020204030204" pitchFamily="34" charset="0"/>
                <a:cs typeface="Calibri" panose="020F0502020204030204" pitchFamily="34" charset="0"/>
              </a:rPr>
              <a:t> Need to check whether the current computer system can support the software</a:t>
            </a:r>
          </a:p>
          <a:p>
            <a:pPr algn="just">
              <a:buFont typeface="Arial" panose="020B0604020202020204" pitchFamily="34" charset="0"/>
              <a:buChar char="•"/>
            </a:pPr>
            <a:r>
              <a:rPr lang="en-US" sz="1800" b="1" i="0" dirty="0">
                <a:solidFill>
                  <a:srgbClr val="222222"/>
                </a:solidFill>
                <a:effectLst/>
                <a:latin typeface="Calibri" panose="020F0502020204030204" pitchFamily="34" charset="0"/>
                <a:cs typeface="Calibri" panose="020F0502020204030204" pitchFamily="34" charset="0"/>
              </a:rPr>
              <a:t>Schedule:</a:t>
            </a:r>
            <a:r>
              <a:rPr lang="en-US" sz="1800" b="0" i="0" dirty="0">
                <a:solidFill>
                  <a:srgbClr val="222222"/>
                </a:solidFill>
                <a:effectLst/>
                <a:latin typeface="Calibri" panose="020F0502020204030204" pitchFamily="34" charset="0"/>
                <a:cs typeface="Calibri" panose="020F0502020204030204" pitchFamily="34" charset="0"/>
              </a:rPr>
              <a:t> Decide whether the project can be completed within the given schedule or not.</a:t>
            </a:r>
          </a:p>
          <a:p>
            <a:pPr>
              <a:buNone/>
            </a:pPr>
            <a:br>
              <a:rPr lang="en-US" b="0" i="0" dirty="0">
                <a:solidFill>
                  <a:srgbClr val="222222"/>
                </a:solidFill>
                <a:effectLst/>
                <a:latin typeface="Source Sans Pro" panose="020B0503030403020204" pitchFamily="34" charset="0"/>
              </a:rPr>
            </a:br>
            <a:endParaRPr lang="en-IN" dirty="0"/>
          </a:p>
        </p:txBody>
      </p:sp>
    </p:spTree>
    <p:extLst>
      <p:ext uri="{BB962C8B-B14F-4D97-AF65-F5344CB8AC3E}">
        <p14:creationId xmlns:p14="http://schemas.microsoft.com/office/powerpoint/2010/main" val="23266178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34E45D47-1C59-54A6-772F-41F1B6DF756D}"/>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961D510D-2B5A-FA46-43C7-0B69B203A27D}"/>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9" name="TextBox 8">
            <a:extLst>
              <a:ext uri="{FF2B5EF4-FFF2-40B4-BE49-F238E27FC236}">
                <a16:creationId xmlns:a16="http://schemas.microsoft.com/office/drawing/2014/main" id="{FEFADC9A-8C0D-DEBD-D0E8-337194633887}"/>
              </a:ext>
            </a:extLst>
          </p:cNvPr>
          <p:cNvSpPr txBox="1"/>
          <p:nvPr/>
        </p:nvSpPr>
        <p:spPr>
          <a:xfrm>
            <a:off x="1463040" y="271737"/>
            <a:ext cx="7146484" cy="368691"/>
          </a:xfrm>
          <a:prstGeom prst="rect">
            <a:avLst/>
          </a:prstGeom>
          <a:noFill/>
        </p:spPr>
        <p:txBody>
          <a:bodyPr wrap="square">
            <a:spAutoFit/>
          </a:bodyPr>
          <a:lstStyle/>
          <a:p>
            <a:pPr algn="ctr">
              <a:lnSpc>
                <a:spcPts val="1875"/>
              </a:lnSpc>
            </a:pPr>
            <a:r>
              <a:rPr lang="en-US" sz="2800" b="1" dirty="0">
                <a:solidFill>
                  <a:srgbClr val="222222"/>
                </a:solidFill>
                <a:latin typeface="Source Sans Pro" panose="020B0503030403020204" pitchFamily="34" charset="0"/>
              </a:rPr>
              <a:t>Phase 2: Feasibility study</a:t>
            </a:r>
          </a:p>
        </p:txBody>
      </p:sp>
      <p:sp>
        <p:nvSpPr>
          <p:cNvPr id="3" name="TextBox 2">
            <a:extLst>
              <a:ext uri="{FF2B5EF4-FFF2-40B4-BE49-F238E27FC236}">
                <a16:creationId xmlns:a16="http://schemas.microsoft.com/office/drawing/2014/main" id="{1AE41B6C-8405-1714-0A64-9F85510DECB2}"/>
              </a:ext>
            </a:extLst>
          </p:cNvPr>
          <p:cNvSpPr txBox="1"/>
          <p:nvPr/>
        </p:nvSpPr>
        <p:spPr>
          <a:xfrm>
            <a:off x="1166308" y="794957"/>
            <a:ext cx="7443216" cy="523220"/>
          </a:xfrm>
          <a:prstGeom prst="rect">
            <a:avLst/>
          </a:prstGeom>
          <a:noFill/>
        </p:spPr>
        <p:txBody>
          <a:bodyPr wrap="square">
            <a:spAutoFit/>
          </a:bodyPr>
          <a:lstStyle/>
          <a:p>
            <a:pPr>
              <a:buNone/>
            </a:pPr>
            <a:br>
              <a:rPr lang="en-US" b="0" i="0" dirty="0">
                <a:solidFill>
                  <a:srgbClr val="222222"/>
                </a:solidFill>
                <a:effectLst/>
                <a:latin typeface="Source Sans Pro" panose="020B0503030403020204" pitchFamily="34" charset="0"/>
              </a:rPr>
            </a:br>
            <a:endParaRPr lang="en-IN" dirty="0"/>
          </a:p>
        </p:txBody>
      </p:sp>
      <p:pic>
        <p:nvPicPr>
          <p:cNvPr id="4" name="Picture 3">
            <a:extLst>
              <a:ext uri="{FF2B5EF4-FFF2-40B4-BE49-F238E27FC236}">
                <a16:creationId xmlns:a16="http://schemas.microsoft.com/office/drawing/2014/main" id="{858F6092-DD3A-B46B-5F72-7C4D93B152E0}"/>
              </a:ext>
            </a:extLst>
          </p:cNvPr>
          <p:cNvPicPr>
            <a:picLocks noChangeAspect="1"/>
          </p:cNvPicPr>
          <p:nvPr/>
        </p:nvPicPr>
        <p:blipFill>
          <a:blip r:embed="rId3"/>
          <a:stretch>
            <a:fillRect/>
          </a:stretch>
        </p:blipFill>
        <p:spPr>
          <a:xfrm>
            <a:off x="699964" y="891541"/>
            <a:ext cx="7909560" cy="3916680"/>
          </a:xfrm>
          <a:prstGeom prst="rect">
            <a:avLst/>
          </a:prstGeom>
        </p:spPr>
      </p:pic>
    </p:spTree>
    <p:extLst>
      <p:ext uri="{BB962C8B-B14F-4D97-AF65-F5344CB8AC3E}">
        <p14:creationId xmlns:p14="http://schemas.microsoft.com/office/powerpoint/2010/main" val="40747026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0AF1DD9C-AD4E-0F48-17F1-86EEE903A8DF}"/>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E61A3AC7-3631-A862-F3ED-4126D5AB261C}"/>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5" name="TextBox 4">
            <a:extLst>
              <a:ext uri="{FF2B5EF4-FFF2-40B4-BE49-F238E27FC236}">
                <a16:creationId xmlns:a16="http://schemas.microsoft.com/office/drawing/2014/main" id="{E6B3E544-FE2F-A144-0862-38AE442A0A70}"/>
              </a:ext>
            </a:extLst>
          </p:cNvPr>
          <p:cNvSpPr txBox="1"/>
          <p:nvPr/>
        </p:nvSpPr>
        <p:spPr>
          <a:xfrm>
            <a:off x="388620" y="1342688"/>
            <a:ext cx="7978140" cy="2092881"/>
          </a:xfrm>
          <a:prstGeom prst="rect">
            <a:avLst/>
          </a:prstGeom>
          <a:noFill/>
        </p:spPr>
        <p:txBody>
          <a:bodyPr wrap="square">
            <a:spAutoFit/>
          </a:bodyPr>
          <a:lstStyle/>
          <a:p>
            <a:pPr algn="just">
              <a:spcAft>
                <a:spcPts val="2400"/>
              </a:spcAft>
              <a:buNone/>
            </a:pPr>
            <a:r>
              <a:rPr lang="en-US" sz="1800" b="0" i="0" dirty="0">
                <a:solidFill>
                  <a:srgbClr val="222222"/>
                </a:solidFill>
                <a:effectLst/>
                <a:latin typeface="Calibri" panose="020F0502020204030204" pitchFamily="34" charset="0"/>
                <a:cs typeface="Calibri" panose="020F0502020204030204" pitchFamily="34" charset="0"/>
              </a:rPr>
              <a:t>In this third phase, the system and software design documents are prepared as per the requirement specification document. This helps define overall system architecture.</a:t>
            </a:r>
          </a:p>
          <a:p>
            <a:pPr algn="just">
              <a:spcAft>
                <a:spcPts val="2400"/>
              </a:spcAft>
              <a:buNone/>
            </a:pPr>
            <a:r>
              <a:rPr lang="en-US" sz="1800" b="0" i="0" dirty="0">
                <a:solidFill>
                  <a:srgbClr val="222222"/>
                </a:solidFill>
                <a:effectLst/>
                <a:latin typeface="Calibri" panose="020F0502020204030204" pitchFamily="34" charset="0"/>
                <a:cs typeface="Calibri" panose="020F0502020204030204" pitchFamily="34" charset="0"/>
              </a:rPr>
              <a:t>This design phase serves as input for the next phase of the model.</a:t>
            </a:r>
          </a:p>
          <a:p>
            <a:pPr algn="just">
              <a:spcAft>
                <a:spcPts val="2400"/>
              </a:spcAft>
            </a:pPr>
            <a:r>
              <a:rPr lang="en-US" sz="1800" b="0" i="0" dirty="0">
                <a:solidFill>
                  <a:srgbClr val="222222"/>
                </a:solidFill>
                <a:effectLst/>
                <a:latin typeface="Calibri" panose="020F0502020204030204" pitchFamily="34" charset="0"/>
                <a:cs typeface="Calibri" panose="020F0502020204030204" pitchFamily="34" charset="0"/>
              </a:rPr>
              <a:t>There are two kinds of design documents developed in this phase:</a:t>
            </a:r>
          </a:p>
        </p:txBody>
      </p:sp>
      <p:sp>
        <p:nvSpPr>
          <p:cNvPr id="2" name="TextBox 1">
            <a:extLst>
              <a:ext uri="{FF2B5EF4-FFF2-40B4-BE49-F238E27FC236}">
                <a16:creationId xmlns:a16="http://schemas.microsoft.com/office/drawing/2014/main" id="{6109B18C-5576-4AED-72C5-0D192DE20562}"/>
              </a:ext>
            </a:extLst>
          </p:cNvPr>
          <p:cNvSpPr txBox="1"/>
          <p:nvPr/>
        </p:nvSpPr>
        <p:spPr>
          <a:xfrm>
            <a:off x="1043940" y="530817"/>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Phase 3: Design</a:t>
            </a:r>
          </a:p>
        </p:txBody>
      </p:sp>
    </p:spTree>
    <p:extLst>
      <p:ext uri="{BB962C8B-B14F-4D97-AF65-F5344CB8AC3E}">
        <p14:creationId xmlns:p14="http://schemas.microsoft.com/office/powerpoint/2010/main" val="911651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EF94B1F-30E8-7CD6-175A-496910BBC8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635A68-2E9F-E395-C227-A900FBB8CFD4}"/>
              </a:ext>
            </a:extLst>
          </p:cNvPr>
          <p:cNvSpPr txBox="1"/>
          <p:nvPr/>
        </p:nvSpPr>
        <p:spPr>
          <a:xfrm>
            <a:off x="1104900" y="271737"/>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Phase 3: Design</a:t>
            </a:r>
          </a:p>
        </p:txBody>
      </p:sp>
      <p:pic>
        <p:nvPicPr>
          <p:cNvPr id="6" name="Picture 5">
            <a:extLst>
              <a:ext uri="{FF2B5EF4-FFF2-40B4-BE49-F238E27FC236}">
                <a16:creationId xmlns:a16="http://schemas.microsoft.com/office/drawing/2014/main" id="{1D8977C3-352A-54B3-6BA7-5EB19CA2E714}"/>
              </a:ext>
            </a:extLst>
          </p:cNvPr>
          <p:cNvPicPr>
            <a:picLocks noChangeAspect="1"/>
          </p:cNvPicPr>
          <p:nvPr/>
        </p:nvPicPr>
        <p:blipFill>
          <a:blip r:embed="rId3"/>
          <a:stretch>
            <a:fillRect/>
          </a:stretch>
        </p:blipFill>
        <p:spPr>
          <a:xfrm>
            <a:off x="685801" y="2636520"/>
            <a:ext cx="7322819" cy="2303823"/>
          </a:xfrm>
          <a:prstGeom prst="rect">
            <a:avLst/>
          </a:prstGeom>
        </p:spPr>
      </p:pic>
      <p:sp>
        <p:nvSpPr>
          <p:cNvPr id="8" name="TextBox 7">
            <a:extLst>
              <a:ext uri="{FF2B5EF4-FFF2-40B4-BE49-F238E27FC236}">
                <a16:creationId xmlns:a16="http://schemas.microsoft.com/office/drawing/2014/main" id="{C74C37D5-CC17-BF3A-E75E-EDE6036C4A94}"/>
              </a:ext>
            </a:extLst>
          </p:cNvPr>
          <p:cNvSpPr txBox="1"/>
          <p:nvPr/>
        </p:nvSpPr>
        <p:spPr>
          <a:xfrm>
            <a:off x="861060" y="1089344"/>
            <a:ext cx="7109460" cy="1477328"/>
          </a:xfrm>
          <a:prstGeom prst="rect">
            <a:avLst/>
          </a:prstGeom>
          <a:noFill/>
        </p:spPr>
        <p:txBody>
          <a:bodyPr wrap="square">
            <a:spAutoFit/>
          </a:bodyPr>
          <a:lstStyle/>
          <a:p>
            <a:pPr algn="just"/>
            <a:r>
              <a:rPr lang="en-US" sz="1800" dirty="0">
                <a:latin typeface="Calibri" panose="020F0502020204030204" pitchFamily="34" charset="0"/>
                <a:cs typeface="Calibri" panose="020F0502020204030204" pitchFamily="34" charset="0"/>
              </a:rPr>
              <a:t>The </a:t>
            </a:r>
            <a:r>
              <a:rPr lang="en-US" sz="1800" b="1" dirty="0">
                <a:latin typeface="Calibri" panose="020F0502020204030204" pitchFamily="34" charset="0"/>
                <a:cs typeface="Calibri" panose="020F0502020204030204" pitchFamily="34" charset="0"/>
              </a:rPr>
              <a:t>Design Phase</a:t>
            </a:r>
            <a:r>
              <a:rPr lang="en-US" sz="1800" dirty="0">
                <a:latin typeface="Calibri" panose="020F0502020204030204" pitchFamily="34" charset="0"/>
                <a:cs typeface="Calibri" panose="020F0502020204030204" pitchFamily="34" charset="0"/>
              </a:rPr>
              <a:t> of software development deals with transforming the customer requirements as described in the SRS(Software Requirement Specification) documents into a form implementable using a programming language</a:t>
            </a:r>
            <a:r>
              <a:rPr lang="en-US" dirty="0"/>
              <a:t>. </a:t>
            </a:r>
            <a:r>
              <a:rPr lang="en-US" sz="1800" dirty="0">
                <a:latin typeface="Calibri" panose="020F0502020204030204" pitchFamily="34" charset="0"/>
                <a:cs typeface="Calibri" panose="020F0502020204030204" pitchFamily="34" charset="0"/>
              </a:rPr>
              <a:t>The software design process can be divided into the following three levels or phases of design:</a:t>
            </a:r>
          </a:p>
        </p:txBody>
      </p:sp>
    </p:spTree>
    <p:extLst>
      <p:ext uri="{BB962C8B-B14F-4D97-AF65-F5344CB8AC3E}">
        <p14:creationId xmlns:p14="http://schemas.microsoft.com/office/powerpoint/2010/main" val="9678842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9063BC79-E253-E437-CC60-991F36AF7C6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A13ACC7-D99A-2DCC-3705-F6C9080BCB2D}"/>
              </a:ext>
            </a:extLst>
          </p:cNvPr>
          <p:cNvSpPr txBox="1"/>
          <p:nvPr/>
        </p:nvSpPr>
        <p:spPr>
          <a:xfrm>
            <a:off x="1082040" y="271737"/>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Software Development/Coding</a:t>
            </a:r>
          </a:p>
        </p:txBody>
      </p:sp>
      <p:sp>
        <p:nvSpPr>
          <p:cNvPr id="4" name="TextBox 3">
            <a:extLst>
              <a:ext uri="{FF2B5EF4-FFF2-40B4-BE49-F238E27FC236}">
                <a16:creationId xmlns:a16="http://schemas.microsoft.com/office/drawing/2014/main" id="{F2F0849E-1705-7B21-F025-AB7EA7ACB068}"/>
              </a:ext>
            </a:extLst>
          </p:cNvPr>
          <p:cNvSpPr txBox="1"/>
          <p:nvPr/>
        </p:nvSpPr>
        <p:spPr>
          <a:xfrm>
            <a:off x="922020" y="1379786"/>
            <a:ext cx="7421880" cy="2542363"/>
          </a:xfrm>
          <a:prstGeom prst="rect">
            <a:avLst/>
          </a:prstGeom>
          <a:noFill/>
        </p:spPr>
        <p:txBody>
          <a:bodyPr wrap="square">
            <a:spAutoFit/>
          </a:bodyPr>
          <a:lstStyle/>
          <a:p>
            <a:pPr algn="l" rtl="0">
              <a:lnSpc>
                <a:spcPct val="150000"/>
              </a:lnSpc>
              <a:buNone/>
            </a:pPr>
            <a:r>
              <a:rPr lang="en-US" sz="1800" dirty="0">
                <a:effectLst/>
                <a:latin typeface="+mj-lt"/>
              </a:rPr>
              <a:t>This is the longest phase where the actual building takes place. Developers write code based on the Design Document.</a:t>
            </a:r>
          </a:p>
          <a:p>
            <a:pPr>
              <a:lnSpc>
                <a:spcPct val="150000"/>
              </a:lnSpc>
              <a:buFont typeface="Arial" panose="020B0604020202020204" pitchFamily="34" charset="0"/>
              <a:buChar char="•"/>
            </a:pPr>
            <a:r>
              <a:rPr lang="en-US" sz="1800" b="1" dirty="0">
                <a:latin typeface="+mj-lt"/>
              </a:rPr>
              <a:t>Activities:</a:t>
            </a:r>
            <a:r>
              <a:rPr lang="en-US" sz="1800" dirty="0">
                <a:latin typeface="+mj-lt"/>
              </a:rPr>
              <a:t> Coding, Code Reviews, Unit Testing, and Static Code Analysis.</a:t>
            </a:r>
          </a:p>
          <a:p>
            <a:pPr>
              <a:lnSpc>
                <a:spcPct val="150000"/>
              </a:lnSpc>
              <a:buFont typeface="Arial" panose="020B0604020202020204" pitchFamily="34" charset="0"/>
              <a:buChar char="•"/>
            </a:pPr>
            <a:r>
              <a:rPr lang="en-US" sz="1800" b="1" dirty="0">
                <a:latin typeface="+mj-lt"/>
              </a:rPr>
              <a:t>Tools:</a:t>
            </a:r>
            <a:r>
              <a:rPr lang="en-US" sz="1800" dirty="0">
                <a:latin typeface="+mj-lt"/>
              </a:rPr>
              <a:t> Compilers, Debuggers, IDEs (VS Code, IntelliJ), Version Control (Git).</a:t>
            </a:r>
          </a:p>
          <a:p>
            <a:pPr>
              <a:lnSpc>
                <a:spcPct val="150000"/>
              </a:lnSpc>
              <a:buFont typeface="Arial" panose="020B0604020202020204" pitchFamily="34" charset="0"/>
              <a:buChar char="•"/>
            </a:pPr>
            <a:r>
              <a:rPr lang="en-US" sz="1800" b="1" dirty="0">
                <a:latin typeface="+mj-lt"/>
              </a:rPr>
              <a:t>Output:</a:t>
            </a:r>
            <a:r>
              <a:rPr lang="en-US" sz="1800" dirty="0">
                <a:latin typeface="+mj-lt"/>
              </a:rPr>
              <a:t> Source Code, Executable Software.</a:t>
            </a:r>
          </a:p>
          <a:p>
            <a:pPr>
              <a:lnSpc>
                <a:spcPct val="150000"/>
              </a:lnSpc>
              <a:buFont typeface="Arial" panose="020B0604020202020204" pitchFamily="34" charset="0"/>
              <a:buChar char="•"/>
            </a:pPr>
            <a:r>
              <a:rPr lang="en-US" sz="1800" b="1" dirty="0">
                <a:latin typeface="+mj-lt"/>
              </a:rPr>
              <a:t>Key Players:</a:t>
            </a:r>
            <a:r>
              <a:rPr lang="en-US" sz="1800" dirty="0">
                <a:latin typeface="+mj-lt"/>
              </a:rPr>
              <a:t> Developers (Frontend, Backend, Full Stack).</a:t>
            </a:r>
          </a:p>
        </p:txBody>
      </p:sp>
    </p:spTree>
    <p:extLst>
      <p:ext uri="{BB962C8B-B14F-4D97-AF65-F5344CB8AC3E}">
        <p14:creationId xmlns:p14="http://schemas.microsoft.com/office/powerpoint/2010/main" val="41941470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3671EDD-DC21-08AD-5861-4E670E48FAE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F72274-2512-0AD6-16F7-AF310632327D}"/>
              </a:ext>
            </a:extLst>
          </p:cNvPr>
          <p:cNvSpPr txBox="1"/>
          <p:nvPr/>
        </p:nvSpPr>
        <p:spPr>
          <a:xfrm>
            <a:off x="1082040" y="271737"/>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Software Development/Coding</a:t>
            </a:r>
          </a:p>
        </p:txBody>
      </p:sp>
      <p:pic>
        <p:nvPicPr>
          <p:cNvPr id="7" name="Picture 6">
            <a:extLst>
              <a:ext uri="{FF2B5EF4-FFF2-40B4-BE49-F238E27FC236}">
                <a16:creationId xmlns:a16="http://schemas.microsoft.com/office/drawing/2014/main" id="{F70CABE6-7D3A-BEDB-EDBA-8108B46D292C}"/>
              </a:ext>
            </a:extLst>
          </p:cNvPr>
          <p:cNvPicPr>
            <a:picLocks noChangeAspect="1"/>
          </p:cNvPicPr>
          <p:nvPr/>
        </p:nvPicPr>
        <p:blipFill>
          <a:blip r:embed="rId3"/>
          <a:stretch>
            <a:fillRect/>
          </a:stretch>
        </p:blipFill>
        <p:spPr>
          <a:xfrm>
            <a:off x="0" y="1364400"/>
            <a:ext cx="9144000" cy="3146220"/>
          </a:xfrm>
          <a:prstGeom prst="rect">
            <a:avLst/>
          </a:prstGeom>
        </p:spPr>
      </p:pic>
    </p:spTree>
    <p:extLst>
      <p:ext uri="{BB962C8B-B14F-4D97-AF65-F5344CB8AC3E}">
        <p14:creationId xmlns:p14="http://schemas.microsoft.com/office/powerpoint/2010/main" val="1880913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537F4345-3329-5500-6C20-5C8CF3B34DB8}"/>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CDB4F32B-AABC-60EA-2BB0-2886F99E635D}"/>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3" name="TextBox 2">
            <a:extLst>
              <a:ext uri="{FF2B5EF4-FFF2-40B4-BE49-F238E27FC236}">
                <a16:creationId xmlns:a16="http://schemas.microsoft.com/office/drawing/2014/main" id="{46EE0C63-0E8B-5341-CDC1-F7FC8C504C63}"/>
              </a:ext>
            </a:extLst>
          </p:cNvPr>
          <p:cNvSpPr txBox="1"/>
          <p:nvPr/>
        </p:nvSpPr>
        <p:spPr>
          <a:xfrm>
            <a:off x="867589" y="1125200"/>
            <a:ext cx="3986351" cy="3139321"/>
          </a:xfrm>
          <a:prstGeom prst="rect">
            <a:avLst/>
          </a:prstGeom>
          <a:noFill/>
        </p:spPr>
        <p:txBody>
          <a:bodyPr wrap="square">
            <a:spAutoFit/>
          </a:bodyPr>
          <a:lstStyle/>
          <a:p>
            <a:pPr algn="just">
              <a:spcAft>
                <a:spcPts val="2400"/>
              </a:spcAft>
              <a:buNone/>
            </a:pPr>
            <a:r>
              <a:rPr lang="en-US" sz="1800" dirty="0"/>
              <a:t>The Software Testing Life Cycle (STLC) is a process that verifies whether the Software Quality meets the expectations or not. STLC is an important process that provides a simple approach to testing through the step-by-step process, which we are discussing here. Software Testing Life Cycle (STLC) is a fundamental part of the Software Development Life Cycle (SDLC).</a:t>
            </a:r>
            <a:endParaRPr lang="en-US" sz="1800" b="0" i="0" dirty="0">
              <a:solidFill>
                <a:srgbClr val="222222"/>
              </a:solidFill>
              <a:effectLst/>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5568B670-1B5B-8CCE-159A-2E2F52D88555}"/>
              </a:ext>
            </a:extLst>
          </p:cNvPr>
          <p:cNvSpPr txBox="1"/>
          <p:nvPr/>
        </p:nvSpPr>
        <p:spPr>
          <a:xfrm>
            <a:off x="1110451" y="458389"/>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Phase 5: Testing</a:t>
            </a:r>
          </a:p>
        </p:txBody>
      </p:sp>
      <p:pic>
        <p:nvPicPr>
          <p:cNvPr id="5" name="Picture 4">
            <a:extLst>
              <a:ext uri="{FF2B5EF4-FFF2-40B4-BE49-F238E27FC236}">
                <a16:creationId xmlns:a16="http://schemas.microsoft.com/office/drawing/2014/main" id="{F64670B7-B95A-EEC3-FBEA-39F7694C421A}"/>
              </a:ext>
            </a:extLst>
          </p:cNvPr>
          <p:cNvPicPr>
            <a:picLocks noChangeAspect="1"/>
          </p:cNvPicPr>
          <p:nvPr/>
        </p:nvPicPr>
        <p:blipFill>
          <a:blip r:embed="rId3"/>
          <a:stretch>
            <a:fillRect/>
          </a:stretch>
        </p:blipFill>
        <p:spPr>
          <a:xfrm>
            <a:off x="4932894" y="1125200"/>
            <a:ext cx="3676630" cy="3052941"/>
          </a:xfrm>
          <a:prstGeom prst="rect">
            <a:avLst/>
          </a:prstGeom>
        </p:spPr>
      </p:pic>
    </p:spTree>
    <p:extLst>
      <p:ext uri="{BB962C8B-B14F-4D97-AF65-F5344CB8AC3E}">
        <p14:creationId xmlns:p14="http://schemas.microsoft.com/office/powerpoint/2010/main" val="15462803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1986BC3-2FD6-1921-65C5-95DD2000AD84}"/>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19B5C4B4-09FF-B279-3193-AA4242C086CE}"/>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2" name="TextBox 1">
            <a:extLst>
              <a:ext uri="{FF2B5EF4-FFF2-40B4-BE49-F238E27FC236}">
                <a16:creationId xmlns:a16="http://schemas.microsoft.com/office/drawing/2014/main" id="{C3580861-792A-BA35-9791-7B4AA518922F}"/>
              </a:ext>
            </a:extLst>
          </p:cNvPr>
          <p:cNvSpPr txBox="1"/>
          <p:nvPr/>
        </p:nvSpPr>
        <p:spPr>
          <a:xfrm>
            <a:off x="1110451" y="458389"/>
            <a:ext cx="7322820" cy="584775"/>
          </a:xfrm>
          <a:prstGeom prst="rect">
            <a:avLst/>
          </a:prstGeom>
          <a:noFill/>
        </p:spPr>
        <p:txBody>
          <a:bodyPr wrap="square">
            <a:spAutoFit/>
          </a:bodyPr>
          <a:lstStyle/>
          <a:p>
            <a:r>
              <a:rPr lang="en-US" sz="3200" b="1" dirty="0"/>
              <a:t>Software Testing Life Cycle (STLC)</a:t>
            </a:r>
          </a:p>
        </p:txBody>
      </p:sp>
      <p:pic>
        <p:nvPicPr>
          <p:cNvPr id="6" name="Picture 5">
            <a:extLst>
              <a:ext uri="{FF2B5EF4-FFF2-40B4-BE49-F238E27FC236}">
                <a16:creationId xmlns:a16="http://schemas.microsoft.com/office/drawing/2014/main" id="{FC60A531-C0E8-D0D6-6B8A-873AC6499EBE}"/>
              </a:ext>
            </a:extLst>
          </p:cNvPr>
          <p:cNvPicPr>
            <a:picLocks noChangeAspect="1"/>
          </p:cNvPicPr>
          <p:nvPr/>
        </p:nvPicPr>
        <p:blipFill>
          <a:blip r:embed="rId3"/>
          <a:stretch>
            <a:fillRect/>
          </a:stretch>
        </p:blipFill>
        <p:spPr>
          <a:xfrm>
            <a:off x="1110451" y="1974964"/>
            <a:ext cx="7033260" cy="2879171"/>
          </a:xfrm>
          <a:prstGeom prst="rect">
            <a:avLst/>
          </a:prstGeom>
        </p:spPr>
      </p:pic>
      <p:sp>
        <p:nvSpPr>
          <p:cNvPr id="8" name="TextBox 7">
            <a:extLst>
              <a:ext uri="{FF2B5EF4-FFF2-40B4-BE49-F238E27FC236}">
                <a16:creationId xmlns:a16="http://schemas.microsoft.com/office/drawing/2014/main" id="{97FA541E-459C-CB47-9867-A06B8F25C3B1}"/>
              </a:ext>
            </a:extLst>
          </p:cNvPr>
          <p:cNvSpPr txBox="1"/>
          <p:nvPr/>
        </p:nvSpPr>
        <p:spPr>
          <a:xfrm>
            <a:off x="1019257" y="1043164"/>
            <a:ext cx="7105486" cy="646331"/>
          </a:xfrm>
          <a:prstGeom prst="rect">
            <a:avLst/>
          </a:prstGeom>
          <a:noFill/>
        </p:spPr>
        <p:txBody>
          <a:bodyPr wrap="square">
            <a:spAutoFit/>
          </a:bodyPr>
          <a:lstStyle/>
          <a:p>
            <a:r>
              <a:rPr lang="en-US" sz="1800" dirty="0">
                <a:latin typeface="Calibri" panose="020F0502020204030204" pitchFamily="34" charset="0"/>
                <a:cs typeface="Calibri" panose="020F0502020204030204" pitchFamily="34" charset="0"/>
              </a:rPr>
              <a:t>There are six major phases of the Software Testing Life Cycle (STLC) that we are discussing here in detail.</a:t>
            </a:r>
            <a:endParaRPr lang="en-IN" sz="1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51731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E3F073AA-4E4A-8982-21FB-79DC66A71D06}"/>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A5632855-87C4-D715-8590-B9C27F8C1019}"/>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3" name="TextBox 2">
            <a:extLst>
              <a:ext uri="{FF2B5EF4-FFF2-40B4-BE49-F238E27FC236}">
                <a16:creationId xmlns:a16="http://schemas.microsoft.com/office/drawing/2014/main" id="{06CA3147-8FD9-4D0E-ED66-2EC774FE31A3}"/>
              </a:ext>
            </a:extLst>
          </p:cNvPr>
          <p:cNvSpPr txBox="1"/>
          <p:nvPr/>
        </p:nvSpPr>
        <p:spPr>
          <a:xfrm>
            <a:off x="850392" y="1358837"/>
            <a:ext cx="7443216" cy="1938992"/>
          </a:xfrm>
          <a:prstGeom prst="rect">
            <a:avLst/>
          </a:prstGeom>
          <a:noFill/>
        </p:spPr>
        <p:txBody>
          <a:bodyPr wrap="square">
            <a:spAutoFit/>
          </a:bodyPr>
          <a:lstStyle/>
          <a:p>
            <a:pPr algn="just"/>
            <a:r>
              <a:rPr lang="en-US" sz="2000" b="1" dirty="0">
                <a:latin typeface="Calibri" panose="020F0502020204030204" pitchFamily="34" charset="0"/>
                <a:cs typeface="Calibri" panose="020F0502020204030204" pitchFamily="34" charset="0"/>
              </a:rPr>
              <a:t>Software deployment </a:t>
            </a:r>
            <a:r>
              <a:rPr lang="en-US" sz="2000" dirty="0">
                <a:latin typeface="Calibri" panose="020F0502020204030204" pitchFamily="34" charset="0"/>
                <a:cs typeface="Calibri" panose="020F0502020204030204" pitchFamily="34" charset="0"/>
              </a:rPr>
              <a:t>is the process of making a software application available for use. It encompasses a series of activities, from preparing the software for release to installing and configuring it on target systems. The primary objective is to transition the software from the development environment to a production environment while ensuring its functionality and performance meet user expectations.</a:t>
            </a:r>
          </a:p>
        </p:txBody>
      </p:sp>
      <p:sp>
        <p:nvSpPr>
          <p:cNvPr id="2" name="TextBox 1">
            <a:extLst>
              <a:ext uri="{FF2B5EF4-FFF2-40B4-BE49-F238E27FC236}">
                <a16:creationId xmlns:a16="http://schemas.microsoft.com/office/drawing/2014/main" id="{49D32991-E3DC-A3BA-4546-6EB4294E4D89}"/>
              </a:ext>
            </a:extLst>
          </p:cNvPr>
          <p:cNvSpPr txBox="1"/>
          <p:nvPr/>
        </p:nvSpPr>
        <p:spPr>
          <a:xfrm>
            <a:off x="1037410" y="597242"/>
            <a:ext cx="7322820" cy="395429"/>
          </a:xfrm>
          <a:prstGeom prst="rect">
            <a:avLst/>
          </a:prstGeom>
          <a:noFill/>
        </p:spPr>
        <p:txBody>
          <a:bodyPr wrap="square">
            <a:spAutoFit/>
          </a:bodyPr>
          <a:lstStyle/>
          <a:p>
            <a:pPr>
              <a:lnSpc>
                <a:spcPts val="1875"/>
              </a:lnSpc>
            </a:pPr>
            <a:r>
              <a:rPr lang="en-US" sz="3600" b="1" dirty="0">
                <a:solidFill>
                  <a:srgbClr val="222222"/>
                </a:solidFill>
                <a:latin typeface="Source Sans Pro" panose="020B0503030403020204" pitchFamily="34" charset="0"/>
              </a:rPr>
              <a:t> Phase 6: Installation/Deployment</a:t>
            </a:r>
          </a:p>
        </p:txBody>
      </p:sp>
    </p:spTree>
    <p:extLst>
      <p:ext uri="{BB962C8B-B14F-4D97-AF65-F5344CB8AC3E}">
        <p14:creationId xmlns:p14="http://schemas.microsoft.com/office/powerpoint/2010/main" val="652045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7FC9E270-FDC0-044B-CFA1-A62B9C9E6D7C}"/>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89044EAC-4940-0104-131B-3868D8AF075D}"/>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2" name="TextBox 1">
            <a:extLst>
              <a:ext uri="{FF2B5EF4-FFF2-40B4-BE49-F238E27FC236}">
                <a16:creationId xmlns:a16="http://schemas.microsoft.com/office/drawing/2014/main" id="{60515C0C-9F1B-D9CC-F06C-21CAB466846D}"/>
              </a:ext>
            </a:extLst>
          </p:cNvPr>
          <p:cNvSpPr txBox="1"/>
          <p:nvPr/>
        </p:nvSpPr>
        <p:spPr>
          <a:xfrm>
            <a:off x="1037410" y="597242"/>
            <a:ext cx="7322820" cy="395429"/>
          </a:xfrm>
          <a:prstGeom prst="rect">
            <a:avLst/>
          </a:prstGeom>
          <a:noFill/>
        </p:spPr>
        <p:txBody>
          <a:bodyPr wrap="square">
            <a:spAutoFit/>
          </a:bodyPr>
          <a:lstStyle/>
          <a:p>
            <a:pPr>
              <a:lnSpc>
                <a:spcPts val="1875"/>
              </a:lnSpc>
            </a:pPr>
            <a:r>
              <a:rPr lang="en-US" sz="3600" b="1" dirty="0">
                <a:solidFill>
                  <a:srgbClr val="222222"/>
                </a:solidFill>
                <a:latin typeface="Source Sans Pro" panose="020B0503030403020204" pitchFamily="34" charset="0"/>
              </a:rPr>
              <a:t> Phase 6: Installation/Deployment</a:t>
            </a:r>
          </a:p>
        </p:txBody>
      </p:sp>
      <p:pic>
        <p:nvPicPr>
          <p:cNvPr id="5" name="Picture 4">
            <a:extLst>
              <a:ext uri="{FF2B5EF4-FFF2-40B4-BE49-F238E27FC236}">
                <a16:creationId xmlns:a16="http://schemas.microsoft.com/office/drawing/2014/main" id="{1FD2372D-8EF0-4724-B392-E34905E7FD8B}"/>
              </a:ext>
            </a:extLst>
          </p:cNvPr>
          <p:cNvPicPr>
            <a:picLocks noChangeAspect="1"/>
          </p:cNvPicPr>
          <p:nvPr/>
        </p:nvPicPr>
        <p:blipFill>
          <a:blip r:embed="rId3"/>
          <a:stretch>
            <a:fillRect/>
          </a:stretch>
        </p:blipFill>
        <p:spPr>
          <a:xfrm>
            <a:off x="1196339" y="1196340"/>
            <a:ext cx="6926581" cy="3601340"/>
          </a:xfrm>
          <a:prstGeom prst="rect">
            <a:avLst/>
          </a:prstGeom>
        </p:spPr>
      </p:pic>
    </p:spTree>
    <p:extLst>
      <p:ext uri="{BB962C8B-B14F-4D97-AF65-F5344CB8AC3E}">
        <p14:creationId xmlns:p14="http://schemas.microsoft.com/office/powerpoint/2010/main" val="2624150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DB71125-10D8-31EC-95F2-03A85399F1B9}"/>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F59969E7-4AC7-FBAE-9F4A-D4CBD9802E8D}"/>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0" name="TextBox 9">
            <a:extLst>
              <a:ext uri="{FF2B5EF4-FFF2-40B4-BE49-F238E27FC236}">
                <a16:creationId xmlns:a16="http://schemas.microsoft.com/office/drawing/2014/main" id="{4659A770-4414-73A4-ED19-509BA7202EDF}"/>
              </a:ext>
            </a:extLst>
          </p:cNvPr>
          <p:cNvSpPr txBox="1"/>
          <p:nvPr/>
        </p:nvSpPr>
        <p:spPr>
          <a:xfrm>
            <a:off x="8609524" y="85987"/>
            <a:ext cx="284052" cy="307777"/>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dirty="0"/>
              <a:t>4</a:t>
            </a:r>
          </a:p>
        </p:txBody>
      </p:sp>
      <p:sp>
        <p:nvSpPr>
          <p:cNvPr id="3" name="TextBox 2">
            <a:extLst>
              <a:ext uri="{FF2B5EF4-FFF2-40B4-BE49-F238E27FC236}">
                <a16:creationId xmlns:a16="http://schemas.microsoft.com/office/drawing/2014/main" id="{4351C4EE-0046-94AA-25AC-7371FB663894}"/>
              </a:ext>
            </a:extLst>
          </p:cNvPr>
          <p:cNvSpPr txBox="1"/>
          <p:nvPr/>
        </p:nvSpPr>
        <p:spPr>
          <a:xfrm>
            <a:off x="963168" y="794957"/>
            <a:ext cx="7443216" cy="4060086"/>
          </a:xfrm>
          <a:prstGeom prst="rect">
            <a:avLst/>
          </a:prstGeom>
          <a:noFill/>
        </p:spPr>
        <p:txBody>
          <a:bodyPr wrap="square">
            <a:spAutoFit/>
          </a:bodyPr>
          <a:lstStyle/>
          <a:p>
            <a:pPr algn="l">
              <a:lnSpc>
                <a:spcPts val="1875"/>
              </a:lnSpc>
              <a:buNone/>
            </a:pPr>
            <a:endParaRPr lang="en-US" b="1" i="0" dirty="0">
              <a:solidFill>
                <a:srgbClr val="222222"/>
              </a:solidFill>
              <a:effectLst/>
              <a:latin typeface="Source Sans Pro" panose="020B0503030403020204" pitchFamily="34" charset="0"/>
            </a:endParaRPr>
          </a:p>
          <a:p>
            <a:pPr algn="l">
              <a:spcAft>
                <a:spcPts val="2400"/>
              </a:spcAft>
              <a:buNone/>
            </a:pPr>
            <a:r>
              <a:rPr lang="en-US" sz="1800" b="0" i="0" dirty="0">
                <a:solidFill>
                  <a:srgbClr val="222222"/>
                </a:solidFill>
                <a:effectLst/>
                <a:latin typeface="Calibri" panose="020F0502020204030204" pitchFamily="34" charset="0"/>
                <a:cs typeface="Calibri" panose="020F0502020204030204" pitchFamily="34" charset="0"/>
              </a:rPr>
              <a:t>Once the system is deployed, and customers start using the developed system, following 3 activities occur</a:t>
            </a:r>
          </a:p>
          <a:p>
            <a:pPr algn="l">
              <a:spcAft>
                <a:spcPts val="2400"/>
              </a:spcAft>
              <a:buFont typeface="Arial" panose="020B0604020202020204" pitchFamily="34" charset="0"/>
              <a:buChar char="•"/>
            </a:pPr>
            <a:r>
              <a:rPr lang="en-US" sz="1800" b="0" i="0" dirty="0">
                <a:solidFill>
                  <a:srgbClr val="222222"/>
                </a:solidFill>
                <a:effectLst/>
                <a:latin typeface="Calibri" panose="020F0502020204030204" pitchFamily="34" charset="0"/>
                <a:cs typeface="Calibri" panose="020F0502020204030204" pitchFamily="34" charset="0"/>
              </a:rPr>
              <a:t>Bug fixing – bugs are reported because of some scenarios which are not tested at all</a:t>
            </a:r>
          </a:p>
          <a:p>
            <a:pPr algn="l">
              <a:spcAft>
                <a:spcPts val="2400"/>
              </a:spcAft>
              <a:buFont typeface="Arial" panose="020B0604020202020204" pitchFamily="34" charset="0"/>
              <a:buChar char="•"/>
            </a:pPr>
            <a:r>
              <a:rPr lang="en-US" sz="1800" b="0" i="0" dirty="0">
                <a:solidFill>
                  <a:srgbClr val="222222"/>
                </a:solidFill>
                <a:effectLst/>
                <a:latin typeface="Calibri" panose="020F0502020204030204" pitchFamily="34" charset="0"/>
                <a:cs typeface="Calibri" panose="020F0502020204030204" pitchFamily="34" charset="0"/>
              </a:rPr>
              <a:t>Upgrade – Upgrading the application to the newer versions of the Software</a:t>
            </a:r>
          </a:p>
          <a:p>
            <a:pPr algn="l">
              <a:spcAft>
                <a:spcPts val="2400"/>
              </a:spcAft>
              <a:buFont typeface="Arial" panose="020B0604020202020204" pitchFamily="34" charset="0"/>
              <a:buChar char="•"/>
            </a:pPr>
            <a:r>
              <a:rPr lang="en-US" sz="1800" b="0" i="0" dirty="0">
                <a:solidFill>
                  <a:srgbClr val="222222"/>
                </a:solidFill>
                <a:effectLst/>
                <a:latin typeface="Calibri" panose="020F0502020204030204" pitchFamily="34" charset="0"/>
                <a:cs typeface="Calibri" panose="020F0502020204030204" pitchFamily="34" charset="0"/>
              </a:rPr>
              <a:t>Enhancement – Adding some new features into the existing software</a:t>
            </a:r>
          </a:p>
          <a:p>
            <a:pPr algn="l">
              <a:spcAft>
                <a:spcPts val="2400"/>
              </a:spcAft>
            </a:pPr>
            <a:r>
              <a:rPr lang="en-US" sz="1800" b="0" i="0" dirty="0">
                <a:solidFill>
                  <a:srgbClr val="222222"/>
                </a:solidFill>
                <a:effectLst/>
                <a:latin typeface="Calibri" panose="020F0502020204030204" pitchFamily="34" charset="0"/>
                <a:cs typeface="Calibri" panose="020F0502020204030204" pitchFamily="34" charset="0"/>
              </a:rPr>
              <a:t>The main focus of this SDLC phase is to ensure that needs continue to be met and that the system continues to perform as per the specification mentioned in the first phase.</a:t>
            </a:r>
          </a:p>
        </p:txBody>
      </p:sp>
      <p:sp>
        <p:nvSpPr>
          <p:cNvPr id="2" name="TextBox 1">
            <a:extLst>
              <a:ext uri="{FF2B5EF4-FFF2-40B4-BE49-F238E27FC236}">
                <a16:creationId xmlns:a16="http://schemas.microsoft.com/office/drawing/2014/main" id="{DB36477E-9072-99FC-884C-5D4D61D4D75B}"/>
              </a:ext>
            </a:extLst>
          </p:cNvPr>
          <p:cNvSpPr txBox="1"/>
          <p:nvPr/>
        </p:nvSpPr>
        <p:spPr>
          <a:xfrm>
            <a:off x="1104900" y="271737"/>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Maintenance</a:t>
            </a:r>
          </a:p>
        </p:txBody>
      </p:sp>
    </p:spTree>
    <p:extLst>
      <p:ext uri="{BB962C8B-B14F-4D97-AF65-F5344CB8AC3E}">
        <p14:creationId xmlns:p14="http://schemas.microsoft.com/office/powerpoint/2010/main" val="2122177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2F43C5CC-8033-5E83-DFD0-B06568C59336}"/>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C0BF6E39-5848-2661-4927-3B8564FD70A9}"/>
              </a:ext>
            </a:extLst>
          </p:cNvPr>
          <p:cNvSpPr/>
          <p:nvPr/>
        </p:nvSpPr>
        <p:spPr>
          <a:xfrm>
            <a:off x="783770" y="218172"/>
            <a:ext cx="8946970" cy="444600"/>
          </a:xfrm>
          <a:prstGeom prst="roundRect">
            <a:avLst>
              <a:gd name="adj" fmla="val 16667"/>
            </a:avLst>
          </a:prstGeom>
          <a:no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3" name="TextBox 2">
            <a:extLst>
              <a:ext uri="{FF2B5EF4-FFF2-40B4-BE49-F238E27FC236}">
                <a16:creationId xmlns:a16="http://schemas.microsoft.com/office/drawing/2014/main" id="{56CFC552-F239-1E8F-6D6C-CB44BACCD4C2}"/>
              </a:ext>
            </a:extLst>
          </p:cNvPr>
          <p:cNvSpPr txBox="1"/>
          <p:nvPr/>
        </p:nvSpPr>
        <p:spPr>
          <a:xfrm>
            <a:off x="963168" y="794957"/>
            <a:ext cx="7443216" cy="612988"/>
          </a:xfrm>
          <a:prstGeom prst="rect">
            <a:avLst/>
          </a:prstGeom>
          <a:noFill/>
        </p:spPr>
        <p:txBody>
          <a:bodyPr wrap="square">
            <a:spAutoFit/>
          </a:bodyPr>
          <a:lstStyle/>
          <a:p>
            <a:pPr algn="l">
              <a:lnSpc>
                <a:spcPts val="1875"/>
              </a:lnSpc>
              <a:buNone/>
            </a:pPr>
            <a:endParaRPr lang="en-US" b="1" i="0" dirty="0">
              <a:solidFill>
                <a:srgbClr val="222222"/>
              </a:solidFill>
              <a:effectLst/>
              <a:latin typeface="Source Sans Pro" panose="020B0503030403020204" pitchFamily="34" charset="0"/>
            </a:endParaRPr>
          </a:p>
          <a:p>
            <a:pPr algn="l">
              <a:spcAft>
                <a:spcPts val="2400"/>
              </a:spcAft>
              <a:buNone/>
            </a:pPr>
            <a:r>
              <a:rPr lang="en-US" sz="1800" b="0" i="0" dirty="0">
                <a:solidFill>
                  <a:srgbClr val="222222"/>
                </a:solidFill>
                <a:effectLst/>
                <a:latin typeface="Calibri" panose="020F0502020204030204" pitchFamily="34" charset="0"/>
                <a:cs typeface="Calibri" panose="020F0502020204030204" pitchFamily="34" charset="0"/>
              </a:rPr>
              <a:t>.</a:t>
            </a:r>
          </a:p>
        </p:txBody>
      </p:sp>
      <p:sp>
        <p:nvSpPr>
          <p:cNvPr id="2" name="TextBox 1">
            <a:extLst>
              <a:ext uri="{FF2B5EF4-FFF2-40B4-BE49-F238E27FC236}">
                <a16:creationId xmlns:a16="http://schemas.microsoft.com/office/drawing/2014/main" id="{8623C956-C599-4660-9457-C56E96B52440}"/>
              </a:ext>
            </a:extLst>
          </p:cNvPr>
          <p:cNvSpPr txBox="1"/>
          <p:nvPr/>
        </p:nvSpPr>
        <p:spPr>
          <a:xfrm>
            <a:off x="1104900" y="271737"/>
            <a:ext cx="7322820" cy="408766"/>
          </a:xfrm>
          <a:prstGeom prst="rect">
            <a:avLst/>
          </a:prstGeom>
          <a:noFill/>
        </p:spPr>
        <p:txBody>
          <a:bodyPr wrap="square">
            <a:spAutoFit/>
          </a:bodyPr>
          <a:lstStyle/>
          <a:p>
            <a:pPr algn="ctr">
              <a:lnSpc>
                <a:spcPts val="1875"/>
              </a:lnSpc>
            </a:pPr>
            <a:r>
              <a:rPr lang="en-US" sz="4000" b="1" dirty="0">
                <a:solidFill>
                  <a:srgbClr val="222222"/>
                </a:solidFill>
                <a:latin typeface="Source Sans Pro" panose="020B0503030403020204" pitchFamily="34" charset="0"/>
              </a:rPr>
              <a:t>Maintenance Types </a:t>
            </a:r>
          </a:p>
        </p:txBody>
      </p:sp>
      <p:sp>
        <p:nvSpPr>
          <p:cNvPr id="6" name="TextBox 5">
            <a:extLst>
              <a:ext uri="{FF2B5EF4-FFF2-40B4-BE49-F238E27FC236}">
                <a16:creationId xmlns:a16="http://schemas.microsoft.com/office/drawing/2014/main" id="{1ACC7CC7-DF2C-62DD-3BDD-8FB341A11990}"/>
              </a:ext>
            </a:extLst>
          </p:cNvPr>
          <p:cNvSpPr txBox="1"/>
          <p:nvPr/>
        </p:nvSpPr>
        <p:spPr>
          <a:xfrm>
            <a:off x="760028" y="1127683"/>
            <a:ext cx="7420804" cy="880369"/>
          </a:xfrm>
          <a:prstGeom prst="rect">
            <a:avLst/>
          </a:prstGeom>
          <a:noFill/>
        </p:spPr>
        <p:txBody>
          <a:bodyPr wrap="square">
            <a:spAutoFit/>
          </a:bodyPr>
          <a:lstStyle/>
          <a:p>
            <a:pPr algn="just">
              <a:lnSpc>
                <a:spcPct val="150000"/>
              </a:lnSpc>
              <a:buNone/>
            </a:pPr>
            <a:r>
              <a:rPr lang="en-US" sz="1800" dirty="0">
                <a:latin typeface="Calibri" panose="020F0502020204030204" pitchFamily="34" charset="0"/>
                <a:cs typeface="Calibri" panose="020F0502020204030204" pitchFamily="34" charset="0"/>
              </a:rPr>
              <a:t>Software engineers classify maintenance into the following four types of software maintenance</a:t>
            </a:r>
          </a:p>
        </p:txBody>
      </p:sp>
      <p:pic>
        <p:nvPicPr>
          <p:cNvPr id="7" name="Picture 6">
            <a:extLst>
              <a:ext uri="{FF2B5EF4-FFF2-40B4-BE49-F238E27FC236}">
                <a16:creationId xmlns:a16="http://schemas.microsoft.com/office/drawing/2014/main" id="{860D4CB0-5F69-994E-122C-C14294BD62B1}"/>
              </a:ext>
            </a:extLst>
          </p:cNvPr>
          <p:cNvPicPr>
            <a:picLocks noChangeAspect="1"/>
          </p:cNvPicPr>
          <p:nvPr/>
        </p:nvPicPr>
        <p:blipFill>
          <a:blip r:embed="rId3"/>
          <a:stretch>
            <a:fillRect/>
          </a:stretch>
        </p:blipFill>
        <p:spPr>
          <a:xfrm>
            <a:off x="1422123" y="2008052"/>
            <a:ext cx="5786397" cy="2716784"/>
          </a:xfrm>
          <a:prstGeom prst="rect">
            <a:avLst/>
          </a:prstGeom>
        </p:spPr>
      </p:pic>
    </p:spTree>
    <p:extLst>
      <p:ext uri="{BB962C8B-B14F-4D97-AF65-F5344CB8AC3E}">
        <p14:creationId xmlns:p14="http://schemas.microsoft.com/office/powerpoint/2010/main" val="8203560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4157EE15-7D4A-61FD-30E3-8F354EE814AE}"/>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9876FACB-8334-8AE1-431B-0101F29F92E4}"/>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2" name="Title 1">
            <a:extLst>
              <a:ext uri="{FF2B5EF4-FFF2-40B4-BE49-F238E27FC236}">
                <a16:creationId xmlns:a16="http://schemas.microsoft.com/office/drawing/2014/main" id="{17F62297-D3D7-1ABF-F467-892430B04553}"/>
              </a:ext>
            </a:extLst>
          </p:cNvPr>
          <p:cNvSpPr txBox="1">
            <a:spLocks/>
          </p:cNvSpPr>
          <p:nvPr/>
        </p:nvSpPr>
        <p:spPr bwMode="auto">
          <a:xfrm>
            <a:off x="871728" y="0"/>
            <a:ext cx="6873874" cy="83695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GB" sz="4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rPr>
              <a:t>Summary </a:t>
            </a:r>
            <a:endParaRPr kumimoji="0" lang="en-US" sz="4000" b="1" i="0" u="none" strike="noStrike" kern="1200" cap="none" spc="0" normalizeH="0" baseline="0" noProof="0" dirty="0">
              <a:ln>
                <a:noFill/>
              </a:ln>
              <a:solidFill>
                <a:srgbClr val="46424D"/>
              </a:solidFill>
              <a:effectLst/>
              <a:uLnTx/>
              <a:uFillTx/>
              <a:latin typeface="Calibri" panose="020F0502020204030204" pitchFamily="34" charset="0"/>
              <a:cs typeface="Calibri" panose="020F0502020204030204" pitchFamily="34" charset="0"/>
            </a:endParaRPr>
          </a:p>
        </p:txBody>
      </p:sp>
      <p:sp>
        <p:nvSpPr>
          <p:cNvPr id="4" name="Content Placeholder 2">
            <a:extLst>
              <a:ext uri="{FF2B5EF4-FFF2-40B4-BE49-F238E27FC236}">
                <a16:creationId xmlns:a16="http://schemas.microsoft.com/office/drawing/2014/main" id="{7DE973E3-C765-6FE2-1745-3AD054AE45A5}"/>
              </a:ext>
            </a:extLst>
          </p:cNvPr>
          <p:cNvSpPr txBox="1">
            <a:spLocks/>
          </p:cNvSpPr>
          <p:nvPr/>
        </p:nvSpPr>
        <p:spPr>
          <a:xfrm>
            <a:off x="663976" y="806675"/>
            <a:ext cx="7722524" cy="4525963"/>
          </a:xfrm>
          <a:prstGeom prst="rect">
            <a:avLst/>
          </a:prstGeom>
        </p:spPr>
        <p:txBody>
          <a:bodyPr/>
          <a:lstStyle>
            <a:lvl1pPr marL="342900" indent="-342900" algn="l" defTabSz="457200" rtl="0" eaLnBrk="1" fontAlgn="base" hangingPunct="1">
              <a:spcBef>
                <a:spcPts val="600"/>
              </a:spcBef>
              <a:spcAft>
                <a:spcPts val="600"/>
              </a:spcAft>
              <a:buFont typeface="Wingdings" charset="2"/>
              <a:buChar char="²"/>
              <a:defRPr sz="2400" kern="1200">
                <a:solidFill>
                  <a:srgbClr val="46424D"/>
                </a:solidFill>
                <a:latin typeface="Arial"/>
                <a:ea typeface="ＭＳ Ｐゴシック" charset="-128"/>
                <a:cs typeface="Arial"/>
              </a:defRPr>
            </a:lvl1pPr>
            <a:lvl2pPr marL="742950" indent="-285750" algn="l" defTabSz="457200" rtl="0" eaLnBrk="1" fontAlgn="base" hangingPunct="1">
              <a:spcBef>
                <a:spcPts val="300"/>
              </a:spcBef>
              <a:spcAft>
                <a:spcPts val="300"/>
              </a:spcAft>
              <a:buFont typeface="Wingdings" charset="2"/>
              <a:buChar char="§"/>
              <a:defRPr sz="2000" kern="1200">
                <a:solidFill>
                  <a:srgbClr val="46424D"/>
                </a:solidFill>
                <a:latin typeface="Arial"/>
                <a:ea typeface="ＭＳ Ｐゴシック" charset="-128"/>
                <a:cs typeface="Arial"/>
              </a:defRPr>
            </a:lvl2pPr>
            <a:lvl3pPr marL="11430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3pPr>
            <a:lvl4pPr marL="16002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4pPr>
            <a:lvl5pPr marL="2057400" indent="-228600" algn="l" defTabSz="457200" rtl="0" eaLnBrk="1" fontAlgn="base" hangingPunct="1">
              <a:spcBef>
                <a:spcPct val="20000"/>
              </a:spcBef>
              <a:spcAft>
                <a:spcPct val="0"/>
              </a:spcAft>
              <a:buFont typeface="Arial" charset="0"/>
              <a:buChar char="»"/>
              <a:defRPr sz="1800" kern="1200">
                <a:solidFill>
                  <a:srgbClr val="46424D"/>
                </a:solidFill>
                <a:latin typeface="Arial"/>
                <a:ea typeface="ＭＳ Ｐゴシック" charset="-128"/>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342900" marR="0" lvl="0" indent="-342900" algn="just" defTabSz="457200" rtl="0" eaLnBrk="1" fontAlgn="base" latinLnBrk="0" hangingPunct="1">
              <a:lnSpc>
                <a:spcPct val="100000"/>
              </a:lnSpc>
              <a:spcBef>
                <a:spcPts val="600"/>
              </a:spcBef>
              <a:spcAft>
                <a:spcPts val="600"/>
              </a:spcAft>
              <a:buClrTx/>
              <a:buSzTx/>
              <a:buFont typeface="Wingdings" charset="2"/>
              <a:buChar char="²"/>
              <a:tabLst/>
              <a:defRPr/>
            </a:pPr>
            <a:r>
              <a:rPr lang="en-US" b="0" i="0" dirty="0">
                <a:effectLst/>
                <a:latin typeface="fkGroteskNeue"/>
              </a:rPr>
              <a:t>The Software Development Life Cycle (SDLC) is a structured process used by development teams to design, build, test, and maintain high-quality software efficiently and cost-effectively. SDLC divides the software development process into distinct phases, each with specific goals and deliverables, ensuring systematic progress and continuous improvement.</a:t>
            </a:r>
            <a:endParaRPr kumimoji="0" lang="en-GB" sz="2400" b="0" i="0" u="none" strike="noStrike" kern="1200" cap="none" spc="0" normalizeH="0" baseline="0" noProof="0" dirty="0">
              <a:ln>
                <a:noFill/>
              </a:ln>
              <a:solidFill>
                <a:srgbClr val="46424D"/>
              </a:solidFill>
              <a:effectLst/>
              <a:uLnTx/>
              <a:uFillTx/>
              <a:latin typeface="Arial"/>
              <a:ea typeface="ＭＳ Ｐゴシック" charset="-128"/>
              <a:cs typeface="Arial"/>
            </a:endParaRPr>
          </a:p>
        </p:txBody>
      </p:sp>
    </p:spTree>
    <p:extLst>
      <p:ext uri="{BB962C8B-B14F-4D97-AF65-F5344CB8AC3E}">
        <p14:creationId xmlns:p14="http://schemas.microsoft.com/office/powerpoint/2010/main" val="24554009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marL="0" marR="0" lvl="0" indent="0" algn="ctr" rtl="0">
                <a:lnSpc>
                  <a:spcPct val="90000"/>
                </a:lnSpc>
                <a:spcBef>
                  <a:spcPts val="0"/>
                </a:spcBef>
                <a:spcAft>
                  <a:spcPts val="0"/>
                </a:spcAft>
                <a:buClr>
                  <a:srgbClr val="000000"/>
                </a:buClr>
                <a:buSzPts val="1900"/>
                <a:buFont typeface="Arial"/>
                <a:buNone/>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Quiz/ FAQ’s</a:t>
              </a:r>
            </a:p>
          </p:txBody>
        </p:sp>
      </p:grpSp>
      <p:sp>
        <p:nvSpPr>
          <p:cNvPr id="111" name="Google Shape;111;p2">
            <a:extLst>
              <a:ext uri="{FF2B5EF4-FFF2-40B4-BE49-F238E27FC236}">
                <a16:creationId xmlns:a16="http://schemas.microsoft.com/office/drawing/2014/main" id="{BD6EBDB1-8664-1692-8A39-12350449E110}"/>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R="0" lvl="0" indent="-457200" algn="just" rtl="0">
              <a:lnSpc>
                <a:spcPct val="100000"/>
              </a:lnSpc>
              <a:spcBef>
                <a:spcPts val="0"/>
              </a:spcBef>
              <a:spcAft>
                <a:spcPts val="0"/>
              </a:spcAft>
              <a:buClr>
                <a:schemeClr val="dk1"/>
              </a:buClr>
              <a:buSzPts val="2400"/>
              <a:buFont typeface="+mj-lt"/>
              <a:buAutoNum type="arabicPeriod"/>
            </a:pPr>
            <a:r>
              <a:rPr lang="en-US" b="0" i="0" dirty="0">
                <a:solidFill>
                  <a:schemeClr val="bg2"/>
                </a:solidFill>
                <a:effectLst/>
                <a:latin typeface="fkGroteskNeue"/>
              </a:rPr>
              <a:t>What are the main phases of the SDLC?</a:t>
            </a:r>
          </a:p>
          <a:p>
            <a:pPr marR="0" lvl="0" indent="-457200" algn="just" rtl="0">
              <a:lnSpc>
                <a:spcPct val="100000"/>
              </a:lnSpc>
              <a:spcBef>
                <a:spcPts val="0"/>
              </a:spcBef>
              <a:spcAft>
                <a:spcPts val="0"/>
              </a:spcAft>
              <a:buClr>
                <a:schemeClr val="dk1"/>
              </a:buClr>
              <a:buSzPts val="2400"/>
              <a:buFont typeface="+mj-lt"/>
              <a:buAutoNum type="arabicPeriod"/>
            </a:pPr>
            <a:r>
              <a:rPr lang="en-US" b="0" i="0" dirty="0">
                <a:solidFill>
                  <a:schemeClr val="bg2"/>
                </a:solidFill>
                <a:effectLst/>
                <a:latin typeface="fkGroteskNeue"/>
              </a:rPr>
              <a:t>Why is the SDLC important in software engineering?</a:t>
            </a:r>
            <a:endParaRPr lang="en-US" dirty="0">
              <a:solidFill>
                <a:schemeClr val="bg2"/>
              </a:solidFill>
              <a:latin typeface="fkGroteskNeue"/>
            </a:endParaRPr>
          </a:p>
          <a:p>
            <a:pPr marR="0" lvl="0" indent="-457200" algn="just" rtl="0">
              <a:lnSpc>
                <a:spcPct val="100000"/>
              </a:lnSpc>
              <a:spcBef>
                <a:spcPts val="0"/>
              </a:spcBef>
              <a:spcAft>
                <a:spcPts val="0"/>
              </a:spcAft>
              <a:buClr>
                <a:schemeClr val="dk1"/>
              </a:buClr>
              <a:buSzPts val="2400"/>
              <a:buFont typeface="+mj-lt"/>
              <a:buAutoNum type="arabicPeriod"/>
            </a:pPr>
            <a:r>
              <a:rPr lang="en-US" b="0" i="0" dirty="0">
                <a:solidFill>
                  <a:schemeClr val="bg2"/>
                </a:solidFill>
                <a:effectLst/>
                <a:latin typeface="fkGroteskNeue"/>
              </a:rPr>
              <a:t>What is the purpose of the maintenance phase in SDLC?</a:t>
            </a:r>
            <a:endParaRPr sz="2400" b="0"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027036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687ED0C6-7719-FB97-ED94-7F5CE38D07A8}"/>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91D700B6-6EB7-B931-A6BA-3293795C4FD6}"/>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D9F7BC64-7A52-69C2-0340-DEC4747604CB}"/>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DD12C81D-38E2-6BA8-4944-E9161F70F1EA}"/>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2800" b="1" dirty="0">
                  <a:solidFill>
                    <a:schemeClr val="bg2"/>
                  </a:solidFill>
                  <a:latin typeface="Calibri" panose="020F0502020204030204" pitchFamily="34" charset="0"/>
                  <a:ea typeface="Calibri" panose="020F0502020204030204" pitchFamily="34" charset="0"/>
                  <a:cs typeface="Calibri" panose="020F0502020204030204" pitchFamily="34" charset="0"/>
                </a:rPr>
                <a:t>Faculty-curated videos, NPTEL, Coursera, LinkedIn, or other relevant learning resources</a:t>
              </a:r>
            </a:p>
          </p:txBody>
        </p:sp>
      </p:grpSp>
      <p:sp>
        <p:nvSpPr>
          <p:cNvPr id="111" name="Google Shape;111;p2">
            <a:extLst>
              <a:ext uri="{FF2B5EF4-FFF2-40B4-BE49-F238E27FC236}">
                <a16:creationId xmlns:a16="http://schemas.microsoft.com/office/drawing/2014/main" id="{5AD00F48-AF9F-87AF-B3AB-2CA9606A4E8B}"/>
              </a:ext>
            </a:extLst>
          </p:cNvPr>
          <p:cNvSpPr txBox="1">
            <a:spLocks noGrp="1"/>
          </p:cNvSpPr>
          <p:nvPr>
            <p:ph type="body" idx="1"/>
          </p:nvPr>
        </p:nvSpPr>
        <p:spPr>
          <a:xfrm>
            <a:off x="398900" y="1455288"/>
            <a:ext cx="8001000" cy="2914800"/>
          </a:xfrm>
          <a:prstGeom prst="rect">
            <a:avLst/>
          </a:prstGeom>
          <a:noFill/>
          <a:ln>
            <a:noFill/>
          </a:ln>
        </p:spPr>
        <p:txBody>
          <a:bodyPr spcFirstLastPara="1" wrap="square" lIns="91425" tIns="45700" rIns="91425" bIns="45700" anchor="t" anchorCtr="0">
            <a:normAutofit fontScale="92500" lnSpcReduction="10000"/>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1800" b="1" i="0" u="none" strike="noStrike" cap="none" dirty="0">
              <a:solidFill>
                <a:schemeClr val="bg2"/>
              </a:solidFill>
              <a:latin typeface="Calibri" panose="020F0502020204030204" pitchFamily="34" charset="0"/>
              <a:ea typeface="Times New Roman"/>
              <a:cs typeface="Calibri" panose="020F0502020204030204" pitchFamily="34" charset="0"/>
              <a:sym typeface="Times New Roman"/>
            </a:endParaRPr>
          </a:p>
          <a:p>
            <a:pPr lvl="0" indent="-457200" algn="just">
              <a:lnSpc>
                <a:spcPct val="100000"/>
              </a:lnSpc>
              <a:buFont typeface="Arial"/>
              <a:buAutoNum type="arabicPeriod"/>
            </a:pPr>
            <a:r>
              <a:rPr lang="en-US" sz="1800" dirty="0">
                <a:solidFill>
                  <a:schemeClr val="bg2"/>
                </a:solidFill>
                <a:latin typeface="Calibri" panose="020F0502020204030204" pitchFamily="34" charset="0"/>
                <a:cs typeface="Calibri" panose="020F0502020204030204" pitchFamily="34" charset="0"/>
              </a:rPr>
              <a:t>NPTEL — “Software Engineering” course from IIT Kharagpur / Indian Institutes </a:t>
            </a:r>
            <a:r>
              <a:rPr lang="en-US" sz="1800" dirty="0">
                <a:solidFill>
                  <a:srgbClr val="1C3678"/>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https://onlinecourses.nptel.ac.in/noc25_cs108/preview?utm_source=chatgpt.</a:t>
            </a:r>
            <a:r>
              <a:rPr lang="en-US" sz="1800" dirty="0">
                <a:solidFill>
                  <a:schemeClr val="bg2"/>
                </a:solidFill>
                <a:latin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com</a:t>
            </a:r>
            <a:endParaRPr lang="en-US" sz="1800" dirty="0">
              <a:solidFill>
                <a:schemeClr val="bg2"/>
              </a:solidFill>
              <a:latin typeface="Calibri" panose="020F0502020204030204" pitchFamily="34" charset="0"/>
              <a:cs typeface="Calibri" panose="020F0502020204030204" pitchFamily="34" charset="0"/>
            </a:endParaRPr>
          </a:p>
          <a:p>
            <a:pPr lvl="0" indent="-457200" algn="just">
              <a:lnSpc>
                <a:spcPct val="100000"/>
              </a:lnSpc>
              <a:buFont typeface="Arial"/>
              <a:buAutoNum type="arabicPeriod"/>
            </a:pPr>
            <a:r>
              <a:rPr lang="en-US" sz="1800" dirty="0">
                <a:solidFill>
                  <a:schemeClr val="bg2"/>
                </a:solidFill>
              </a:rPr>
              <a:t>CS &amp; IT Tutorials by Vrushali — “SE 1: Learn Software Engineering from Scratch” (YouTube) </a:t>
            </a:r>
            <a:r>
              <a:rPr lang="en-US" sz="1800" dirty="0">
                <a:solidFill>
                  <a:srgbClr val="1C3678"/>
                </a:solidFill>
                <a:hlinkClick r:id="rId4">
                  <a:extLst>
                    <a:ext uri="{A12FA001-AC4F-418D-AE19-62706E023703}">
                      <ahyp:hlinkClr xmlns:ahyp="http://schemas.microsoft.com/office/drawing/2018/hyperlinkcolor" val="tx"/>
                    </a:ext>
                  </a:extLst>
                </a:hlinkClick>
              </a:rPr>
              <a:t>https://www.youtube.com/watch?v=</a:t>
            </a:r>
            <a:r>
              <a:rPr lang="en-US" sz="1800" dirty="0">
                <a:solidFill>
                  <a:schemeClr val="bg2"/>
                </a:solidFill>
                <a:hlinkClick r:id="rId4">
                  <a:extLst>
                    <a:ext uri="{A12FA001-AC4F-418D-AE19-62706E023703}">
                      <ahyp:hlinkClr xmlns:ahyp="http://schemas.microsoft.com/office/drawing/2018/hyperlinkcolor" val="tx"/>
                    </a:ext>
                  </a:extLst>
                </a:hlinkClick>
              </a:rPr>
              <a:t>IHx9ImEMuzQ</a:t>
            </a:r>
            <a:endParaRPr lang="en-US" sz="1800" dirty="0">
              <a:solidFill>
                <a:schemeClr val="bg2"/>
              </a:solidFill>
            </a:endParaRPr>
          </a:p>
          <a:p>
            <a:pPr lvl="0" indent="-457200" algn="just">
              <a:lnSpc>
                <a:spcPct val="100000"/>
              </a:lnSpc>
              <a:buFont typeface="Arial"/>
              <a:buAutoNum type="arabicPeriod"/>
            </a:pPr>
            <a:r>
              <a:rPr lang="en-US" sz="1800" dirty="0" err="1">
                <a:solidFill>
                  <a:schemeClr val="bg2"/>
                </a:solidFill>
              </a:rPr>
              <a:t>nptelhrd</a:t>
            </a:r>
            <a:r>
              <a:rPr lang="en-US" sz="1800" dirty="0">
                <a:solidFill>
                  <a:schemeClr val="bg2"/>
                </a:solidFill>
              </a:rPr>
              <a:t> (IIT/Bombay) — Lecture series “Introduction to Software Engineering” (free video lecture) </a:t>
            </a:r>
            <a:r>
              <a:rPr lang="en-US" sz="1800" dirty="0">
                <a:solidFill>
                  <a:srgbClr val="1C3678"/>
                </a:solidFill>
                <a:hlinkClick r:id="rId5">
                  <a:extLst>
                    <a:ext uri="{A12FA001-AC4F-418D-AE19-62706E023703}">
                      <ahyp:hlinkClr xmlns:ahyp="http://schemas.microsoft.com/office/drawing/2018/hyperlinkcolor" val="tx"/>
                    </a:ext>
                  </a:extLst>
                </a:hlinkClick>
              </a:rPr>
              <a:t>https://www.youtube.com/watch?v=Z6f9ckEElsU&amp;utm_source=chatgpt.</a:t>
            </a:r>
            <a:r>
              <a:rPr lang="en-US" sz="1800" dirty="0">
                <a:solidFill>
                  <a:schemeClr val="bg2"/>
                </a:solidFill>
                <a:hlinkClick r:id="rId5">
                  <a:extLst>
                    <a:ext uri="{A12FA001-AC4F-418D-AE19-62706E023703}">
                      <ahyp:hlinkClr xmlns:ahyp="http://schemas.microsoft.com/office/drawing/2018/hyperlinkcolor" val="tx"/>
                    </a:ext>
                  </a:extLst>
                </a:hlinkClick>
              </a:rPr>
              <a:t>com</a:t>
            </a:r>
            <a:endParaRPr lang="en-US" sz="1800" dirty="0">
              <a:solidFill>
                <a:schemeClr val="bg2"/>
              </a:solidFill>
            </a:endParaRPr>
          </a:p>
          <a:p>
            <a:pPr lvl="0" indent="-457200" algn="just">
              <a:lnSpc>
                <a:spcPct val="100000"/>
              </a:lnSpc>
              <a:buFont typeface="Arial"/>
              <a:buAutoNum type="arabicPeriod"/>
            </a:pPr>
            <a:r>
              <a:rPr lang="en-US" sz="1800" dirty="0">
                <a:solidFill>
                  <a:schemeClr val="bg2"/>
                </a:solidFill>
              </a:rPr>
              <a:t>Coursera – Introduction to Software Engineering (IBM) </a:t>
            </a:r>
            <a:r>
              <a:rPr lang="en-IN" sz="1800" dirty="0">
                <a:solidFill>
                  <a:schemeClr val="bg2"/>
                </a:solidFill>
              </a:rPr>
              <a:t>https://www.coursera.org/learn/introduction-to-software-engineering</a:t>
            </a:r>
            <a:endParaRPr sz="1800" b="0" i="0" u="none" dirty="0">
              <a:solidFill>
                <a:schemeClr val="bg2"/>
              </a:solidFill>
              <a:latin typeface="Calibri" panose="020F0502020204030204" pitchFamily="34" charset="0"/>
              <a:ea typeface="Times New Roman"/>
              <a:cs typeface="Calibri" panose="020F0502020204030204" pitchFamily="34" charset="0"/>
              <a:sym typeface="Times New Roman"/>
            </a:endParaRPr>
          </a:p>
        </p:txBody>
      </p:sp>
    </p:spTree>
    <p:extLst>
      <p:ext uri="{BB962C8B-B14F-4D97-AF65-F5344CB8AC3E}">
        <p14:creationId xmlns:p14="http://schemas.microsoft.com/office/powerpoint/2010/main" val="32888665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AA525799-B627-EABD-6F95-B01E70B350EE}"/>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B11A8074-A1E1-E4EA-4297-A979F5985FAF}"/>
              </a:ext>
            </a:extLst>
          </p:cNvPr>
          <p:cNvGrpSpPr/>
          <p:nvPr/>
        </p:nvGrpSpPr>
        <p:grpSpPr>
          <a:xfrm>
            <a:off x="715861" y="-42871"/>
            <a:ext cx="8277101" cy="1217475"/>
            <a:chOff x="0" y="6299"/>
            <a:chExt cx="5580934" cy="1217475"/>
          </a:xfrm>
          <a:noFill/>
        </p:grpSpPr>
        <p:sp>
          <p:nvSpPr>
            <p:cNvPr id="109" name="Google Shape;109;p2">
              <a:extLst>
                <a:ext uri="{FF2B5EF4-FFF2-40B4-BE49-F238E27FC236}">
                  <a16:creationId xmlns:a16="http://schemas.microsoft.com/office/drawing/2014/main" id="{1E88B249-9EB8-982D-7990-60FD26BC1333}"/>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CA78F93E-F041-2AD9-DC64-C940C34E84ED}"/>
                </a:ext>
              </a:extLst>
            </p:cNvPr>
            <p:cNvSpPr txBox="1"/>
            <p:nvPr/>
          </p:nvSpPr>
          <p:spPr>
            <a:xfrm>
              <a:off x="0" y="822582"/>
              <a:ext cx="5537526" cy="401192"/>
            </a:xfrm>
            <a:prstGeom prst="rect">
              <a:avLst/>
            </a:prstGeom>
            <a:grpFill/>
            <a:ln>
              <a:noFill/>
            </a:ln>
          </p:spPr>
          <p:txBody>
            <a:bodyPr spcFirstLastPara="1" wrap="square" lIns="72375" tIns="72375" rIns="72375" bIns="72375" anchor="ctr" anchorCtr="0">
              <a:noAutofit/>
            </a:bodyPr>
            <a:lstStyle/>
            <a:p>
              <a:pPr lvl="0" algn="just">
                <a:lnSpc>
                  <a:spcPct val="90000"/>
                </a:lnSpc>
                <a:buSzPts val="1900"/>
              </a:pPr>
              <a:r>
                <a:rPr lang="en-US" sz="4000" b="1" dirty="0">
                  <a:solidFill>
                    <a:schemeClr val="bg2"/>
                  </a:solidFill>
                  <a:latin typeface="Calibri" panose="020F0502020204030204" pitchFamily="34" charset="0"/>
                  <a:ea typeface="Calibri" panose="020F0502020204030204" pitchFamily="34" charset="0"/>
                  <a:cs typeface="Calibri" panose="020F0502020204030204" pitchFamily="34" charset="0"/>
                </a:rPr>
                <a:t>Next lecture </a:t>
              </a:r>
            </a:p>
          </p:txBody>
        </p:sp>
      </p:grpSp>
      <p:sp>
        <p:nvSpPr>
          <p:cNvPr id="111" name="Google Shape;111;p2">
            <a:extLst>
              <a:ext uri="{FF2B5EF4-FFF2-40B4-BE49-F238E27FC236}">
                <a16:creationId xmlns:a16="http://schemas.microsoft.com/office/drawing/2014/main" id="{CD9A8891-1ED0-3C05-9B83-BB4C9C0EB93D}"/>
              </a:ext>
            </a:extLst>
          </p:cNvPr>
          <p:cNvSpPr txBox="1">
            <a:spLocks noGrp="1"/>
          </p:cNvSpPr>
          <p:nvPr>
            <p:ph type="body" idx="1"/>
          </p:nvPr>
        </p:nvSpPr>
        <p:spPr>
          <a:xfrm>
            <a:off x="406520" y="1863313"/>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0" marR="0" lvl="0" indent="0" algn="just" rtl="0">
              <a:lnSpc>
                <a:spcPct val="100000"/>
              </a:lnSpc>
              <a:spcBef>
                <a:spcPts val="480"/>
              </a:spcBef>
              <a:spcAft>
                <a:spcPts val="0"/>
              </a:spcAft>
              <a:buClr>
                <a:schemeClr val="dk1"/>
              </a:buClr>
              <a:buSzPts val="2400"/>
              <a:buNone/>
            </a:pPr>
            <a:endParaRPr lang="en-US" dirty="0"/>
          </a:p>
          <a:p>
            <a:pPr marL="0" marR="0" lvl="0" indent="0" algn="just" rtl="0">
              <a:lnSpc>
                <a:spcPct val="100000"/>
              </a:lnSpc>
              <a:spcBef>
                <a:spcPts val="480"/>
              </a:spcBef>
              <a:spcAft>
                <a:spcPts val="0"/>
              </a:spcAft>
              <a:buClr>
                <a:schemeClr val="dk1"/>
              </a:buClr>
              <a:buSzPts val="2400"/>
              <a:buNone/>
            </a:pPr>
            <a:r>
              <a:rPr lang="en-US" dirty="0"/>
              <a:t>Agile software development and Their characteristic</a:t>
            </a:r>
            <a:endParaRPr sz="2400" b="0" i="0" u="none" dirty="0">
              <a:solidFill>
                <a:schemeClr val="bg2"/>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38734549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C6F26A9A-51A8-DA0C-152B-AD37E9CEC489}"/>
            </a:ext>
          </a:extLst>
        </p:cNvPr>
        <p:cNvGrpSpPr/>
        <p:nvPr/>
      </p:nvGrpSpPr>
      <p:grpSpPr>
        <a:xfrm>
          <a:off x="0" y="0"/>
          <a:ext cx="0" cy="0"/>
          <a:chOff x="0" y="0"/>
          <a:chExt cx="0" cy="0"/>
        </a:xfrm>
      </p:grpSpPr>
      <p:grpSp>
        <p:nvGrpSpPr>
          <p:cNvPr id="108" name="Google Shape;108;p2">
            <a:extLst>
              <a:ext uri="{FF2B5EF4-FFF2-40B4-BE49-F238E27FC236}">
                <a16:creationId xmlns:a16="http://schemas.microsoft.com/office/drawing/2014/main" id="{A2A21673-0A1D-F07A-5F4A-24C8EDC3204D}"/>
              </a:ext>
            </a:extLst>
          </p:cNvPr>
          <p:cNvGrpSpPr/>
          <p:nvPr/>
        </p:nvGrpSpPr>
        <p:grpSpPr>
          <a:xfrm>
            <a:off x="712518" y="218172"/>
            <a:ext cx="8312727" cy="444600"/>
            <a:chOff x="0" y="6299"/>
            <a:chExt cx="5580934" cy="444600"/>
          </a:xfrm>
          <a:noFill/>
        </p:grpSpPr>
        <p:sp>
          <p:nvSpPr>
            <p:cNvPr id="109" name="Google Shape;109;p2">
              <a:extLst>
                <a:ext uri="{FF2B5EF4-FFF2-40B4-BE49-F238E27FC236}">
                  <a16:creationId xmlns:a16="http://schemas.microsoft.com/office/drawing/2014/main" id="{D38799F9-4E43-3EC1-B502-26CB35DA3A64}"/>
                </a:ext>
              </a:extLst>
            </p:cNvPr>
            <p:cNvSpPr/>
            <p:nvPr/>
          </p:nvSpPr>
          <p:spPr>
            <a:xfrm>
              <a:off x="0" y="6299"/>
              <a:ext cx="5580934" cy="444600"/>
            </a:xfrm>
            <a:prstGeom prst="roundRect">
              <a:avLst>
                <a:gd name="adj" fmla="val 16667"/>
              </a:avLst>
            </a:prstGeom>
            <a:grpFill/>
            <a:ln>
              <a:noFill/>
            </a:ln>
            <a:effectLst>
              <a:outerShdw blurRad="40000" dist="20000" dir="5400000" rotWithShape="0">
                <a:srgbClr val="000000">
                  <a:alpha val="37647"/>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bg2"/>
                </a:solidFill>
              </a:endParaRPr>
            </a:p>
          </p:txBody>
        </p:sp>
        <p:sp>
          <p:nvSpPr>
            <p:cNvPr id="110" name="Google Shape;110;p2">
              <a:extLst>
                <a:ext uri="{FF2B5EF4-FFF2-40B4-BE49-F238E27FC236}">
                  <a16:creationId xmlns:a16="http://schemas.microsoft.com/office/drawing/2014/main" id="{1167C827-DCC4-87E3-24C7-4E2CCEE8F404}"/>
                </a:ext>
              </a:extLst>
            </p:cNvPr>
            <p:cNvSpPr txBox="1"/>
            <p:nvPr/>
          </p:nvSpPr>
          <p:spPr>
            <a:xfrm>
              <a:off x="21704" y="28003"/>
              <a:ext cx="5537526" cy="401192"/>
            </a:xfrm>
            <a:prstGeom prst="rect">
              <a:avLst/>
            </a:prstGeom>
            <a:grpFill/>
            <a:ln>
              <a:noFill/>
            </a:ln>
          </p:spPr>
          <p:txBody>
            <a:bodyPr spcFirstLastPara="1" wrap="square" lIns="72375" tIns="72375" rIns="72375" bIns="72375" anchor="ctr" anchorCtr="0">
              <a:noAutofit/>
            </a:bodyPr>
            <a:lstStyle/>
            <a:p>
              <a:pPr lvl="0" algn="ctr">
                <a:lnSpc>
                  <a:spcPct val="90000"/>
                </a:lnSpc>
                <a:buSzPts val="1900"/>
              </a:pPr>
              <a:r>
                <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rPr>
                <a:t>Class-Wise </a:t>
              </a:r>
              <a:r>
                <a:rPr lang="en-IN" sz="4000" b="1" dirty="0">
                  <a:solidFill>
                    <a:schemeClr val="bg2"/>
                  </a:solidFill>
                  <a:latin typeface="Calibri" panose="020F0502020204030204" pitchFamily="34" charset="0"/>
                  <a:ea typeface="Calibri" panose="020F0502020204030204" pitchFamily="34" charset="0"/>
                  <a:cs typeface="Calibri" panose="020F0502020204030204" pitchFamily="34" charset="0"/>
                </a:rPr>
                <a:t>Feedback</a:t>
              </a:r>
              <a:endParaRPr lang="en-US" sz="4000" b="1" i="0" u="none" strike="noStrike" cap="none" dirty="0">
                <a:solidFill>
                  <a:schemeClr val="bg2"/>
                </a:solidFill>
                <a:latin typeface="Calibri" panose="020F0502020204030204" pitchFamily="34" charset="0"/>
                <a:ea typeface="Calibri" panose="020F0502020204030204" pitchFamily="34" charset="0"/>
                <a:cs typeface="Calibri" panose="020F0502020204030204" pitchFamily="34" charset="0"/>
                <a:sym typeface="Arial"/>
              </a:endParaRPr>
            </a:p>
          </p:txBody>
        </p:sp>
      </p:grpSp>
      <p:pic>
        <p:nvPicPr>
          <p:cNvPr id="4" name="Picture 3">
            <a:extLst>
              <a:ext uri="{FF2B5EF4-FFF2-40B4-BE49-F238E27FC236}">
                <a16:creationId xmlns:a16="http://schemas.microsoft.com/office/drawing/2014/main" id="{EA32CA7B-4AE1-6762-631D-C29ACAADD3F7}"/>
              </a:ext>
            </a:extLst>
          </p:cNvPr>
          <p:cNvPicPr>
            <a:picLocks noChangeAspect="1"/>
          </p:cNvPicPr>
          <p:nvPr/>
        </p:nvPicPr>
        <p:blipFill>
          <a:blip r:embed="rId3"/>
          <a:stretch>
            <a:fillRect/>
          </a:stretch>
        </p:blipFill>
        <p:spPr>
          <a:xfrm>
            <a:off x="2931091" y="1525581"/>
            <a:ext cx="3858016" cy="2762234"/>
          </a:xfrm>
          <a:prstGeom prst="rect">
            <a:avLst/>
          </a:prstGeom>
        </p:spPr>
      </p:pic>
    </p:spTree>
    <p:extLst>
      <p:ext uri="{BB962C8B-B14F-4D97-AF65-F5344CB8AC3E}">
        <p14:creationId xmlns:p14="http://schemas.microsoft.com/office/powerpoint/2010/main" val="32179637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7">
          <a:extLst>
            <a:ext uri="{FF2B5EF4-FFF2-40B4-BE49-F238E27FC236}">
              <a16:creationId xmlns:a16="http://schemas.microsoft.com/office/drawing/2014/main" id="{8A55AB18-D4CA-00FD-9048-6518AF6BFBD1}"/>
            </a:ext>
          </a:extLst>
        </p:cNvPr>
        <p:cNvGrpSpPr/>
        <p:nvPr/>
      </p:nvGrpSpPr>
      <p:grpSpPr>
        <a:xfrm>
          <a:off x="0" y="0"/>
          <a:ext cx="0" cy="0"/>
          <a:chOff x="0" y="0"/>
          <a:chExt cx="0" cy="0"/>
        </a:xfrm>
      </p:grpSpPr>
      <p:sp>
        <p:nvSpPr>
          <p:cNvPr id="111" name="Google Shape;111;p2">
            <a:extLst>
              <a:ext uri="{FF2B5EF4-FFF2-40B4-BE49-F238E27FC236}">
                <a16:creationId xmlns:a16="http://schemas.microsoft.com/office/drawing/2014/main" id="{F1900A86-A15B-28B5-54CA-49F17AC3B9FE}"/>
              </a:ext>
            </a:extLst>
          </p:cNvPr>
          <p:cNvSpPr txBox="1">
            <a:spLocks noGrp="1"/>
          </p:cNvSpPr>
          <p:nvPr>
            <p:ph type="body" idx="1"/>
          </p:nvPr>
        </p:nvSpPr>
        <p:spPr>
          <a:xfrm>
            <a:off x="385500" y="1422025"/>
            <a:ext cx="8001000" cy="2914800"/>
          </a:xfrm>
          <a:prstGeom prst="rect">
            <a:avLst/>
          </a:prstGeom>
          <a:noFill/>
          <a:ln>
            <a:noFill/>
          </a:ln>
        </p:spPr>
        <p:txBody>
          <a:bodyPr spcFirstLastPara="1" wrap="square" lIns="91425" tIns="45700" rIns="91425" bIns="45700" anchor="t" anchorCtr="0">
            <a:normAutofit/>
          </a:bodyPr>
          <a:lstStyle/>
          <a:p>
            <a:pPr marL="342900" marR="0" lvl="0" indent="-342900" algn="just" rtl="0">
              <a:lnSpc>
                <a:spcPct val="100000"/>
              </a:lnSpc>
              <a:spcBef>
                <a:spcPts val="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1" i="0" u="none" strike="noStrike" cap="none" dirty="0">
              <a:solidFill>
                <a:schemeClr val="bg2"/>
              </a:solidFill>
              <a:latin typeface="Times New Roman"/>
              <a:ea typeface="Times New Roman"/>
              <a:cs typeface="Times New Roman"/>
              <a:sym typeface="Times New Roman"/>
            </a:endParaRPr>
          </a:p>
          <a:p>
            <a:pPr marL="342900" marR="0" lvl="0" indent="-342900" algn="just" rtl="0">
              <a:lnSpc>
                <a:spcPct val="100000"/>
              </a:lnSpc>
              <a:spcBef>
                <a:spcPts val="480"/>
              </a:spcBef>
              <a:spcAft>
                <a:spcPts val="0"/>
              </a:spcAft>
              <a:buClr>
                <a:schemeClr val="dk1"/>
              </a:buClr>
              <a:buSzPts val="2400"/>
              <a:buFont typeface="Arial"/>
              <a:buNone/>
            </a:pPr>
            <a:r>
              <a:rPr lang="en-US" sz="2400" b="0" i="0" u="none" strike="noStrike" cap="none" dirty="0">
                <a:solidFill>
                  <a:schemeClr val="bg2"/>
                </a:solidFill>
                <a:latin typeface="Times New Roman"/>
                <a:ea typeface="Times New Roman"/>
                <a:cs typeface="Times New Roman"/>
                <a:sym typeface="Times New Roman"/>
              </a:rPr>
              <a:t> </a:t>
            </a:r>
            <a:endParaRPr sz="2400" b="0" i="0" u="none" dirty="0">
              <a:solidFill>
                <a:schemeClr val="bg2"/>
              </a:solidFill>
              <a:latin typeface="Times New Roman"/>
              <a:ea typeface="Times New Roman"/>
              <a:cs typeface="Times New Roman"/>
              <a:sym typeface="Times New Roman"/>
            </a:endParaRPr>
          </a:p>
        </p:txBody>
      </p:sp>
      <p:sp>
        <p:nvSpPr>
          <p:cNvPr id="113" name="Google Shape;113;p2">
            <a:extLst>
              <a:ext uri="{FF2B5EF4-FFF2-40B4-BE49-F238E27FC236}">
                <a16:creationId xmlns:a16="http://schemas.microsoft.com/office/drawing/2014/main" id="{11F095B4-BE95-F6C7-73C0-ED3F8AB0372C}"/>
              </a:ext>
            </a:extLst>
          </p:cNvPr>
          <p:cNvSpPr txBox="1"/>
          <p:nvPr/>
        </p:nvSpPr>
        <p:spPr>
          <a:xfrm>
            <a:off x="385500" y="2170166"/>
            <a:ext cx="8471559" cy="1200288"/>
          </a:xfrm>
          <a:prstGeom prst="rect">
            <a:avLst/>
          </a:prstGeom>
          <a:noFill/>
          <a:ln>
            <a:noFill/>
          </a:ln>
        </p:spPr>
        <p:txBody>
          <a:bodyPr spcFirstLastPara="1" wrap="square" lIns="91425" tIns="45700" rIns="91425" bIns="45700" anchor="t" anchorCtr="0">
            <a:spAutoFit/>
          </a:bodyPr>
          <a:lstStyle/>
          <a:p>
            <a:pPr marL="0" marR="0" lvl="0" indent="0" algn="ctr" rtl="0">
              <a:lnSpc>
                <a:spcPct val="90000"/>
              </a:lnSpc>
              <a:spcBef>
                <a:spcPts val="0"/>
              </a:spcBef>
              <a:spcAft>
                <a:spcPts val="0"/>
              </a:spcAft>
              <a:buNone/>
            </a:pPr>
            <a:r>
              <a:rPr lang="en-US" sz="8000" b="1" u="none" strike="noStrike" cap="none" dirty="0">
                <a:solidFill>
                  <a:srgbClr val="FF0000"/>
                </a:solidFill>
                <a:latin typeface="Vladimir Script" panose="03050402040407070305" pitchFamily="66" charset="0"/>
                <a:ea typeface="Calibri" panose="020F0502020204030204" pitchFamily="34" charset="0"/>
                <a:cs typeface="Calibri" panose="020F0502020204030204" pitchFamily="34" charset="0"/>
                <a:sym typeface="Arial"/>
              </a:rPr>
              <a:t>Thank You</a:t>
            </a:r>
          </a:p>
        </p:txBody>
      </p:sp>
      <p:sp>
        <p:nvSpPr>
          <p:cNvPr id="3" name="TextBox 2">
            <a:extLst>
              <a:ext uri="{FF2B5EF4-FFF2-40B4-BE49-F238E27FC236}">
                <a16:creationId xmlns:a16="http://schemas.microsoft.com/office/drawing/2014/main" id="{B12A2976-DC1D-EB73-7C31-7FA517DF4948}"/>
              </a:ext>
            </a:extLst>
          </p:cNvPr>
          <p:cNvSpPr txBox="1"/>
          <p:nvPr/>
        </p:nvSpPr>
        <p:spPr>
          <a:xfrm>
            <a:off x="385500" y="3948192"/>
            <a:ext cx="4572000" cy="707886"/>
          </a:xfrm>
          <a:prstGeom prst="rect">
            <a:avLst/>
          </a:prstGeom>
          <a:noFill/>
        </p:spPr>
        <p:txBody>
          <a:bodyPr wrap="square">
            <a:spAutoFit/>
          </a:bodyPr>
          <a:lstStyle/>
          <a:p>
            <a:r>
              <a:rPr lang="en-US" sz="2000" dirty="0">
                <a:latin typeface="Calibri" panose="020F0502020204030204" pitchFamily="34" charset="0"/>
                <a:ea typeface="Calibri" panose="020F0502020204030204" pitchFamily="34" charset="0"/>
                <a:cs typeface="Calibri" panose="020F0502020204030204" pitchFamily="34" charset="0"/>
              </a:rPr>
              <a:t>For queries</a:t>
            </a:r>
          </a:p>
          <a:p>
            <a:r>
              <a:rPr lang="en-US" sz="2000" dirty="0">
                <a:latin typeface="Calibri" panose="020F0502020204030204" pitchFamily="34" charset="0"/>
                <a:ea typeface="Calibri" panose="020F0502020204030204" pitchFamily="34" charset="0"/>
                <a:cs typeface="Calibri" panose="020F0502020204030204" pitchFamily="34" charset="0"/>
              </a:rPr>
              <a:t>Email: geeta.e15227@cumail.in</a:t>
            </a:r>
          </a:p>
        </p:txBody>
      </p:sp>
    </p:spTree>
    <p:extLst>
      <p:ext uri="{BB962C8B-B14F-4D97-AF65-F5344CB8AC3E}">
        <p14:creationId xmlns:p14="http://schemas.microsoft.com/office/powerpoint/2010/main" val="1222657475"/>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176AE18-B432-4A0C-8613-ACF6D2C40FA0}">
  <we:reference id="wa104051163" version="1.2.0.3" store="en-US" storeType="OMEX"/>
  <we:alternateReferences>
    <we:reference id="WA104051163" version="1.2.0.3" store="WA1040511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2478</TotalTime>
  <Words>1675</Words>
  <Application>Microsoft Office PowerPoint</Application>
  <PresentationFormat>On-screen Show (16:9)</PresentationFormat>
  <Paragraphs>183</Paragraphs>
  <Slides>32</Slides>
  <Notes>32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32</vt:i4>
      </vt:variant>
    </vt:vector>
  </HeadingPairs>
  <TitlesOfParts>
    <vt:vector size="44" baseType="lpstr">
      <vt:lpstr>Calibri</vt:lpstr>
      <vt:lpstr>Arial</vt:lpstr>
      <vt:lpstr>Vladimir Script</vt:lpstr>
      <vt:lpstr>Arial Black</vt:lpstr>
      <vt:lpstr>fkGroteskNeue</vt:lpstr>
      <vt:lpstr>Source Sans Pro</vt:lpstr>
      <vt:lpstr>Wingdings</vt:lpstr>
      <vt:lpstr>Cambria</vt:lpstr>
      <vt:lpstr>Lato</vt:lpstr>
      <vt:lpstr>Times New Roman</vt:lpstr>
      <vt:lpstr>Tahoma</vt:lpstr>
      <vt:lpstr>Streamline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sony</dc:creator>
  <cp:lastModifiedBy>Geeta arora</cp:lastModifiedBy>
  <cp:revision>82</cp:revision>
  <dcterms:modified xsi:type="dcterms:W3CDTF">2026-01-05T09:54:06Z</dcterms:modified>
</cp:coreProperties>
</file>