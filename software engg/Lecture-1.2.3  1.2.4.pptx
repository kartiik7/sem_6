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362" r:id="rId2"/>
    <p:sldId id="363" r:id="rId3"/>
    <p:sldId id="297" r:id="rId4"/>
    <p:sldId id="364" r:id="rId5"/>
    <p:sldId id="365" r:id="rId6"/>
    <p:sldId id="284" r:id="rId7"/>
    <p:sldId id="306" r:id="rId8"/>
    <p:sldId id="256" r:id="rId9"/>
    <p:sldId id="257" r:id="rId10"/>
    <p:sldId id="266" r:id="rId11"/>
    <p:sldId id="258" r:id="rId12"/>
    <p:sldId id="259" r:id="rId13"/>
    <p:sldId id="260" r:id="rId14"/>
    <p:sldId id="261" r:id="rId15"/>
    <p:sldId id="267" r:id="rId16"/>
    <p:sldId id="262" r:id="rId17"/>
    <p:sldId id="263" r:id="rId18"/>
    <p:sldId id="264" r:id="rId19"/>
    <p:sldId id="265" r:id="rId20"/>
    <p:sldId id="288" r:id="rId21"/>
    <p:sldId id="343" r:id="rId22"/>
    <p:sldId id="366" r:id="rId23"/>
    <p:sldId id="367" r:id="rId24"/>
    <p:sldId id="368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Vladimir Script" panose="03050402040407070305" pitchFamily="66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9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5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762B74-9130-47B6-B52E-0DB376BD75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189647D-CAFC-45FD-AA21-C08A836C604D}">
      <dgm:prSet/>
      <dgm:spPr/>
      <dgm:t>
        <a:bodyPr/>
        <a:lstStyle/>
        <a:p>
          <a:r>
            <a:rPr lang="en-US" b="0" i="0" baseline="0"/>
            <a:t>Understand user needs in detail</a:t>
          </a:r>
          <a:endParaRPr lang="en-IN"/>
        </a:p>
      </dgm:t>
    </dgm:pt>
    <dgm:pt modelId="{77A0A05E-C4B5-4317-AD0A-D223362B75D4}" type="parTrans" cxnId="{1E3D2EE4-8E81-4721-A43A-BA6D1F1B2238}">
      <dgm:prSet/>
      <dgm:spPr/>
      <dgm:t>
        <a:bodyPr/>
        <a:lstStyle/>
        <a:p>
          <a:endParaRPr lang="en-IN"/>
        </a:p>
      </dgm:t>
    </dgm:pt>
    <dgm:pt modelId="{25FF806B-9943-4738-B2EC-30D16F54C9C7}" type="sibTrans" cxnId="{1E3D2EE4-8E81-4721-A43A-BA6D1F1B2238}">
      <dgm:prSet/>
      <dgm:spPr/>
      <dgm:t>
        <a:bodyPr/>
        <a:lstStyle/>
        <a:p>
          <a:endParaRPr lang="en-IN"/>
        </a:p>
      </dgm:t>
    </dgm:pt>
    <dgm:pt modelId="{DBD6263F-ED06-435B-BE6D-BE39D2D6DEB3}">
      <dgm:prSet/>
      <dgm:spPr/>
      <dgm:t>
        <a:bodyPr/>
        <a:lstStyle/>
        <a:p>
          <a:r>
            <a:rPr lang="en-US" b="0" i="0" baseline="0"/>
            <a:t>Remove ambiguities and inconsistencies</a:t>
          </a:r>
          <a:endParaRPr lang="en-IN"/>
        </a:p>
      </dgm:t>
    </dgm:pt>
    <dgm:pt modelId="{4CE986B8-4424-4E3A-A93F-19E46120F0CB}" type="parTrans" cxnId="{512CBBC3-F605-4648-915F-70F9447D877F}">
      <dgm:prSet/>
      <dgm:spPr/>
      <dgm:t>
        <a:bodyPr/>
        <a:lstStyle/>
        <a:p>
          <a:endParaRPr lang="en-IN"/>
        </a:p>
      </dgm:t>
    </dgm:pt>
    <dgm:pt modelId="{C0B0C12E-3F30-498D-A7DA-2AC33C9FDCF6}" type="sibTrans" cxnId="{512CBBC3-F605-4648-915F-70F9447D877F}">
      <dgm:prSet/>
      <dgm:spPr/>
      <dgm:t>
        <a:bodyPr/>
        <a:lstStyle/>
        <a:p>
          <a:endParaRPr lang="en-IN"/>
        </a:p>
      </dgm:t>
    </dgm:pt>
    <dgm:pt modelId="{EE9DB9A9-64BD-40A2-BCE2-C83174A1C06D}">
      <dgm:prSet/>
      <dgm:spPr/>
      <dgm:t>
        <a:bodyPr/>
        <a:lstStyle/>
        <a:p>
          <a:r>
            <a:rPr lang="en-US" b="0" i="0" baseline="0"/>
            <a:t>Categorize requirements (functional / non-functional)</a:t>
          </a:r>
          <a:endParaRPr lang="en-IN"/>
        </a:p>
      </dgm:t>
    </dgm:pt>
    <dgm:pt modelId="{721C028E-0FD6-4C73-A1BA-AA323F5EB112}" type="parTrans" cxnId="{1E556D1B-4BB7-422C-88DB-8649A5E91353}">
      <dgm:prSet/>
      <dgm:spPr/>
      <dgm:t>
        <a:bodyPr/>
        <a:lstStyle/>
        <a:p>
          <a:endParaRPr lang="en-IN"/>
        </a:p>
      </dgm:t>
    </dgm:pt>
    <dgm:pt modelId="{E230407D-7CD7-4C31-B958-D9C8C1765028}" type="sibTrans" cxnId="{1E556D1B-4BB7-422C-88DB-8649A5E91353}">
      <dgm:prSet/>
      <dgm:spPr/>
      <dgm:t>
        <a:bodyPr/>
        <a:lstStyle/>
        <a:p>
          <a:endParaRPr lang="en-IN"/>
        </a:p>
      </dgm:t>
    </dgm:pt>
    <dgm:pt modelId="{32972529-1D64-41B8-BEB8-C79555761F4F}">
      <dgm:prSet/>
      <dgm:spPr/>
      <dgm:t>
        <a:bodyPr/>
        <a:lstStyle/>
        <a:p>
          <a:r>
            <a:rPr lang="en-US" b="0" i="0" baseline="0"/>
            <a:t>Prioritize system features</a:t>
          </a:r>
          <a:endParaRPr lang="en-IN"/>
        </a:p>
      </dgm:t>
    </dgm:pt>
    <dgm:pt modelId="{9E1A8BF4-6608-4626-8E3F-C22EB15CB5E7}" type="parTrans" cxnId="{65383B72-15C8-4872-A59F-6E3F1734F317}">
      <dgm:prSet/>
      <dgm:spPr/>
      <dgm:t>
        <a:bodyPr/>
        <a:lstStyle/>
        <a:p>
          <a:endParaRPr lang="en-IN"/>
        </a:p>
      </dgm:t>
    </dgm:pt>
    <dgm:pt modelId="{0FB7F1E2-1A0D-4984-9B46-6FD8C2509CBD}" type="sibTrans" cxnId="{65383B72-15C8-4872-A59F-6E3F1734F317}">
      <dgm:prSet/>
      <dgm:spPr/>
      <dgm:t>
        <a:bodyPr/>
        <a:lstStyle/>
        <a:p>
          <a:endParaRPr lang="en-IN"/>
        </a:p>
      </dgm:t>
    </dgm:pt>
    <dgm:pt modelId="{45546C53-4AF8-4224-9F48-A1C156CE5964}">
      <dgm:prSet/>
      <dgm:spPr/>
      <dgm:t>
        <a:bodyPr/>
        <a:lstStyle/>
        <a:p>
          <a:r>
            <a:rPr lang="en-US" b="0" i="0" baseline="0"/>
            <a:t>Detect conflicts among stakeholder requirements</a:t>
          </a:r>
          <a:endParaRPr lang="en-IN"/>
        </a:p>
      </dgm:t>
    </dgm:pt>
    <dgm:pt modelId="{221AB071-CB27-48AF-8779-DF9B56249198}" type="parTrans" cxnId="{592C0DF5-D2DD-4203-B474-C6CFE3B7109D}">
      <dgm:prSet/>
      <dgm:spPr/>
      <dgm:t>
        <a:bodyPr/>
        <a:lstStyle/>
        <a:p>
          <a:endParaRPr lang="en-IN"/>
        </a:p>
      </dgm:t>
    </dgm:pt>
    <dgm:pt modelId="{339C7F87-ACB9-4CDD-9BEF-E3A772ACD2D0}" type="sibTrans" cxnId="{592C0DF5-D2DD-4203-B474-C6CFE3B7109D}">
      <dgm:prSet/>
      <dgm:spPr/>
      <dgm:t>
        <a:bodyPr/>
        <a:lstStyle/>
        <a:p>
          <a:endParaRPr lang="en-IN"/>
        </a:p>
      </dgm:t>
    </dgm:pt>
    <dgm:pt modelId="{3466A59F-5744-4D7D-B501-69E5E9C33C03}">
      <dgm:prSet/>
      <dgm:spPr/>
      <dgm:t>
        <a:bodyPr/>
        <a:lstStyle/>
        <a:p>
          <a:r>
            <a:rPr lang="en-US" b="0" i="0" baseline="0"/>
            <a:t>Develop models to represent system behavior</a:t>
          </a:r>
          <a:endParaRPr lang="en-IN"/>
        </a:p>
      </dgm:t>
    </dgm:pt>
    <dgm:pt modelId="{B35C7240-B4D8-461D-8B76-895D1B3FFF6C}" type="parTrans" cxnId="{2D86E965-BB4C-4A1E-A08B-F8550DEB474C}">
      <dgm:prSet/>
      <dgm:spPr/>
      <dgm:t>
        <a:bodyPr/>
        <a:lstStyle/>
        <a:p>
          <a:endParaRPr lang="en-IN"/>
        </a:p>
      </dgm:t>
    </dgm:pt>
    <dgm:pt modelId="{32116A88-C0D9-43AC-AEA3-EEBDE0B39E73}" type="sibTrans" cxnId="{2D86E965-BB4C-4A1E-A08B-F8550DEB474C}">
      <dgm:prSet/>
      <dgm:spPr/>
      <dgm:t>
        <a:bodyPr/>
        <a:lstStyle/>
        <a:p>
          <a:endParaRPr lang="en-IN"/>
        </a:p>
      </dgm:t>
    </dgm:pt>
    <dgm:pt modelId="{7DF792EC-5866-42EB-8FC6-FEF2FB604946}" type="pres">
      <dgm:prSet presAssocID="{3A762B74-9130-47B6-B52E-0DB376BD7562}" presName="linear" presStyleCnt="0">
        <dgm:presLayoutVars>
          <dgm:animLvl val="lvl"/>
          <dgm:resizeHandles val="exact"/>
        </dgm:presLayoutVars>
      </dgm:prSet>
      <dgm:spPr/>
    </dgm:pt>
    <dgm:pt modelId="{5C350C48-1B0E-4CA7-87D1-A0C0DD9EDDCE}" type="pres">
      <dgm:prSet presAssocID="{A189647D-CAFC-45FD-AA21-C08A836C604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18FCB20-02A4-4FAC-B7D2-D0780668FA0F}" type="pres">
      <dgm:prSet presAssocID="{25FF806B-9943-4738-B2EC-30D16F54C9C7}" presName="spacer" presStyleCnt="0"/>
      <dgm:spPr/>
    </dgm:pt>
    <dgm:pt modelId="{7047FDAD-29AF-4DEB-93E4-613F0895E04E}" type="pres">
      <dgm:prSet presAssocID="{DBD6263F-ED06-435B-BE6D-BE39D2D6DEB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86C7859-C23E-49BE-8B74-05A98DD97C7E}" type="pres">
      <dgm:prSet presAssocID="{C0B0C12E-3F30-498D-A7DA-2AC33C9FDCF6}" presName="spacer" presStyleCnt="0"/>
      <dgm:spPr/>
    </dgm:pt>
    <dgm:pt modelId="{44E0ACBA-0BEA-43B5-B207-819DEC99DA6A}" type="pres">
      <dgm:prSet presAssocID="{EE9DB9A9-64BD-40A2-BCE2-C83174A1C06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E52D40E-66D6-4AB7-B2AD-63FB7049245E}" type="pres">
      <dgm:prSet presAssocID="{E230407D-7CD7-4C31-B958-D9C8C1765028}" presName="spacer" presStyleCnt="0"/>
      <dgm:spPr/>
    </dgm:pt>
    <dgm:pt modelId="{03654156-B6ED-4C8B-B3B9-C401787225E8}" type="pres">
      <dgm:prSet presAssocID="{32972529-1D64-41B8-BEB8-C79555761F4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51E52BD-CC77-40DE-A855-F159AABF686E}" type="pres">
      <dgm:prSet presAssocID="{0FB7F1E2-1A0D-4984-9B46-6FD8C2509CBD}" presName="spacer" presStyleCnt="0"/>
      <dgm:spPr/>
    </dgm:pt>
    <dgm:pt modelId="{68CC88CA-54AA-42D1-98A8-7768F214F66C}" type="pres">
      <dgm:prSet presAssocID="{45546C53-4AF8-4224-9F48-A1C156CE596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7A1F872-E4EB-4591-8245-D18DBECEFEDE}" type="pres">
      <dgm:prSet presAssocID="{339C7F87-ACB9-4CDD-9BEF-E3A772ACD2D0}" presName="spacer" presStyleCnt="0"/>
      <dgm:spPr/>
    </dgm:pt>
    <dgm:pt modelId="{495E3BB3-CB92-4FEE-858B-23AA42E12E7D}" type="pres">
      <dgm:prSet presAssocID="{3466A59F-5744-4D7D-B501-69E5E9C33C0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0448014-9292-4BE2-ACAE-674B05DF2689}" type="presOf" srcId="{A189647D-CAFC-45FD-AA21-C08A836C604D}" destId="{5C350C48-1B0E-4CA7-87D1-A0C0DD9EDDCE}" srcOrd="0" destOrd="0" presId="urn:microsoft.com/office/officeart/2005/8/layout/vList2"/>
    <dgm:cxn modelId="{1E556D1B-4BB7-422C-88DB-8649A5E91353}" srcId="{3A762B74-9130-47B6-B52E-0DB376BD7562}" destId="{EE9DB9A9-64BD-40A2-BCE2-C83174A1C06D}" srcOrd="2" destOrd="0" parTransId="{721C028E-0FD6-4C73-A1BA-AA323F5EB112}" sibTransId="{E230407D-7CD7-4C31-B958-D9C8C1765028}"/>
    <dgm:cxn modelId="{23DC4F65-75DF-4414-AE61-9B2EC92C52C0}" type="presOf" srcId="{32972529-1D64-41B8-BEB8-C79555761F4F}" destId="{03654156-B6ED-4C8B-B3B9-C401787225E8}" srcOrd="0" destOrd="0" presId="urn:microsoft.com/office/officeart/2005/8/layout/vList2"/>
    <dgm:cxn modelId="{2D86E965-BB4C-4A1E-A08B-F8550DEB474C}" srcId="{3A762B74-9130-47B6-B52E-0DB376BD7562}" destId="{3466A59F-5744-4D7D-B501-69E5E9C33C03}" srcOrd="5" destOrd="0" parTransId="{B35C7240-B4D8-461D-8B76-895D1B3FFF6C}" sibTransId="{32116A88-C0D9-43AC-AEA3-EEBDE0B39E73}"/>
    <dgm:cxn modelId="{2786B948-E25A-4B84-8E87-E1BA7D3C6B93}" type="presOf" srcId="{3A762B74-9130-47B6-B52E-0DB376BD7562}" destId="{7DF792EC-5866-42EB-8FC6-FEF2FB604946}" srcOrd="0" destOrd="0" presId="urn:microsoft.com/office/officeart/2005/8/layout/vList2"/>
    <dgm:cxn modelId="{65383B72-15C8-4872-A59F-6E3F1734F317}" srcId="{3A762B74-9130-47B6-B52E-0DB376BD7562}" destId="{32972529-1D64-41B8-BEB8-C79555761F4F}" srcOrd="3" destOrd="0" parTransId="{9E1A8BF4-6608-4626-8E3F-C22EB15CB5E7}" sibTransId="{0FB7F1E2-1A0D-4984-9B46-6FD8C2509CBD}"/>
    <dgm:cxn modelId="{7AA59F52-EA23-4842-BD44-70492D561869}" type="presOf" srcId="{DBD6263F-ED06-435B-BE6D-BE39D2D6DEB3}" destId="{7047FDAD-29AF-4DEB-93E4-613F0895E04E}" srcOrd="0" destOrd="0" presId="urn:microsoft.com/office/officeart/2005/8/layout/vList2"/>
    <dgm:cxn modelId="{225F5375-AACD-4127-B1A8-05827E51A149}" type="presOf" srcId="{3466A59F-5744-4D7D-B501-69E5E9C33C03}" destId="{495E3BB3-CB92-4FEE-858B-23AA42E12E7D}" srcOrd="0" destOrd="0" presId="urn:microsoft.com/office/officeart/2005/8/layout/vList2"/>
    <dgm:cxn modelId="{3EBA6E79-FCEF-41D1-BA74-A23A31D72F42}" type="presOf" srcId="{EE9DB9A9-64BD-40A2-BCE2-C83174A1C06D}" destId="{44E0ACBA-0BEA-43B5-B207-819DEC99DA6A}" srcOrd="0" destOrd="0" presId="urn:microsoft.com/office/officeart/2005/8/layout/vList2"/>
    <dgm:cxn modelId="{71C9E995-C2EF-429A-BBE1-96846B67B31D}" type="presOf" srcId="{45546C53-4AF8-4224-9F48-A1C156CE5964}" destId="{68CC88CA-54AA-42D1-98A8-7768F214F66C}" srcOrd="0" destOrd="0" presId="urn:microsoft.com/office/officeart/2005/8/layout/vList2"/>
    <dgm:cxn modelId="{512CBBC3-F605-4648-915F-70F9447D877F}" srcId="{3A762B74-9130-47B6-B52E-0DB376BD7562}" destId="{DBD6263F-ED06-435B-BE6D-BE39D2D6DEB3}" srcOrd="1" destOrd="0" parTransId="{4CE986B8-4424-4E3A-A93F-19E46120F0CB}" sibTransId="{C0B0C12E-3F30-498D-A7DA-2AC33C9FDCF6}"/>
    <dgm:cxn modelId="{1E3D2EE4-8E81-4721-A43A-BA6D1F1B2238}" srcId="{3A762B74-9130-47B6-B52E-0DB376BD7562}" destId="{A189647D-CAFC-45FD-AA21-C08A836C604D}" srcOrd="0" destOrd="0" parTransId="{77A0A05E-C4B5-4317-AD0A-D223362B75D4}" sibTransId="{25FF806B-9943-4738-B2EC-30D16F54C9C7}"/>
    <dgm:cxn modelId="{592C0DF5-D2DD-4203-B474-C6CFE3B7109D}" srcId="{3A762B74-9130-47B6-B52E-0DB376BD7562}" destId="{45546C53-4AF8-4224-9F48-A1C156CE5964}" srcOrd="4" destOrd="0" parTransId="{221AB071-CB27-48AF-8779-DF9B56249198}" sibTransId="{339C7F87-ACB9-4CDD-9BEF-E3A772ACD2D0}"/>
    <dgm:cxn modelId="{282D097A-8D20-4EA9-A7F6-6D8973679010}" type="presParOf" srcId="{7DF792EC-5866-42EB-8FC6-FEF2FB604946}" destId="{5C350C48-1B0E-4CA7-87D1-A0C0DD9EDDCE}" srcOrd="0" destOrd="0" presId="urn:microsoft.com/office/officeart/2005/8/layout/vList2"/>
    <dgm:cxn modelId="{AE83CD9E-A791-4F55-B105-5089180DE9DD}" type="presParOf" srcId="{7DF792EC-5866-42EB-8FC6-FEF2FB604946}" destId="{C18FCB20-02A4-4FAC-B7D2-D0780668FA0F}" srcOrd="1" destOrd="0" presId="urn:microsoft.com/office/officeart/2005/8/layout/vList2"/>
    <dgm:cxn modelId="{5710D9DC-DD39-4691-8453-52D2AC6481BA}" type="presParOf" srcId="{7DF792EC-5866-42EB-8FC6-FEF2FB604946}" destId="{7047FDAD-29AF-4DEB-93E4-613F0895E04E}" srcOrd="2" destOrd="0" presId="urn:microsoft.com/office/officeart/2005/8/layout/vList2"/>
    <dgm:cxn modelId="{BFB51CFA-BB24-49D9-8C81-A4355D56BCA3}" type="presParOf" srcId="{7DF792EC-5866-42EB-8FC6-FEF2FB604946}" destId="{986C7859-C23E-49BE-8B74-05A98DD97C7E}" srcOrd="3" destOrd="0" presId="urn:microsoft.com/office/officeart/2005/8/layout/vList2"/>
    <dgm:cxn modelId="{F33B7A0A-2A6C-434E-BF4A-B9D6F9044153}" type="presParOf" srcId="{7DF792EC-5866-42EB-8FC6-FEF2FB604946}" destId="{44E0ACBA-0BEA-43B5-B207-819DEC99DA6A}" srcOrd="4" destOrd="0" presId="urn:microsoft.com/office/officeart/2005/8/layout/vList2"/>
    <dgm:cxn modelId="{BED2F73F-84A7-4FBE-AB71-30ECA4944A3E}" type="presParOf" srcId="{7DF792EC-5866-42EB-8FC6-FEF2FB604946}" destId="{8E52D40E-66D6-4AB7-B2AD-63FB7049245E}" srcOrd="5" destOrd="0" presId="urn:microsoft.com/office/officeart/2005/8/layout/vList2"/>
    <dgm:cxn modelId="{901EC6AE-ED6A-4CD0-9D7E-7DA9BB82F8D6}" type="presParOf" srcId="{7DF792EC-5866-42EB-8FC6-FEF2FB604946}" destId="{03654156-B6ED-4C8B-B3B9-C401787225E8}" srcOrd="6" destOrd="0" presId="urn:microsoft.com/office/officeart/2005/8/layout/vList2"/>
    <dgm:cxn modelId="{4BD22AD8-01C4-4035-957D-020BD383F2CC}" type="presParOf" srcId="{7DF792EC-5866-42EB-8FC6-FEF2FB604946}" destId="{751E52BD-CC77-40DE-A855-F159AABF686E}" srcOrd="7" destOrd="0" presId="urn:microsoft.com/office/officeart/2005/8/layout/vList2"/>
    <dgm:cxn modelId="{963B7368-EAAF-4AA9-B74D-2715E78C48B7}" type="presParOf" srcId="{7DF792EC-5866-42EB-8FC6-FEF2FB604946}" destId="{68CC88CA-54AA-42D1-98A8-7768F214F66C}" srcOrd="8" destOrd="0" presId="urn:microsoft.com/office/officeart/2005/8/layout/vList2"/>
    <dgm:cxn modelId="{1DB373D5-2F94-492A-A072-588547F69CF9}" type="presParOf" srcId="{7DF792EC-5866-42EB-8FC6-FEF2FB604946}" destId="{07A1F872-E4EB-4591-8245-D18DBECEFEDE}" srcOrd="9" destOrd="0" presId="urn:microsoft.com/office/officeart/2005/8/layout/vList2"/>
    <dgm:cxn modelId="{AE3E3BEC-43DA-4B74-8BDA-D5F050339B7D}" type="presParOf" srcId="{7DF792EC-5866-42EB-8FC6-FEF2FB604946}" destId="{495E3BB3-CB92-4FEE-858B-23AA42E12E7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44CC95-EE25-40C9-BADD-A4F5687DD8E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3CD3A15-40C1-4A08-8B30-91EDC14CF64B}">
      <dgm:prSet/>
      <dgm:spPr/>
      <dgm:t>
        <a:bodyPr/>
        <a:lstStyle/>
        <a:p>
          <a:r>
            <a:rPr lang="en-IN"/>
            <a:t>• Requirement Modeling (DFD, UML, Use Cases).</a:t>
          </a:r>
        </a:p>
      </dgm:t>
    </dgm:pt>
    <dgm:pt modelId="{2918CA26-0803-4628-9009-2F43C03A3A73}" type="parTrans" cxnId="{EC761755-DE96-4126-A06A-07A49603E8C9}">
      <dgm:prSet/>
      <dgm:spPr/>
      <dgm:t>
        <a:bodyPr/>
        <a:lstStyle/>
        <a:p>
          <a:endParaRPr lang="en-IN"/>
        </a:p>
      </dgm:t>
    </dgm:pt>
    <dgm:pt modelId="{3B589B74-1DA5-4004-8146-01BC87D621EF}" type="sibTrans" cxnId="{EC761755-DE96-4126-A06A-07A49603E8C9}">
      <dgm:prSet/>
      <dgm:spPr/>
      <dgm:t>
        <a:bodyPr/>
        <a:lstStyle/>
        <a:p>
          <a:endParaRPr lang="en-IN"/>
        </a:p>
      </dgm:t>
    </dgm:pt>
    <dgm:pt modelId="{CB55D386-125A-4935-89D9-59D7B609D631}">
      <dgm:prSet/>
      <dgm:spPr/>
      <dgm:t>
        <a:bodyPr/>
        <a:lstStyle/>
        <a:p>
          <a:r>
            <a:rPr lang="en-IN"/>
            <a:t>• Classification: Functional &amp; Non-functional.</a:t>
          </a:r>
        </a:p>
      </dgm:t>
    </dgm:pt>
    <dgm:pt modelId="{9C0C8701-CF13-499B-8EFB-FEBBEF5D6E3E}" type="parTrans" cxnId="{EE09B18C-61B9-4697-8D43-B4CBA9437EC4}">
      <dgm:prSet/>
      <dgm:spPr/>
      <dgm:t>
        <a:bodyPr/>
        <a:lstStyle/>
        <a:p>
          <a:endParaRPr lang="en-IN"/>
        </a:p>
      </dgm:t>
    </dgm:pt>
    <dgm:pt modelId="{56D24D99-719F-4A65-83A3-5B86ED13DA6F}" type="sibTrans" cxnId="{EE09B18C-61B9-4697-8D43-B4CBA9437EC4}">
      <dgm:prSet/>
      <dgm:spPr/>
      <dgm:t>
        <a:bodyPr/>
        <a:lstStyle/>
        <a:p>
          <a:endParaRPr lang="en-IN"/>
        </a:p>
      </dgm:t>
    </dgm:pt>
    <dgm:pt modelId="{AC40E6C9-0087-49D2-8C5B-8D3BE8B5FECA}">
      <dgm:prSet/>
      <dgm:spPr/>
      <dgm:t>
        <a:bodyPr/>
        <a:lstStyle/>
        <a:p>
          <a:r>
            <a:rPr lang="en-IN"/>
            <a:t>• Conflict Resolution.</a:t>
          </a:r>
        </a:p>
      </dgm:t>
    </dgm:pt>
    <dgm:pt modelId="{8B47E74A-BC9B-4C35-AB55-54651893017D}" type="parTrans" cxnId="{B4003E92-17E7-46A7-A34C-67F64D7B9D28}">
      <dgm:prSet/>
      <dgm:spPr/>
      <dgm:t>
        <a:bodyPr/>
        <a:lstStyle/>
        <a:p>
          <a:endParaRPr lang="en-IN"/>
        </a:p>
      </dgm:t>
    </dgm:pt>
    <dgm:pt modelId="{A4132BD5-5273-4943-A1DD-36DF3BD1B2F6}" type="sibTrans" cxnId="{B4003E92-17E7-46A7-A34C-67F64D7B9D28}">
      <dgm:prSet/>
      <dgm:spPr/>
      <dgm:t>
        <a:bodyPr/>
        <a:lstStyle/>
        <a:p>
          <a:endParaRPr lang="en-IN"/>
        </a:p>
      </dgm:t>
    </dgm:pt>
    <dgm:pt modelId="{C19BF521-91A8-4C2E-8AE4-B3C7DDC86DE6}">
      <dgm:prSet/>
      <dgm:spPr/>
      <dgm:t>
        <a:bodyPr/>
        <a:lstStyle/>
        <a:p>
          <a:r>
            <a:rPr lang="en-IN"/>
            <a:t>• Feasibility Analysis.</a:t>
          </a:r>
        </a:p>
      </dgm:t>
    </dgm:pt>
    <dgm:pt modelId="{DDF5A0BF-485C-43C8-85E8-17BE9696FC08}" type="parTrans" cxnId="{51EA197A-3534-4DEA-AA71-CA35D9F239FC}">
      <dgm:prSet/>
      <dgm:spPr/>
      <dgm:t>
        <a:bodyPr/>
        <a:lstStyle/>
        <a:p>
          <a:endParaRPr lang="en-IN"/>
        </a:p>
      </dgm:t>
    </dgm:pt>
    <dgm:pt modelId="{9A356F24-F7B3-4775-9AC0-71EA838466AE}" type="sibTrans" cxnId="{51EA197A-3534-4DEA-AA71-CA35D9F239FC}">
      <dgm:prSet/>
      <dgm:spPr/>
      <dgm:t>
        <a:bodyPr/>
        <a:lstStyle/>
        <a:p>
          <a:endParaRPr lang="en-IN"/>
        </a:p>
      </dgm:t>
    </dgm:pt>
    <dgm:pt modelId="{D8F302AD-7F00-4FA4-B6E1-F25B5EFA0CC0}">
      <dgm:prSet/>
      <dgm:spPr/>
      <dgm:t>
        <a:bodyPr/>
        <a:lstStyle/>
        <a:p>
          <a:r>
            <a:rPr lang="en-IN"/>
            <a:t>• Prioritization (MoSCoW).</a:t>
          </a:r>
        </a:p>
      </dgm:t>
    </dgm:pt>
    <dgm:pt modelId="{074ABCD3-DE49-445B-98D3-379FD512B8B8}" type="parTrans" cxnId="{15C93942-5121-47B7-AB80-15551028CAB2}">
      <dgm:prSet/>
      <dgm:spPr/>
      <dgm:t>
        <a:bodyPr/>
        <a:lstStyle/>
        <a:p>
          <a:endParaRPr lang="en-IN"/>
        </a:p>
      </dgm:t>
    </dgm:pt>
    <dgm:pt modelId="{270E4088-9C57-49EC-A9DE-1057994E23C8}" type="sibTrans" cxnId="{15C93942-5121-47B7-AB80-15551028CAB2}">
      <dgm:prSet/>
      <dgm:spPr/>
      <dgm:t>
        <a:bodyPr/>
        <a:lstStyle/>
        <a:p>
          <a:endParaRPr lang="en-IN"/>
        </a:p>
      </dgm:t>
    </dgm:pt>
    <dgm:pt modelId="{93F67DC5-BFDC-430D-9769-20D8325A53FE}" type="pres">
      <dgm:prSet presAssocID="{D344CC95-EE25-40C9-BADD-A4F5687DD8E7}" presName="CompostProcess" presStyleCnt="0">
        <dgm:presLayoutVars>
          <dgm:dir/>
          <dgm:resizeHandles val="exact"/>
        </dgm:presLayoutVars>
      </dgm:prSet>
      <dgm:spPr/>
    </dgm:pt>
    <dgm:pt modelId="{83551574-3091-448D-BC61-957652B36C9F}" type="pres">
      <dgm:prSet presAssocID="{D344CC95-EE25-40C9-BADD-A4F5687DD8E7}" presName="arrow" presStyleLbl="bgShp" presStyleIdx="0" presStyleCnt="1"/>
      <dgm:spPr/>
    </dgm:pt>
    <dgm:pt modelId="{B8E95A69-3C91-45B6-9F4A-238A3B2EFCE2}" type="pres">
      <dgm:prSet presAssocID="{D344CC95-EE25-40C9-BADD-A4F5687DD8E7}" presName="linearProcess" presStyleCnt="0"/>
      <dgm:spPr/>
    </dgm:pt>
    <dgm:pt modelId="{8B936766-53D8-4639-96CD-A388B5D9623E}" type="pres">
      <dgm:prSet presAssocID="{53CD3A15-40C1-4A08-8B30-91EDC14CF64B}" presName="textNode" presStyleLbl="node1" presStyleIdx="0" presStyleCnt="5">
        <dgm:presLayoutVars>
          <dgm:bulletEnabled val="1"/>
        </dgm:presLayoutVars>
      </dgm:prSet>
      <dgm:spPr/>
    </dgm:pt>
    <dgm:pt modelId="{7CC6236F-3787-4D26-96C3-A1E6F140AA8C}" type="pres">
      <dgm:prSet presAssocID="{3B589B74-1DA5-4004-8146-01BC87D621EF}" presName="sibTrans" presStyleCnt="0"/>
      <dgm:spPr/>
    </dgm:pt>
    <dgm:pt modelId="{BFCA2950-F311-461F-B218-A26DF0C43AF9}" type="pres">
      <dgm:prSet presAssocID="{CB55D386-125A-4935-89D9-59D7B609D631}" presName="textNode" presStyleLbl="node1" presStyleIdx="1" presStyleCnt="5">
        <dgm:presLayoutVars>
          <dgm:bulletEnabled val="1"/>
        </dgm:presLayoutVars>
      </dgm:prSet>
      <dgm:spPr/>
    </dgm:pt>
    <dgm:pt modelId="{D3702750-9B32-417D-973D-E44B5F031488}" type="pres">
      <dgm:prSet presAssocID="{56D24D99-719F-4A65-83A3-5B86ED13DA6F}" presName="sibTrans" presStyleCnt="0"/>
      <dgm:spPr/>
    </dgm:pt>
    <dgm:pt modelId="{C739EBE9-FA2D-4770-8F56-7DDD390B1E88}" type="pres">
      <dgm:prSet presAssocID="{AC40E6C9-0087-49D2-8C5B-8D3BE8B5FECA}" presName="textNode" presStyleLbl="node1" presStyleIdx="2" presStyleCnt="5">
        <dgm:presLayoutVars>
          <dgm:bulletEnabled val="1"/>
        </dgm:presLayoutVars>
      </dgm:prSet>
      <dgm:spPr/>
    </dgm:pt>
    <dgm:pt modelId="{D8E810B8-EE55-49DE-BC3C-AC272D37D1A4}" type="pres">
      <dgm:prSet presAssocID="{A4132BD5-5273-4943-A1DD-36DF3BD1B2F6}" presName="sibTrans" presStyleCnt="0"/>
      <dgm:spPr/>
    </dgm:pt>
    <dgm:pt modelId="{108F2567-1CC5-4228-A5F3-DCF6DEC2D0F3}" type="pres">
      <dgm:prSet presAssocID="{C19BF521-91A8-4C2E-8AE4-B3C7DDC86DE6}" presName="textNode" presStyleLbl="node1" presStyleIdx="3" presStyleCnt="5">
        <dgm:presLayoutVars>
          <dgm:bulletEnabled val="1"/>
        </dgm:presLayoutVars>
      </dgm:prSet>
      <dgm:spPr/>
    </dgm:pt>
    <dgm:pt modelId="{51D442C6-7379-44E6-8203-29B7441FB812}" type="pres">
      <dgm:prSet presAssocID="{9A356F24-F7B3-4775-9AC0-71EA838466AE}" presName="sibTrans" presStyleCnt="0"/>
      <dgm:spPr/>
    </dgm:pt>
    <dgm:pt modelId="{92E701DD-D774-4B33-B2D2-0CB1771DE07F}" type="pres">
      <dgm:prSet presAssocID="{D8F302AD-7F00-4FA4-B6E1-F25B5EFA0CC0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AD588A19-D19D-44AA-BBF0-9BEA74AF68F5}" type="presOf" srcId="{D344CC95-EE25-40C9-BADD-A4F5687DD8E7}" destId="{93F67DC5-BFDC-430D-9769-20D8325A53FE}" srcOrd="0" destOrd="0" presId="urn:microsoft.com/office/officeart/2005/8/layout/hProcess9"/>
    <dgm:cxn modelId="{15C93942-5121-47B7-AB80-15551028CAB2}" srcId="{D344CC95-EE25-40C9-BADD-A4F5687DD8E7}" destId="{D8F302AD-7F00-4FA4-B6E1-F25B5EFA0CC0}" srcOrd="4" destOrd="0" parTransId="{074ABCD3-DE49-445B-98D3-379FD512B8B8}" sibTransId="{270E4088-9C57-49EC-A9DE-1057994E23C8}"/>
    <dgm:cxn modelId="{EC761755-DE96-4126-A06A-07A49603E8C9}" srcId="{D344CC95-EE25-40C9-BADD-A4F5687DD8E7}" destId="{53CD3A15-40C1-4A08-8B30-91EDC14CF64B}" srcOrd="0" destOrd="0" parTransId="{2918CA26-0803-4628-9009-2F43C03A3A73}" sibTransId="{3B589B74-1DA5-4004-8146-01BC87D621EF}"/>
    <dgm:cxn modelId="{51EA197A-3534-4DEA-AA71-CA35D9F239FC}" srcId="{D344CC95-EE25-40C9-BADD-A4F5687DD8E7}" destId="{C19BF521-91A8-4C2E-8AE4-B3C7DDC86DE6}" srcOrd="3" destOrd="0" parTransId="{DDF5A0BF-485C-43C8-85E8-17BE9696FC08}" sibTransId="{9A356F24-F7B3-4775-9AC0-71EA838466AE}"/>
    <dgm:cxn modelId="{0193357C-E23D-4F65-AE39-B7BD20A199B5}" type="presOf" srcId="{53CD3A15-40C1-4A08-8B30-91EDC14CF64B}" destId="{8B936766-53D8-4639-96CD-A388B5D9623E}" srcOrd="0" destOrd="0" presId="urn:microsoft.com/office/officeart/2005/8/layout/hProcess9"/>
    <dgm:cxn modelId="{390F4C86-3B9C-4B7B-8455-8CA3A2E09358}" type="presOf" srcId="{CB55D386-125A-4935-89D9-59D7B609D631}" destId="{BFCA2950-F311-461F-B218-A26DF0C43AF9}" srcOrd="0" destOrd="0" presId="urn:microsoft.com/office/officeart/2005/8/layout/hProcess9"/>
    <dgm:cxn modelId="{EE09B18C-61B9-4697-8D43-B4CBA9437EC4}" srcId="{D344CC95-EE25-40C9-BADD-A4F5687DD8E7}" destId="{CB55D386-125A-4935-89D9-59D7B609D631}" srcOrd="1" destOrd="0" parTransId="{9C0C8701-CF13-499B-8EFB-FEBBEF5D6E3E}" sibTransId="{56D24D99-719F-4A65-83A3-5B86ED13DA6F}"/>
    <dgm:cxn modelId="{B4003E92-17E7-46A7-A34C-67F64D7B9D28}" srcId="{D344CC95-EE25-40C9-BADD-A4F5687DD8E7}" destId="{AC40E6C9-0087-49D2-8C5B-8D3BE8B5FECA}" srcOrd="2" destOrd="0" parTransId="{8B47E74A-BC9B-4C35-AB55-54651893017D}" sibTransId="{A4132BD5-5273-4943-A1DD-36DF3BD1B2F6}"/>
    <dgm:cxn modelId="{B18796BA-CD43-4C1F-861F-E50C7540C13A}" type="presOf" srcId="{D8F302AD-7F00-4FA4-B6E1-F25B5EFA0CC0}" destId="{92E701DD-D774-4B33-B2D2-0CB1771DE07F}" srcOrd="0" destOrd="0" presId="urn:microsoft.com/office/officeart/2005/8/layout/hProcess9"/>
    <dgm:cxn modelId="{D68AB8C3-FDA4-45E4-9892-1BFE7D1A9E29}" type="presOf" srcId="{AC40E6C9-0087-49D2-8C5B-8D3BE8B5FECA}" destId="{C739EBE9-FA2D-4770-8F56-7DDD390B1E88}" srcOrd="0" destOrd="0" presId="urn:microsoft.com/office/officeart/2005/8/layout/hProcess9"/>
    <dgm:cxn modelId="{2A4A3FD2-68C2-40E4-8DB6-C1A61D808D0F}" type="presOf" srcId="{C19BF521-91A8-4C2E-8AE4-B3C7DDC86DE6}" destId="{108F2567-1CC5-4228-A5F3-DCF6DEC2D0F3}" srcOrd="0" destOrd="0" presId="urn:microsoft.com/office/officeart/2005/8/layout/hProcess9"/>
    <dgm:cxn modelId="{B13F1599-18E0-4D80-8558-000FF317D0AC}" type="presParOf" srcId="{93F67DC5-BFDC-430D-9769-20D8325A53FE}" destId="{83551574-3091-448D-BC61-957652B36C9F}" srcOrd="0" destOrd="0" presId="urn:microsoft.com/office/officeart/2005/8/layout/hProcess9"/>
    <dgm:cxn modelId="{48B01EC7-2A47-401C-8815-CA080FBEA766}" type="presParOf" srcId="{93F67DC5-BFDC-430D-9769-20D8325A53FE}" destId="{B8E95A69-3C91-45B6-9F4A-238A3B2EFCE2}" srcOrd="1" destOrd="0" presId="urn:microsoft.com/office/officeart/2005/8/layout/hProcess9"/>
    <dgm:cxn modelId="{3BDD31A1-C88E-48CA-8ADD-CE9933DB2F83}" type="presParOf" srcId="{B8E95A69-3C91-45B6-9F4A-238A3B2EFCE2}" destId="{8B936766-53D8-4639-96CD-A388B5D9623E}" srcOrd="0" destOrd="0" presId="urn:microsoft.com/office/officeart/2005/8/layout/hProcess9"/>
    <dgm:cxn modelId="{2AEF7400-5D8B-43CC-B79A-B70786A5C5D8}" type="presParOf" srcId="{B8E95A69-3C91-45B6-9F4A-238A3B2EFCE2}" destId="{7CC6236F-3787-4D26-96C3-A1E6F140AA8C}" srcOrd="1" destOrd="0" presId="urn:microsoft.com/office/officeart/2005/8/layout/hProcess9"/>
    <dgm:cxn modelId="{50B6F309-93CE-4C86-B9F7-B603B13CEC3E}" type="presParOf" srcId="{B8E95A69-3C91-45B6-9F4A-238A3B2EFCE2}" destId="{BFCA2950-F311-461F-B218-A26DF0C43AF9}" srcOrd="2" destOrd="0" presId="urn:microsoft.com/office/officeart/2005/8/layout/hProcess9"/>
    <dgm:cxn modelId="{5810EEFB-63D1-43EA-A5D0-C2E483C23E7D}" type="presParOf" srcId="{B8E95A69-3C91-45B6-9F4A-238A3B2EFCE2}" destId="{D3702750-9B32-417D-973D-E44B5F031488}" srcOrd="3" destOrd="0" presId="urn:microsoft.com/office/officeart/2005/8/layout/hProcess9"/>
    <dgm:cxn modelId="{6AB28D67-073D-40CC-A553-CAE99BCA776F}" type="presParOf" srcId="{B8E95A69-3C91-45B6-9F4A-238A3B2EFCE2}" destId="{C739EBE9-FA2D-4770-8F56-7DDD390B1E88}" srcOrd="4" destOrd="0" presId="urn:microsoft.com/office/officeart/2005/8/layout/hProcess9"/>
    <dgm:cxn modelId="{935C3216-4D8B-4D4A-9E62-763C1D3C381F}" type="presParOf" srcId="{B8E95A69-3C91-45B6-9F4A-238A3B2EFCE2}" destId="{D8E810B8-EE55-49DE-BC3C-AC272D37D1A4}" srcOrd="5" destOrd="0" presId="urn:microsoft.com/office/officeart/2005/8/layout/hProcess9"/>
    <dgm:cxn modelId="{1C73DE3C-45BB-4141-8540-8FD784675C1A}" type="presParOf" srcId="{B8E95A69-3C91-45B6-9F4A-238A3B2EFCE2}" destId="{108F2567-1CC5-4228-A5F3-DCF6DEC2D0F3}" srcOrd="6" destOrd="0" presId="urn:microsoft.com/office/officeart/2005/8/layout/hProcess9"/>
    <dgm:cxn modelId="{FC0CB75F-BD60-42F3-A81A-CC1995B19572}" type="presParOf" srcId="{B8E95A69-3C91-45B6-9F4A-238A3B2EFCE2}" destId="{51D442C6-7379-44E6-8203-29B7441FB812}" srcOrd="7" destOrd="0" presId="urn:microsoft.com/office/officeart/2005/8/layout/hProcess9"/>
    <dgm:cxn modelId="{AD86C53B-78F3-4E69-8B17-E57CAE11131F}" type="presParOf" srcId="{B8E95A69-3C91-45B6-9F4A-238A3B2EFCE2}" destId="{92E701DD-D774-4B33-B2D2-0CB1771DE07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A06C5B-01AD-45DD-95FC-12E77DCD39A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32BCDC9-894D-4376-B319-6E6B9C1F3CD3}">
      <dgm:prSet/>
      <dgm:spPr/>
      <dgm:t>
        <a:bodyPr/>
        <a:lstStyle/>
        <a:p>
          <a:r>
            <a:rPr lang="en-US" b="0" i="0" baseline="0"/>
            <a:t>Requirement Models (DFD, Use Cases, UML)</a:t>
          </a:r>
          <a:endParaRPr lang="en-IN"/>
        </a:p>
      </dgm:t>
    </dgm:pt>
    <dgm:pt modelId="{C4C19468-BE33-44FD-9F06-C361EB55185F}" type="parTrans" cxnId="{D81AE4C6-D20B-46A9-9ED8-FD2CD926CD19}">
      <dgm:prSet/>
      <dgm:spPr/>
      <dgm:t>
        <a:bodyPr/>
        <a:lstStyle/>
        <a:p>
          <a:endParaRPr lang="en-IN"/>
        </a:p>
      </dgm:t>
    </dgm:pt>
    <dgm:pt modelId="{9D5474AA-7B56-4768-A55F-B49E1F4865A9}" type="sibTrans" cxnId="{D81AE4C6-D20B-46A9-9ED8-FD2CD926CD19}">
      <dgm:prSet/>
      <dgm:spPr/>
      <dgm:t>
        <a:bodyPr/>
        <a:lstStyle/>
        <a:p>
          <a:endParaRPr lang="en-IN"/>
        </a:p>
      </dgm:t>
    </dgm:pt>
    <dgm:pt modelId="{C90FBD61-0CA1-4E3A-B95C-61735A6D2215}">
      <dgm:prSet/>
      <dgm:spPr/>
      <dgm:t>
        <a:bodyPr/>
        <a:lstStyle/>
        <a:p>
          <a:r>
            <a:rPr lang="en-US" b="0" i="0" baseline="0"/>
            <a:t>Refined Requirement List</a:t>
          </a:r>
          <a:endParaRPr lang="en-IN"/>
        </a:p>
      </dgm:t>
    </dgm:pt>
    <dgm:pt modelId="{13D2DFC4-BBFD-4136-8F04-EBF563A39AF6}" type="parTrans" cxnId="{80DB77CB-325B-4284-8506-05AF02145D24}">
      <dgm:prSet/>
      <dgm:spPr/>
      <dgm:t>
        <a:bodyPr/>
        <a:lstStyle/>
        <a:p>
          <a:endParaRPr lang="en-IN"/>
        </a:p>
      </dgm:t>
    </dgm:pt>
    <dgm:pt modelId="{ADCB8585-F647-41D3-A164-B47585843CD4}" type="sibTrans" cxnId="{80DB77CB-325B-4284-8506-05AF02145D24}">
      <dgm:prSet/>
      <dgm:spPr/>
      <dgm:t>
        <a:bodyPr/>
        <a:lstStyle/>
        <a:p>
          <a:endParaRPr lang="en-IN"/>
        </a:p>
      </dgm:t>
    </dgm:pt>
    <dgm:pt modelId="{D92E0264-67C3-439B-B208-8E2CE7A184DE}">
      <dgm:prSet/>
      <dgm:spPr/>
      <dgm:t>
        <a:bodyPr/>
        <a:lstStyle/>
        <a:p>
          <a:r>
            <a:rPr lang="en-US" b="0" i="0" baseline="0"/>
            <a:t>Conflicts Resolved</a:t>
          </a:r>
          <a:endParaRPr lang="en-IN"/>
        </a:p>
      </dgm:t>
    </dgm:pt>
    <dgm:pt modelId="{37A252F0-9078-4163-822A-D5F0E5E02633}" type="parTrans" cxnId="{5D141E8E-AD2F-4BE8-8AC7-200FC7DB0B49}">
      <dgm:prSet/>
      <dgm:spPr/>
      <dgm:t>
        <a:bodyPr/>
        <a:lstStyle/>
        <a:p>
          <a:endParaRPr lang="en-IN"/>
        </a:p>
      </dgm:t>
    </dgm:pt>
    <dgm:pt modelId="{3C2CCCBD-C389-4385-AEF2-72ECC6ACEEB8}" type="sibTrans" cxnId="{5D141E8E-AD2F-4BE8-8AC7-200FC7DB0B49}">
      <dgm:prSet/>
      <dgm:spPr/>
      <dgm:t>
        <a:bodyPr/>
        <a:lstStyle/>
        <a:p>
          <a:endParaRPr lang="en-IN"/>
        </a:p>
      </dgm:t>
    </dgm:pt>
    <dgm:pt modelId="{6A8DB999-3CD4-4A5A-A285-6FAD56B5757B}">
      <dgm:prSet/>
      <dgm:spPr/>
      <dgm:t>
        <a:bodyPr/>
        <a:lstStyle/>
        <a:p>
          <a:r>
            <a:rPr lang="en-US" b="0" i="0" baseline="0"/>
            <a:t>Prioritized Requirements</a:t>
          </a:r>
          <a:endParaRPr lang="en-IN"/>
        </a:p>
      </dgm:t>
    </dgm:pt>
    <dgm:pt modelId="{1A4D95FD-940A-4521-914B-290152951EBE}" type="parTrans" cxnId="{DD6E8FF7-71E5-4FD7-84D1-C3A5DAB7A787}">
      <dgm:prSet/>
      <dgm:spPr/>
      <dgm:t>
        <a:bodyPr/>
        <a:lstStyle/>
        <a:p>
          <a:endParaRPr lang="en-IN"/>
        </a:p>
      </dgm:t>
    </dgm:pt>
    <dgm:pt modelId="{E37BC9B9-D7F1-4108-B70F-53966E60B7F2}" type="sibTrans" cxnId="{DD6E8FF7-71E5-4FD7-84D1-C3A5DAB7A787}">
      <dgm:prSet/>
      <dgm:spPr/>
      <dgm:t>
        <a:bodyPr/>
        <a:lstStyle/>
        <a:p>
          <a:endParaRPr lang="en-IN"/>
        </a:p>
      </dgm:t>
    </dgm:pt>
    <dgm:pt modelId="{12575517-9FEA-4315-95D0-61550758D28B}">
      <dgm:prSet/>
      <dgm:spPr/>
      <dgm:t>
        <a:bodyPr/>
        <a:lstStyle/>
        <a:p>
          <a:r>
            <a:rPr lang="en-US" b="0" i="0" baseline="0"/>
            <a:t>Glossary of Terms</a:t>
          </a:r>
          <a:endParaRPr lang="en-IN"/>
        </a:p>
      </dgm:t>
    </dgm:pt>
    <dgm:pt modelId="{1D38DBF4-426D-439D-AACF-C0A319C8E466}" type="parTrans" cxnId="{C81EAC25-2CB0-45A9-8C06-5863966217F1}">
      <dgm:prSet/>
      <dgm:spPr/>
      <dgm:t>
        <a:bodyPr/>
        <a:lstStyle/>
        <a:p>
          <a:endParaRPr lang="en-IN"/>
        </a:p>
      </dgm:t>
    </dgm:pt>
    <dgm:pt modelId="{644E6F52-21FB-4D48-BB52-7A5C0A14557A}" type="sibTrans" cxnId="{C81EAC25-2CB0-45A9-8C06-5863966217F1}">
      <dgm:prSet/>
      <dgm:spPr/>
      <dgm:t>
        <a:bodyPr/>
        <a:lstStyle/>
        <a:p>
          <a:endParaRPr lang="en-IN"/>
        </a:p>
      </dgm:t>
    </dgm:pt>
    <dgm:pt modelId="{49766D26-E397-4520-B8EC-FA833C0FC92E}">
      <dgm:prSet/>
      <dgm:spPr/>
      <dgm:t>
        <a:bodyPr/>
        <a:lstStyle/>
        <a:p>
          <a:r>
            <a:rPr lang="en-US" b="0" i="0" baseline="0"/>
            <a:t>Problem Statement Document</a:t>
          </a:r>
          <a:endParaRPr lang="en-IN"/>
        </a:p>
      </dgm:t>
    </dgm:pt>
    <dgm:pt modelId="{A1A4811D-A92F-47B8-B2F2-CD05DE4261CC}" type="parTrans" cxnId="{F6B651B6-C6B8-4433-B2B8-2C019DEB8AE2}">
      <dgm:prSet/>
      <dgm:spPr/>
      <dgm:t>
        <a:bodyPr/>
        <a:lstStyle/>
        <a:p>
          <a:endParaRPr lang="en-IN"/>
        </a:p>
      </dgm:t>
    </dgm:pt>
    <dgm:pt modelId="{4BDDCC74-8A6C-4103-BD0E-50B0FC07E0E8}" type="sibTrans" cxnId="{F6B651B6-C6B8-4433-B2B8-2C019DEB8AE2}">
      <dgm:prSet/>
      <dgm:spPr/>
      <dgm:t>
        <a:bodyPr/>
        <a:lstStyle/>
        <a:p>
          <a:endParaRPr lang="en-IN"/>
        </a:p>
      </dgm:t>
    </dgm:pt>
    <dgm:pt modelId="{B9EB990E-C381-40F0-96EF-290F698B4368}" type="pres">
      <dgm:prSet presAssocID="{E5A06C5B-01AD-45DD-95FC-12E77DCD39A2}" presName="diagram" presStyleCnt="0">
        <dgm:presLayoutVars>
          <dgm:dir/>
          <dgm:resizeHandles val="exact"/>
        </dgm:presLayoutVars>
      </dgm:prSet>
      <dgm:spPr/>
    </dgm:pt>
    <dgm:pt modelId="{C642DEE4-22DE-4C95-AEFF-67437AFAB369}" type="pres">
      <dgm:prSet presAssocID="{432BCDC9-894D-4376-B319-6E6B9C1F3CD3}" presName="node" presStyleLbl="node1" presStyleIdx="0" presStyleCnt="6">
        <dgm:presLayoutVars>
          <dgm:bulletEnabled val="1"/>
        </dgm:presLayoutVars>
      </dgm:prSet>
      <dgm:spPr/>
    </dgm:pt>
    <dgm:pt modelId="{ADDE7266-289C-43C0-B9EB-136A9BD56D72}" type="pres">
      <dgm:prSet presAssocID="{9D5474AA-7B56-4768-A55F-B49E1F4865A9}" presName="sibTrans" presStyleCnt="0"/>
      <dgm:spPr/>
    </dgm:pt>
    <dgm:pt modelId="{F713E83B-342E-4865-9920-0405F393894F}" type="pres">
      <dgm:prSet presAssocID="{C90FBD61-0CA1-4E3A-B95C-61735A6D2215}" presName="node" presStyleLbl="node1" presStyleIdx="1" presStyleCnt="6">
        <dgm:presLayoutVars>
          <dgm:bulletEnabled val="1"/>
        </dgm:presLayoutVars>
      </dgm:prSet>
      <dgm:spPr/>
    </dgm:pt>
    <dgm:pt modelId="{84B71994-4F66-41EF-9B9A-9D2947E5A911}" type="pres">
      <dgm:prSet presAssocID="{ADCB8585-F647-41D3-A164-B47585843CD4}" presName="sibTrans" presStyleCnt="0"/>
      <dgm:spPr/>
    </dgm:pt>
    <dgm:pt modelId="{4D5B8068-34A2-4788-A122-6F348A90BA9E}" type="pres">
      <dgm:prSet presAssocID="{D92E0264-67C3-439B-B208-8E2CE7A184DE}" presName="node" presStyleLbl="node1" presStyleIdx="2" presStyleCnt="6">
        <dgm:presLayoutVars>
          <dgm:bulletEnabled val="1"/>
        </dgm:presLayoutVars>
      </dgm:prSet>
      <dgm:spPr/>
    </dgm:pt>
    <dgm:pt modelId="{BC3FCA28-6B4C-4FA1-B5ED-F7758F98DD89}" type="pres">
      <dgm:prSet presAssocID="{3C2CCCBD-C389-4385-AEF2-72ECC6ACEEB8}" presName="sibTrans" presStyleCnt="0"/>
      <dgm:spPr/>
    </dgm:pt>
    <dgm:pt modelId="{0C133C58-D02B-4207-9D13-1B7412E25F31}" type="pres">
      <dgm:prSet presAssocID="{6A8DB999-3CD4-4A5A-A285-6FAD56B5757B}" presName="node" presStyleLbl="node1" presStyleIdx="3" presStyleCnt="6">
        <dgm:presLayoutVars>
          <dgm:bulletEnabled val="1"/>
        </dgm:presLayoutVars>
      </dgm:prSet>
      <dgm:spPr/>
    </dgm:pt>
    <dgm:pt modelId="{579C3ABF-E485-41A8-9D4D-D9CEBC33CBB7}" type="pres">
      <dgm:prSet presAssocID="{E37BC9B9-D7F1-4108-B70F-53966E60B7F2}" presName="sibTrans" presStyleCnt="0"/>
      <dgm:spPr/>
    </dgm:pt>
    <dgm:pt modelId="{A298E8E3-C76C-4FD3-B9A7-C50431D22DA2}" type="pres">
      <dgm:prSet presAssocID="{12575517-9FEA-4315-95D0-61550758D28B}" presName="node" presStyleLbl="node1" presStyleIdx="4" presStyleCnt="6">
        <dgm:presLayoutVars>
          <dgm:bulletEnabled val="1"/>
        </dgm:presLayoutVars>
      </dgm:prSet>
      <dgm:spPr/>
    </dgm:pt>
    <dgm:pt modelId="{748582F7-97BE-4DBE-B392-797376104CBB}" type="pres">
      <dgm:prSet presAssocID="{644E6F52-21FB-4D48-BB52-7A5C0A14557A}" presName="sibTrans" presStyleCnt="0"/>
      <dgm:spPr/>
    </dgm:pt>
    <dgm:pt modelId="{1F72572F-07A8-40B9-A4EE-FF93F11AD893}" type="pres">
      <dgm:prSet presAssocID="{49766D26-E397-4520-B8EC-FA833C0FC92E}" presName="node" presStyleLbl="node1" presStyleIdx="5" presStyleCnt="6">
        <dgm:presLayoutVars>
          <dgm:bulletEnabled val="1"/>
        </dgm:presLayoutVars>
      </dgm:prSet>
      <dgm:spPr/>
    </dgm:pt>
  </dgm:ptLst>
  <dgm:cxnLst>
    <dgm:cxn modelId="{4AD82E07-F0A2-474E-A5A5-C9F5D32CF78D}" type="presOf" srcId="{12575517-9FEA-4315-95D0-61550758D28B}" destId="{A298E8E3-C76C-4FD3-B9A7-C50431D22DA2}" srcOrd="0" destOrd="0" presId="urn:microsoft.com/office/officeart/2005/8/layout/default"/>
    <dgm:cxn modelId="{C81EAC25-2CB0-45A9-8C06-5863966217F1}" srcId="{E5A06C5B-01AD-45DD-95FC-12E77DCD39A2}" destId="{12575517-9FEA-4315-95D0-61550758D28B}" srcOrd="4" destOrd="0" parTransId="{1D38DBF4-426D-439D-AACF-C0A319C8E466}" sibTransId="{644E6F52-21FB-4D48-BB52-7A5C0A14557A}"/>
    <dgm:cxn modelId="{ABE43E2B-64E7-410C-98D3-F7845C318442}" type="presOf" srcId="{C90FBD61-0CA1-4E3A-B95C-61735A6D2215}" destId="{F713E83B-342E-4865-9920-0405F393894F}" srcOrd="0" destOrd="0" presId="urn:microsoft.com/office/officeart/2005/8/layout/default"/>
    <dgm:cxn modelId="{6409E864-1C52-4377-8B17-9374BC131875}" type="presOf" srcId="{D92E0264-67C3-439B-B208-8E2CE7A184DE}" destId="{4D5B8068-34A2-4788-A122-6F348A90BA9E}" srcOrd="0" destOrd="0" presId="urn:microsoft.com/office/officeart/2005/8/layout/default"/>
    <dgm:cxn modelId="{7F216258-4215-43AC-874F-348B1AC5D642}" type="presOf" srcId="{49766D26-E397-4520-B8EC-FA833C0FC92E}" destId="{1F72572F-07A8-40B9-A4EE-FF93F11AD893}" srcOrd="0" destOrd="0" presId="urn:microsoft.com/office/officeart/2005/8/layout/default"/>
    <dgm:cxn modelId="{5D141E8E-AD2F-4BE8-8AC7-200FC7DB0B49}" srcId="{E5A06C5B-01AD-45DD-95FC-12E77DCD39A2}" destId="{D92E0264-67C3-439B-B208-8E2CE7A184DE}" srcOrd="2" destOrd="0" parTransId="{37A252F0-9078-4163-822A-D5F0E5E02633}" sibTransId="{3C2CCCBD-C389-4385-AEF2-72ECC6ACEEB8}"/>
    <dgm:cxn modelId="{4A33189D-BC6E-43FF-8D53-4A710D5A46C7}" type="presOf" srcId="{6A8DB999-3CD4-4A5A-A285-6FAD56B5757B}" destId="{0C133C58-D02B-4207-9D13-1B7412E25F31}" srcOrd="0" destOrd="0" presId="urn:microsoft.com/office/officeart/2005/8/layout/default"/>
    <dgm:cxn modelId="{3E9687B0-B1DA-4779-BEF6-7F1EB7AF8801}" type="presOf" srcId="{432BCDC9-894D-4376-B319-6E6B9C1F3CD3}" destId="{C642DEE4-22DE-4C95-AEFF-67437AFAB369}" srcOrd="0" destOrd="0" presId="urn:microsoft.com/office/officeart/2005/8/layout/default"/>
    <dgm:cxn modelId="{F6B651B6-C6B8-4433-B2B8-2C019DEB8AE2}" srcId="{E5A06C5B-01AD-45DD-95FC-12E77DCD39A2}" destId="{49766D26-E397-4520-B8EC-FA833C0FC92E}" srcOrd="5" destOrd="0" parTransId="{A1A4811D-A92F-47B8-B2F2-CD05DE4261CC}" sibTransId="{4BDDCC74-8A6C-4103-BD0E-50B0FC07E0E8}"/>
    <dgm:cxn modelId="{D81AE4C6-D20B-46A9-9ED8-FD2CD926CD19}" srcId="{E5A06C5B-01AD-45DD-95FC-12E77DCD39A2}" destId="{432BCDC9-894D-4376-B319-6E6B9C1F3CD3}" srcOrd="0" destOrd="0" parTransId="{C4C19468-BE33-44FD-9F06-C361EB55185F}" sibTransId="{9D5474AA-7B56-4768-A55F-B49E1F4865A9}"/>
    <dgm:cxn modelId="{80DB77CB-325B-4284-8506-05AF02145D24}" srcId="{E5A06C5B-01AD-45DD-95FC-12E77DCD39A2}" destId="{C90FBD61-0CA1-4E3A-B95C-61735A6D2215}" srcOrd="1" destOrd="0" parTransId="{13D2DFC4-BBFD-4136-8F04-EBF563A39AF6}" sibTransId="{ADCB8585-F647-41D3-A164-B47585843CD4}"/>
    <dgm:cxn modelId="{60B5CEE1-6E28-4CEE-A69B-E551E96D5BFA}" type="presOf" srcId="{E5A06C5B-01AD-45DD-95FC-12E77DCD39A2}" destId="{B9EB990E-C381-40F0-96EF-290F698B4368}" srcOrd="0" destOrd="0" presId="urn:microsoft.com/office/officeart/2005/8/layout/default"/>
    <dgm:cxn modelId="{DD6E8FF7-71E5-4FD7-84D1-C3A5DAB7A787}" srcId="{E5A06C5B-01AD-45DD-95FC-12E77DCD39A2}" destId="{6A8DB999-3CD4-4A5A-A285-6FAD56B5757B}" srcOrd="3" destOrd="0" parTransId="{1A4D95FD-940A-4521-914B-290152951EBE}" sibTransId="{E37BC9B9-D7F1-4108-B70F-53966E60B7F2}"/>
    <dgm:cxn modelId="{51E4937A-B008-4448-BDA4-AF4C20514DB0}" type="presParOf" srcId="{B9EB990E-C381-40F0-96EF-290F698B4368}" destId="{C642DEE4-22DE-4C95-AEFF-67437AFAB369}" srcOrd="0" destOrd="0" presId="urn:microsoft.com/office/officeart/2005/8/layout/default"/>
    <dgm:cxn modelId="{48C1E84A-D028-469A-96CB-F3CBAF012AEF}" type="presParOf" srcId="{B9EB990E-C381-40F0-96EF-290F698B4368}" destId="{ADDE7266-289C-43C0-B9EB-136A9BD56D72}" srcOrd="1" destOrd="0" presId="urn:microsoft.com/office/officeart/2005/8/layout/default"/>
    <dgm:cxn modelId="{95F09805-8B72-42A3-A987-DCEEDC48A5BD}" type="presParOf" srcId="{B9EB990E-C381-40F0-96EF-290F698B4368}" destId="{F713E83B-342E-4865-9920-0405F393894F}" srcOrd="2" destOrd="0" presId="urn:microsoft.com/office/officeart/2005/8/layout/default"/>
    <dgm:cxn modelId="{5CA131B7-96B3-47E1-A3C2-35FAE5F17FFC}" type="presParOf" srcId="{B9EB990E-C381-40F0-96EF-290F698B4368}" destId="{84B71994-4F66-41EF-9B9A-9D2947E5A911}" srcOrd="3" destOrd="0" presId="urn:microsoft.com/office/officeart/2005/8/layout/default"/>
    <dgm:cxn modelId="{BD759A79-6785-4499-8785-535BF6797134}" type="presParOf" srcId="{B9EB990E-C381-40F0-96EF-290F698B4368}" destId="{4D5B8068-34A2-4788-A122-6F348A90BA9E}" srcOrd="4" destOrd="0" presId="urn:microsoft.com/office/officeart/2005/8/layout/default"/>
    <dgm:cxn modelId="{6C5BD1F6-A825-495C-98F0-48A2C0F4333D}" type="presParOf" srcId="{B9EB990E-C381-40F0-96EF-290F698B4368}" destId="{BC3FCA28-6B4C-4FA1-B5ED-F7758F98DD89}" srcOrd="5" destOrd="0" presId="urn:microsoft.com/office/officeart/2005/8/layout/default"/>
    <dgm:cxn modelId="{2393A579-CCB6-4183-A3DC-8F0529F34536}" type="presParOf" srcId="{B9EB990E-C381-40F0-96EF-290F698B4368}" destId="{0C133C58-D02B-4207-9D13-1B7412E25F31}" srcOrd="6" destOrd="0" presId="urn:microsoft.com/office/officeart/2005/8/layout/default"/>
    <dgm:cxn modelId="{BE07310F-B2C5-4810-9C36-7DD9E2A61233}" type="presParOf" srcId="{B9EB990E-C381-40F0-96EF-290F698B4368}" destId="{579C3ABF-E485-41A8-9D4D-D9CEBC33CBB7}" srcOrd="7" destOrd="0" presId="urn:microsoft.com/office/officeart/2005/8/layout/default"/>
    <dgm:cxn modelId="{A82D09C2-C9B4-4BDE-B9EA-387BE98132BF}" type="presParOf" srcId="{B9EB990E-C381-40F0-96EF-290F698B4368}" destId="{A298E8E3-C76C-4FD3-B9A7-C50431D22DA2}" srcOrd="8" destOrd="0" presId="urn:microsoft.com/office/officeart/2005/8/layout/default"/>
    <dgm:cxn modelId="{14A61FC3-113E-43BE-A089-E26B5442D5DA}" type="presParOf" srcId="{B9EB990E-C381-40F0-96EF-290F698B4368}" destId="{748582F7-97BE-4DBE-B392-797376104CBB}" srcOrd="9" destOrd="0" presId="urn:microsoft.com/office/officeart/2005/8/layout/default"/>
    <dgm:cxn modelId="{E6FE9F77-FCD9-47FE-9F7C-CCDD83C26B35}" type="presParOf" srcId="{B9EB990E-C381-40F0-96EF-290F698B4368}" destId="{1F72572F-07A8-40B9-A4EE-FF93F11AD89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28E8EC-D273-4EDB-8F15-C571265BF5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6F3A4E2-F048-4805-AFC6-794165607893}">
      <dgm:prSet/>
      <dgm:spPr/>
      <dgm:t>
        <a:bodyPr/>
        <a:lstStyle/>
        <a:p>
          <a:r>
            <a:rPr lang="en-US" b="0" i="0" baseline="0"/>
            <a:t>Provide a clear, complete description of the system</a:t>
          </a:r>
          <a:endParaRPr lang="en-IN"/>
        </a:p>
      </dgm:t>
    </dgm:pt>
    <dgm:pt modelId="{8DE1B899-5EC3-4749-A505-A7B9E880B958}" type="parTrans" cxnId="{0E663251-4DB3-4F58-AF1D-B5C0E3F8C23F}">
      <dgm:prSet/>
      <dgm:spPr/>
      <dgm:t>
        <a:bodyPr/>
        <a:lstStyle/>
        <a:p>
          <a:endParaRPr lang="en-IN"/>
        </a:p>
      </dgm:t>
    </dgm:pt>
    <dgm:pt modelId="{3891C940-C2AF-4EA6-98CA-04E982F6E5E9}" type="sibTrans" cxnId="{0E663251-4DB3-4F58-AF1D-B5C0E3F8C23F}">
      <dgm:prSet/>
      <dgm:spPr/>
      <dgm:t>
        <a:bodyPr/>
        <a:lstStyle/>
        <a:p>
          <a:endParaRPr lang="en-IN"/>
        </a:p>
      </dgm:t>
    </dgm:pt>
    <dgm:pt modelId="{024A0D84-4459-4CB9-9FC6-0711414E930E}">
      <dgm:prSet/>
      <dgm:spPr/>
      <dgm:t>
        <a:bodyPr/>
        <a:lstStyle/>
        <a:p>
          <a:r>
            <a:rPr lang="en-US" b="0" i="0" baseline="0"/>
            <a:t>Serve as a contract between stakeholders and developers</a:t>
          </a:r>
          <a:endParaRPr lang="en-IN"/>
        </a:p>
      </dgm:t>
    </dgm:pt>
    <dgm:pt modelId="{007F8C8D-42C9-4A63-AE9A-4DF6973B0725}" type="parTrans" cxnId="{D8A96964-4F1B-429C-B3CC-0F98AB47BCFD}">
      <dgm:prSet/>
      <dgm:spPr/>
      <dgm:t>
        <a:bodyPr/>
        <a:lstStyle/>
        <a:p>
          <a:endParaRPr lang="en-IN"/>
        </a:p>
      </dgm:t>
    </dgm:pt>
    <dgm:pt modelId="{FCACD645-BCD2-4C9F-A8F3-6E5BFF386B33}" type="sibTrans" cxnId="{D8A96964-4F1B-429C-B3CC-0F98AB47BCFD}">
      <dgm:prSet/>
      <dgm:spPr/>
      <dgm:t>
        <a:bodyPr/>
        <a:lstStyle/>
        <a:p>
          <a:endParaRPr lang="en-IN"/>
        </a:p>
      </dgm:t>
    </dgm:pt>
    <dgm:pt modelId="{9FBEB47B-3597-4001-96C3-8D7634781EE0}">
      <dgm:prSet/>
      <dgm:spPr/>
      <dgm:t>
        <a:bodyPr/>
        <a:lstStyle/>
        <a:p>
          <a:r>
            <a:rPr lang="en-US" b="0" i="0" baseline="0"/>
            <a:t>Avoid misunderstandings</a:t>
          </a:r>
          <a:endParaRPr lang="en-IN"/>
        </a:p>
      </dgm:t>
    </dgm:pt>
    <dgm:pt modelId="{263FB068-DB9F-4C2C-824C-D96CBEF6188C}" type="parTrans" cxnId="{CAA33452-6F2A-4D63-BE50-C43575A02CD0}">
      <dgm:prSet/>
      <dgm:spPr/>
      <dgm:t>
        <a:bodyPr/>
        <a:lstStyle/>
        <a:p>
          <a:endParaRPr lang="en-IN"/>
        </a:p>
      </dgm:t>
    </dgm:pt>
    <dgm:pt modelId="{BB017CBE-1BC0-4A9C-909C-85E9A2383496}" type="sibTrans" cxnId="{CAA33452-6F2A-4D63-BE50-C43575A02CD0}">
      <dgm:prSet/>
      <dgm:spPr/>
      <dgm:t>
        <a:bodyPr/>
        <a:lstStyle/>
        <a:p>
          <a:endParaRPr lang="en-IN"/>
        </a:p>
      </dgm:t>
    </dgm:pt>
    <dgm:pt modelId="{17B68EFE-C6C3-4ADE-BAF7-EF12AEBD100D}">
      <dgm:prSet/>
      <dgm:spPr/>
      <dgm:t>
        <a:bodyPr/>
        <a:lstStyle/>
        <a:p>
          <a:r>
            <a:rPr lang="en-US" b="0" i="0" baseline="0"/>
            <a:t>Support design, development, and testing</a:t>
          </a:r>
          <a:endParaRPr lang="en-IN"/>
        </a:p>
      </dgm:t>
    </dgm:pt>
    <dgm:pt modelId="{1C469A9B-1FDA-47DC-9931-888150843523}" type="parTrans" cxnId="{35E34871-10DD-4663-9E46-186966AAAA04}">
      <dgm:prSet/>
      <dgm:spPr/>
      <dgm:t>
        <a:bodyPr/>
        <a:lstStyle/>
        <a:p>
          <a:endParaRPr lang="en-IN"/>
        </a:p>
      </dgm:t>
    </dgm:pt>
    <dgm:pt modelId="{7F309A63-FC07-4B3F-A6E5-6C782A2D29AB}" type="sibTrans" cxnId="{35E34871-10DD-4663-9E46-186966AAAA04}">
      <dgm:prSet/>
      <dgm:spPr/>
      <dgm:t>
        <a:bodyPr/>
        <a:lstStyle/>
        <a:p>
          <a:endParaRPr lang="en-IN"/>
        </a:p>
      </dgm:t>
    </dgm:pt>
    <dgm:pt modelId="{381D3D47-E841-4BE3-8F32-31D4B646B84F}">
      <dgm:prSet/>
      <dgm:spPr/>
      <dgm:t>
        <a:bodyPr/>
        <a:lstStyle/>
        <a:p>
          <a:r>
            <a:rPr lang="en-US" b="0" i="0" baseline="0"/>
            <a:t>Provide a basis for validation and maintenance</a:t>
          </a:r>
          <a:endParaRPr lang="en-IN"/>
        </a:p>
      </dgm:t>
    </dgm:pt>
    <dgm:pt modelId="{81843D00-1384-437C-96BB-7A3BA9B39AEA}" type="parTrans" cxnId="{8EE1981B-119B-4BA2-8491-9AE685662F6D}">
      <dgm:prSet/>
      <dgm:spPr/>
      <dgm:t>
        <a:bodyPr/>
        <a:lstStyle/>
        <a:p>
          <a:endParaRPr lang="en-IN"/>
        </a:p>
      </dgm:t>
    </dgm:pt>
    <dgm:pt modelId="{3FC3DE52-6063-4CF8-8B4B-7D77A0006BB9}" type="sibTrans" cxnId="{8EE1981B-119B-4BA2-8491-9AE685662F6D}">
      <dgm:prSet/>
      <dgm:spPr/>
      <dgm:t>
        <a:bodyPr/>
        <a:lstStyle/>
        <a:p>
          <a:endParaRPr lang="en-IN"/>
        </a:p>
      </dgm:t>
    </dgm:pt>
    <dgm:pt modelId="{BBCD3EA9-EF2F-4256-8728-83C9DE711D58}" type="pres">
      <dgm:prSet presAssocID="{1228E8EC-D273-4EDB-8F15-C571265BF5F8}" presName="linear" presStyleCnt="0">
        <dgm:presLayoutVars>
          <dgm:animLvl val="lvl"/>
          <dgm:resizeHandles val="exact"/>
        </dgm:presLayoutVars>
      </dgm:prSet>
      <dgm:spPr/>
    </dgm:pt>
    <dgm:pt modelId="{B149F7E3-4973-4B75-BB86-0240A3911BC5}" type="pres">
      <dgm:prSet presAssocID="{C6F3A4E2-F048-4805-AFC6-79416560789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62D9056-61BA-4A32-B613-85F0321EC2A4}" type="pres">
      <dgm:prSet presAssocID="{3891C940-C2AF-4EA6-98CA-04E982F6E5E9}" presName="spacer" presStyleCnt="0"/>
      <dgm:spPr/>
    </dgm:pt>
    <dgm:pt modelId="{515538A4-6981-4F5C-B624-79E3B31E7BF1}" type="pres">
      <dgm:prSet presAssocID="{024A0D84-4459-4CB9-9FC6-0711414E930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BF21C87-DE6E-4948-87A4-E2BD787DF5FD}" type="pres">
      <dgm:prSet presAssocID="{FCACD645-BCD2-4C9F-A8F3-6E5BFF386B33}" presName="spacer" presStyleCnt="0"/>
      <dgm:spPr/>
    </dgm:pt>
    <dgm:pt modelId="{DF86C17B-4537-47CC-8765-BC768C1A27D6}" type="pres">
      <dgm:prSet presAssocID="{9FBEB47B-3597-4001-96C3-8D7634781EE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00E2F57-BBED-4313-9E91-B12363B4E25F}" type="pres">
      <dgm:prSet presAssocID="{BB017CBE-1BC0-4A9C-909C-85E9A2383496}" presName="spacer" presStyleCnt="0"/>
      <dgm:spPr/>
    </dgm:pt>
    <dgm:pt modelId="{14D3FACA-6030-4BF1-B526-C05C3CB8298D}" type="pres">
      <dgm:prSet presAssocID="{17B68EFE-C6C3-4ADE-BAF7-EF12AEBD100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EACFEFA-A73A-4531-9574-B514BCA5D96C}" type="pres">
      <dgm:prSet presAssocID="{7F309A63-FC07-4B3F-A6E5-6C782A2D29AB}" presName="spacer" presStyleCnt="0"/>
      <dgm:spPr/>
    </dgm:pt>
    <dgm:pt modelId="{985797E6-26BE-498E-A5B6-D763A20C8BBF}" type="pres">
      <dgm:prSet presAssocID="{381D3D47-E841-4BE3-8F32-31D4B646B84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609AF16-6BCB-4A51-AF3C-C7D16D78C686}" type="presOf" srcId="{024A0D84-4459-4CB9-9FC6-0711414E930E}" destId="{515538A4-6981-4F5C-B624-79E3B31E7BF1}" srcOrd="0" destOrd="0" presId="urn:microsoft.com/office/officeart/2005/8/layout/vList2"/>
    <dgm:cxn modelId="{8EE1981B-119B-4BA2-8491-9AE685662F6D}" srcId="{1228E8EC-D273-4EDB-8F15-C571265BF5F8}" destId="{381D3D47-E841-4BE3-8F32-31D4B646B84F}" srcOrd="4" destOrd="0" parTransId="{81843D00-1384-437C-96BB-7A3BA9B39AEA}" sibTransId="{3FC3DE52-6063-4CF8-8B4B-7D77A0006BB9}"/>
    <dgm:cxn modelId="{D8A96964-4F1B-429C-B3CC-0F98AB47BCFD}" srcId="{1228E8EC-D273-4EDB-8F15-C571265BF5F8}" destId="{024A0D84-4459-4CB9-9FC6-0711414E930E}" srcOrd="1" destOrd="0" parTransId="{007F8C8D-42C9-4A63-AE9A-4DF6973B0725}" sibTransId="{FCACD645-BCD2-4C9F-A8F3-6E5BFF386B33}"/>
    <dgm:cxn modelId="{0E663251-4DB3-4F58-AF1D-B5C0E3F8C23F}" srcId="{1228E8EC-D273-4EDB-8F15-C571265BF5F8}" destId="{C6F3A4E2-F048-4805-AFC6-794165607893}" srcOrd="0" destOrd="0" parTransId="{8DE1B899-5EC3-4749-A505-A7B9E880B958}" sibTransId="{3891C940-C2AF-4EA6-98CA-04E982F6E5E9}"/>
    <dgm:cxn modelId="{12A36051-2618-4B67-842E-AF085EC4C520}" type="presOf" srcId="{9FBEB47B-3597-4001-96C3-8D7634781EE0}" destId="{DF86C17B-4537-47CC-8765-BC768C1A27D6}" srcOrd="0" destOrd="0" presId="urn:microsoft.com/office/officeart/2005/8/layout/vList2"/>
    <dgm:cxn modelId="{35E34871-10DD-4663-9E46-186966AAAA04}" srcId="{1228E8EC-D273-4EDB-8F15-C571265BF5F8}" destId="{17B68EFE-C6C3-4ADE-BAF7-EF12AEBD100D}" srcOrd="3" destOrd="0" parTransId="{1C469A9B-1FDA-47DC-9931-888150843523}" sibTransId="{7F309A63-FC07-4B3F-A6E5-6C782A2D29AB}"/>
    <dgm:cxn modelId="{CAA33452-6F2A-4D63-BE50-C43575A02CD0}" srcId="{1228E8EC-D273-4EDB-8F15-C571265BF5F8}" destId="{9FBEB47B-3597-4001-96C3-8D7634781EE0}" srcOrd="2" destOrd="0" parTransId="{263FB068-DB9F-4C2C-824C-D96CBEF6188C}" sibTransId="{BB017CBE-1BC0-4A9C-909C-85E9A2383496}"/>
    <dgm:cxn modelId="{AAB6D79D-63F3-43F3-B53D-1AF388982364}" type="presOf" srcId="{1228E8EC-D273-4EDB-8F15-C571265BF5F8}" destId="{BBCD3EA9-EF2F-4256-8728-83C9DE711D58}" srcOrd="0" destOrd="0" presId="urn:microsoft.com/office/officeart/2005/8/layout/vList2"/>
    <dgm:cxn modelId="{2C692FA0-9F87-41CD-BD9E-1B0C980D53EC}" type="presOf" srcId="{C6F3A4E2-F048-4805-AFC6-794165607893}" destId="{B149F7E3-4973-4B75-BB86-0240A3911BC5}" srcOrd="0" destOrd="0" presId="urn:microsoft.com/office/officeart/2005/8/layout/vList2"/>
    <dgm:cxn modelId="{9424E6D0-57B5-4E5A-BC71-C881B8F11683}" type="presOf" srcId="{17B68EFE-C6C3-4ADE-BAF7-EF12AEBD100D}" destId="{14D3FACA-6030-4BF1-B526-C05C3CB8298D}" srcOrd="0" destOrd="0" presId="urn:microsoft.com/office/officeart/2005/8/layout/vList2"/>
    <dgm:cxn modelId="{6E872EE7-EC05-4E65-BB63-F1B52A6FB6E8}" type="presOf" srcId="{381D3D47-E841-4BE3-8F32-31D4B646B84F}" destId="{985797E6-26BE-498E-A5B6-D763A20C8BBF}" srcOrd="0" destOrd="0" presId="urn:microsoft.com/office/officeart/2005/8/layout/vList2"/>
    <dgm:cxn modelId="{5AC81F73-09E3-4234-86D3-AAD84B21833B}" type="presParOf" srcId="{BBCD3EA9-EF2F-4256-8728-83C9DE711D58}" destId="{B149F7E3-4973-4B75-BB86-0240A3911BC5}" srcOrd="0" destOrd="0" presId="urn:microsoft.com/office/officeart/2005/8/layout/vList2"/>
    <dgm:cxn modelId="{0F44CF27-F6CB-432E-9FC6-43C2C0514CDC}" type="presParOf" srcId="{BBCD3EA9-EF2F-4256-8728-83C9DE711D58}" destId="{762D9056-61BA-4A32-B613-85F0321EC2A4}" srcOrd="1" destOrd="0" presId="urn:microsoft.com/office/officeart/2005/8/layout/vList2"/>
    <dgm:cxn modelId="{B4AA75D4-0C8B-453E-ABD7-8A4B5B02132F}" type="presParOf" srcId="{BBCD3EA9-EF2F-4256-8728-83C9DE711D58}" destId="{515538A4-6981-4F5C-B624-79E3B31E7BF1}" srcOrd="2" destOrd="0" presId="urn:microsoft.com/office/officeart/2005/8/layout/vList2"/>
    <dgm:cxn modelId="{F01204DD-88BF-43CE-9A27-222997D95BC0}" type="presParOf" srcId="{BBCD3EA9-EF2F-4256-8728-83C9DE711D58}" destId="{DBF21C87-DE6E-4948-87A4-E2BD787DF5FD}" srcOrd="3" destOrd="0" presId="urn:microsoft.com/office/officeart/2005/8/layout/vList2"/>
    <dgm:cxn modelId="{1D2209F3-89A3-4CD6-AC0E-ACB2EFDBF9E6}" type="presParOf" srcId="{BBCD3EA9-EF2F-4256-8728-83C9DE711D58}" destId="{DF86C17B-4537-47CC-8765-BC768C1A27D6}" srcOrd="4" destOrd="0" presId="urn:microsoft.com/office/officeart/2005/8/layout/vList2"/>
    <dgm:cxn modelId="{BC25DCA8-B087-45AC-9751-6EA4DCC81577}" type="presParOf" srcId="{BBCD3EA9-EF2F-4256-8728-83C9DE711D58}" destId="{A00E2F57-BBED-4313-9E91-B12363B4E25F}" srcOrd="5" destOrd="0" presId="urn:microsoft.com/office/officeart/2005/8/layout/vList2"/>
    <dgm:cxn modelId="{D278E6B7-C4A7-44A2-939B-276E834116B1}" type="presParOf" srcId="{BBCD3EA9-EF2F-4256-8728-83C9DE711D58}" destId="{14D3FACA-6030-4BF1-B526-C05C3CB8298D}" srcOrd="6" destOrd="0" presId="urn:microsoft.com/office/officeart/2005/8/layout/vList2"/>
    <dgm:cxn modelId="{8D95CBA1-5DCF-465C-BAE5-520CBBE1639F}" type="presParOf" srcId="{BBCD3EA9-EF2F-4256-8728-83C9DE711D58}" destId="{FEACFEFA-A73A-4531-9574-B514BCA5D96C}" srcOrd="7" destOrd="0" presId="urn:microsoft.com/office/officeart/2005/8/layout/vList2"/>
    <dgm:cxn modelId="{DD228E52-8D9B-4661-BB1B-F94603064C75}" type="presParOf" srcId="{BBCD3EA9-EF2F-4256-8728-83C9DE711D58}" destId="{985797E6-26BE-498E-A5B6-D763A20C8B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B96735-3D08-4AC2-BEC8-24BD23789AF5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7BC25CE-3515-4A79-A4A0-FAD412DCC648}">
      <dgm:prSet custT="1"/>
      <dgm:spPr/>
      <dgm:t>
        <a:bodyPr/>
        <a:lstStyle/>
        <a:p>
          <a:r>
            <a:rPr lang="en-IN" sz="1800" dirty="0">
              <a:solidFill>
                <a:schemeClr val="bg2"/>
              </a:solidFill>
            </a:rPr>
            <a:t>• </a:t>
          </a:r>
          <a:r>
            <a:rPr lang="en-IN" sz="1800" b="1" dirty="0">
              <a:solidFill>
                <a:schemeClr val="bg2"/>
              </a:solidFill>
            </a:rPr>
            <a:t>1. Introduction</a:t>
          </a:r>
          <a:endParaRPr lang="en-IN" sz="1800" dirty="0">
            <a:solidFill>
              <a:schemeClr val="bg2"/>
            </a:solidFill>
          </a:endParaRPr>
        </a:p>
      </dgm:t>
    </dgm:pt>
    <dgm:pt modelId="{7534D8AE-D670-44AE-AC74-6EA15E6AFC4E}" type="parTrans" cxnId="{33335791-223C-4F7E-BBD2-E68D047B3802}">
      <dgm:prSet/>
      <dgm:spPr/>
      <dgm:t>
        <a:bodyPr/>
        <a:lstStyle/>
        <a:p>
          <a:endParaRPr lang="en-IN"/>
        </a:p>
      </dgm:t>
    </dgm:pt>
    <dgm:pt modelId="{BF6A2CEE-374B-4AF9-99FB-627581E8CE1E}" type="sibTrans" cxnId="{33335791-223C-4F7E-BBD2-E68D047B3802}">
      <dgm:prSet/>
      <dgm:spPr/>
      <dgm:t>
        <a:bodyPr/>
        <a:lstStyle/>
        <a:p>
          <a:endParaRPr lang="en-IN"/>
        </a:p>
      </dgm:t>
    </dgm:pt>
    <dgm:pt modelId="{67BAE33D-4D5F-4E09-906E-20347EC45246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Purpose</a:t>
          </a:r>
        </a:p>
      </dgm:t>
    </dgm:pt>
    <dgm:pt modelId="{5874809E-3C12-4826-A569-A8C2ECD92600}" type="parTrans" cxnId="{036EC874-DA10-4155-8985-FB48B06938B7}">
      <dgm:prSet/>
      <dgm:spPr/>
      <dgm:t>
        <a:bodyPr/>
        <a:lstStyle/>
        <a:p>
          <a:endParaRPr lang="en-IN"/>
        </a:p>
      </dgm:t>
    </dgm:pt>
    <dgm:pt modelId="{38D72A92-77B9-45AA-9126-C3C6CE17E4E8}" type="sibTrans" cxnId="{036EC874-DA10-4155-8985-FB48B06938B7}">
      <dgm:prSet/>
      <dgm:spPr/>
      <dgm:t>
        <a:bodyPr/>
        <a:lstStyle/>
        <a:p>
          <a:endParaRPr lang="en-IN"/>
        </a:p>
      </dgm:t>
    </dgm:pt>
    <dgm:pt modelId="{F7883DD5-FA2A-4C2F-8254-AEA3C95AD1DA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Scope</a:t>
          </a:r>
        </a:p>
      </dgm:t>
    </dgm:pt>
    <dgm:pt modelId="{FB5108F4-600A-43BB-AF73-E4FFF1E7DFF0}" type="parTrans" cxnId="{8DECAD2B-447C-41EE-AE36-EC0BF9710A08}">
      <dgm:prSet/>
      <dgm:spPr/>
      <dgm:t>
        <a:bodyPr/>
        <a:lstStyle/>
        <a:p>
          <a:endParaRPr lang="en-IN"/>
        </a:p>
      </dgm:t>
    </dgm:pt>
    <dgm:pt modelId="{5DDB5050-EB46-4A45-893F-47F7363C2787}" type="sibTrans" cxnId="{8DECAD2B-447C-41EE-AE36-EC0BF9710A08}">
      <dgm:prSet/>
      <dgm:spPr/>
      <dgm:t>
        <a:bodyPr/>
        <a:lstStyle/>
        <a:p>
          <a:endParaRPr lang="en-IN"/>
        </a:p>
      </dgm:t>
    </dgm:pt>
    <dgm:pt modelId="{19C8A8AE-0B2C-4926-B9C2-88DE881C690E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Definitions</a:t>
          </a:r>
        </a:p>
      </dgm:t>
    </dgm:pt>
    <dgm:pt modelId="{0EFBD55B-B58C-460B-B678-F4926EF0CAD7}" type="parTrans" cxnId="{58F53C74-FE47-4E78-BE7E-85203C1FCCF0}">
      <dgm:prSet/>
      <dgm:spPr/>
      <dgm:t>
        <a:bodyPr/>
        <a:lstStyle/>
        <a:p>
          <a:endParaRPr lang="en-IN"/>
        </a:p>
      </dgm:t>
    </dgm:pt>
    <dgm:pt modelId="{63D99BB5-6643-4BC5-949C-8D3FEBE4ED14}" type="sibTrans" cxnId="{58F53C74-FE47-4E78-BE7E-85203C1FCCF0}">
      <dgm:prSet/>
      <dgm:spPr/>
      <dgm:t>
        <a:bodyPr/>
        <a:lstStyle/>
        <a:p>
          <a:endParaRPr lang="en-IN"/>
        </a:p>
      </dgm:t>
    </dgm:pt>
    <dgm:pt modelId="{AB6E1C14-1D13-4947-83B8-6D8A9A160A91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References</a:t>
          </a:r>
        </a:p>
      </dgm:t>
    </dgm:pt>
    <dgm:pt modelId="{CD91CD37-09BE-400A-B859-8A83679A93F9}" type="parTrans" cxnId="{F1075F27-5378-4755-BABF-382CC9F036DF}">
      <dgm:prSet/>
      <dgm:spPr/>
      <dgm:t>
        <a:bodyPr/>
        <a:lstStyle/>
        <a:p>
          <a:endParaRPr lang="en-IN"/>
        </a:p>
      </dgm:t>
    </dgm:pt>
    <dgm:pt modelId="{F982360B-35DC-4980-9C4C-753FC9F97C20}" type="sibTrans" cxnId="{F1075F27-5378-4755-BABF-382CC9F036DF}">
      <dgm:prSet/>
      <dgm:spPr/>
      <dgm:t>
        <a:bodyPr/>
        <a:lstStyle/>
        <a:p>
          <a:endParaRPr lang="en-IN"/>
        </a:p>
      </dgm:t>
    </dgm:pt>
    <dgm:pt modelId="{D2A19DC0-C222-44F8-9001-A73D5ACB7789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Overview</a:t>
          </a:r>
        </a:p>
      </dgm:t>
    </dgm:pt>
    <dgm:pt modelId="{23F08C50-D974-4C37-B9A6-5EF731C57271}" type="parTrans" cxnId="{C671EB16-D2CF-4D27-BCDD-EA9645BCE61F}">
      <dgm:prSet/>
      <dgm:spPr/>
      <dgm:t>
        <a:bodyPr/>
        <a:lstStyle/>
        <a:p>
          <a:endParaRPr lang="en-IN"/>
        </a:p>
      </dgm:t>
    </dgm:pt>
    <dgm:pt modelId="{7393FC17-0769-46CF-A9A7-767E844EC9FF}" type="sibTrans" cxnId="{C671EB16-D2CF-4D27-BCDD-EA9645BCE61F}">
      <dgm:prSet/>
      <dgm:spPr/>
      <dgm:t>
        <a:bodyPr/>
        <a:lstStyle/>
        <a:p>
          <a:endParaRPr lang="en-IN"/>
        </a:p>
      </dgm:t>
    </dgm:pt>
    <dgm:pt modelId="{69C8204E-D265-4A58-8130-8C3A1CD7FE70}">
      <dgm:prSet custT="1"/>
      <dgm:spPr/>
      <dgm:t>
        <a:bodyPr/>
        <a:lstStyle/>
        <a:p>
          <a:r>
            <a:rPr lang="en-IN" sz="1800" b="1">
              <a:solidFill>
                <a:schemeClr val="bg2"/>
              </a:solidFill>
            </a:rPr>
            <a:t>2. Overall Description</a:t>
          </a:r>
          <a:endParaRPr lang="en-IN" sz="1800">
            <a:solidFill>
              <a:schemeClr val="bg2"/>
            </a:solidFill>
          </a:endParaRPr>
        </a:p>
      </dgm:t>
    </dgm:pt>
    <dgm:pt modelId="{BCA11E75-4115-4A28-9C75-E8FC2B761EE1}" type="parTrans" cxnId="{D800574C-65AE-49B8-B8A3-FBE8FF6396E4}">
      <dgm:prSet/>
      <dgm:spPr/>
      <dgm:t>
        <a:bodyPr/>
        <a:lstStyle/>
        <a:p>
          <a:endParaRPr lang="en-IN"/>
        </a:p>
      </dgm:t>
    </dgm:pt>
    <dgm:pt modelId="{4C01D330-FAA6-47F7-AEE1-863CD0437068}" type="sibTrans" cxnId="{D800574C-65AE-49B8-B8A3-FBE8FF6396E4}">
      <dgm:prSet/>
      <dgm:spPr/>
      <dgm:t>
        <a:bodyPr/>
        <a:lstStyle/>
        <a:p>
          <a:endParaRPr lang="en-IN"/>
        </a:p>
      </dgm:t>
    </dgm:pt>
    <dgm:pt modelId="{33B0BABB-4F1D-4FC2-8160-330D26226ABF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Product perspective</a:t>
          </a:r>
        </a:p>
      </dgm:t>
    </dgm:pt>
    <dgm:pt modelId="{57715AE5-38E9-46DB-9147-521477856A2C}" type="parTrans" cxnId="{B023062B-A2AD-4B2B-8087-093E17F2BF4D}">
      <dgm:prSet/>
      <dgm:spPr/>
      <dgm:t>
        <a:bodyPr/>
        <a:lstStyle/>
        <a:p>
          <a:endParaRPr lang="en-IN"/>
        </a:p>
      </dgm:t>
    </dgm:pt>
    <dgm:pt modelId="{75A77854-2BBD-46B0-B904-2E60B998D128}" type="sibTrans" cxnId="{B023062B-A2AD-4B2B-8087-093E17F2BF4D}">
      <dgm:prSet/>
      <dgm:spPr/>
      <dgm:t>
        <a:bodyPr/>
        <a:lstStyle/>
        <a:p>
          <a:endParaRPr lang="en-IN"/>
        </a:p>
      </dgm:t>
    </dgm:pt>
    <dgm:pt modelId="{4C50BCA1-ED6B-437F-9827-1DA527F3B8A2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Product features</a:t>
          </a:r>
        </a:p>
      </dgm:t>
    </dgm:pt>
    <dgm:pt modelId="{252B7095-4456-47EE-96BB-A13B97D54B1E}" type="parTrans" cxnId="{E73189FB-2980-463E-AE36-CD2ADC798D62}">
      <dgm:prSet/>
      <dgm:spPr/>
      <dgm:t>
        <a:bodyPr/>
        <a:lstStyle/>
        <a:p>
          <a:endParaRPr lang="en-IN"/>
        </a:p>
      </dgm:t>
    </dgm:pt>
    <dgm:pt modelId="{02705D09-C83E-4833-9D90-23C47F7B77E7}" type="sibTrans" cxnId="{E73189FB-2980-463E-AE36-CD2ADC798D62}">
      <dgm:prSet/>
      <dgm:spPr/>
      <dgm:t>
        <a:bodyPr/>
        <a:lstStyle/>
        <a:p>
          <a:endParaRPr lang="en-IN"/>
        </a:p>
      </dgm:t>
    </dgm:pt>
    <dgm:pt modelId="{28276A7B-4D2F-43D9-BC22-452480788017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User characteristics</a:t>
          </a:r>
        </a:p>
      </dgm:t>
    </dgm:pt>
    <dgm:pt modelId="{846270DC-98B5-41D1-8278-BC5B98BCCE1D}" type="parTrans" cxnId="{7B7E932E-CE19-420B-9CDD-E13531846F33}">
      <dgm:prSet/>
      <dgm:spPr/>
      <dgm:t>
        <a:bodyPr/>
        <a:lstStyle/>
        <a:p>
          <a:endParaRPr lang="en-IN"/>
        </a:p>
      </dgm:t>
    </dgm:pt>
    <dgm:pt modelId="{94F00171-ADBB-4E1A-B747-2ABC5CE5F2A7}" type="sibTrans" cxnId="{7B7E932E-CE19-420B-9CDD-E13531846F33}">
      <dgm:prSet/>
      <dgm:spPr/>
      <dgm:t>
        <a:bodyPr/>
        <a:lstStyle/>
        <a:p>
          <a:endParaRPr lang="en-IN"/>
        </a:p>
      </dgm:t>
    </dgm:pt>
    <dgm:pt modelId="{51678BE5-63C4-46CC-9460-F8C0560B3F70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Operating environment</a:t>
          </a:r>
        </a:p>
      </dgm:t>
    </dgm:pt>
    <dgm:pt modelId="{5CA75159-D37D-465B-95BC-9F63BC3CEB22}" type="parTrans" cxnId="{3EED049F-01F8-41AC-BEB1-BA6E94634DBB}">
      <dgm:prSet/>
      <dgm:spPr/>
      <dgm:t>
        <a:bodyPr/>
        <a:lstStyle/>
        <a:p>
          <a:endParaRPr lang="en-IN"/>
        </a:p>
      </dgm:t>
    </dgm:pt>
    <dgm:pt modelId="{7D774EEC-ED23-48C3-9037-03C57BD881E6}" type="sibTrans" cxnId="{3EED049F-01F8-41AC-BEB1-BA6E94634DBB}">
      <dgm:prSet/>
      <dgm:spPr/>
      <dgm:t>
        <a:bodyPr/>
        <a:lstStyle/>
        <a:p>
          <a:endParaRPr lang="en-IN"/>
        </a:p>
      </dgm:t>
    </dgm:pt>
    <dgm:pt modelId="{D9C2E6F0-A442-4CF5-A752-45DE92FF7C0C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Constraints</a:t>
          </a:r>
        </a:p>
      </dgm:t>
    </dgm:pt>
    <dgm:pt modelId="{B8AFB0B0-51B7-4CB1-AAE3-BF008F15DF75}" type="parTrans" cxnId="{9B26C231-DB14-4F49-A3CB-8048DDA22620}">
      <dgm:prSet/>
      <dgm:spPr/>
      <dgm:t>
        <a:bodyPr/>
        <a:lstStyle/>
        <a:p>
          <a:endParaRPr lang="en-IN"/>
        </a:p>
      </dgm:t>
    </dgm:pt>
    <dgm:pt modelId="{754FD2ED-2E94-4348-B9B0-EE62D21DE054}" type="sibTrans" cxnId="{9B26C231-DB14-4F49-A3CB-8048DDA22620}">
      <dgm:prSet/>
      <dgm:spPr/>
      <dgm:t>
        <a:bodyPr/>
        <a:lstStyle/>
        <a:p>
          <a:endParaRPr lang="en-IN"/>
        </a:p>
      </dgm:t>
    </dgm:pt>
    <dgm:pt modelId="{959E4FF2-259E-498E-B368-8B17CEAF963A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Assumptions</a:t>
          </a:r>
        </a:p>
      </dgm:t>
    </dgm:pt>
    <dgm:pt modelId="{E7B8F82D-29C0-499C-8BA6-C5F9E03763B7}" type="parTrans" cxnId="{B6B1C79A-9590-4DFF-884A-CF6AE2BEA11A}">
      <dgm:prSet/>
      <dgm:spPr/>
      <dgm:t>
        <a:bodyPr/>
        <a:lstStyle/>
        <a:p>
          <a:endParaRPr lang="en-IN"/>
        </a:p>
      </dgm:t>
    </dgm:pt>
    <dgm:pt modelId="{7566F121-D0D0-4891-A4A8-6C2FC0D2A490}" type="sibTrans" cxnId="{B6B1C79A-9590-4DFF-884A-CF6AE2BEA11A}">
      <dgm:prSet/>
      <dgm:spPr/>
      <dgm:t>
        <a:bodyPr/>
        <a:lstStyle/>
        <a:p>
          <a:endParaRPr lang="en-IN"/>
        </a:p>
      </dgm:t>
    </dgm:pt>
    <dgm:pt modelId="{88C05F7D-A3D5-4148-B6FB-089201468964}">
      <dgm:prSet custT="1"/>
      <dgm:spPr/>
      <dgm:t>
        <a:bodyPr/>
        <a:lstStyle/>
        <a:p>
          <a:r>
            <a:rPr lang="en-IN" sz="1800" b="1" dirty="0">
              <a:solidFill>
                <a:schemeClr val="bg2"/>
              </a:solidFill>
            </a:rPr>
            <a:t>3.  Requirements Types:</a:t>
          </a:r>
          <a:endParaRPr lang="en-IN" sz="1800" dirty="0">
            <a:solidFill>
              <a:schemeClr val="bg2"/>
            </a:solidFill>
          </a:endParaRPr>
        </a:p>
      </dgm:t>
    </dgm:pt>
    <dgm:pt modelId="{5643D3E3-162D-40C1-94FA-37E022020409}" type="parTrans" cxnId="{668D7A99-9A34-4C9B-ADCA-B6D163FF17D4}">
      <dgm:prSet/>
      <dgm:spPr/>
      <dgm:t>
        <a:bodyPr/>
        <a:lstStyle/>
        <a:p>
          <a:endParaRPr lang="en-IN"/>
        </a:p>
      </dgm:t>
    </dgm:pt>
    <dgm:pt modelId="{55A38A03-63C5-4C32-8899-3CAA918914B4}" type="sibTrans" cxnId="{668D7A99-9A34-4C9B-ADCA-B6D163FF17D4}">
      <dgm:prSet/>
      <dgm:spPr/>
      <dgm:t>
        <a:bodyPr/>
        <a:lstStyle/>
        <a:p>
          <a:endParaRPr lang="en-IN"/>
        </a:p>
      </dgm:t>
    </dgm:pt>
    <dgm:pt modelId="{92B863C0-B1AB-41DA-A998-67CF511B833A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Non-functional requirements</a:t>
          </a:r>
        </a:p>
      </dgm:t>
    </dgm:pt>
    <dgm:pt modelId="{9198F1C0-1AB4-4501-A814-75D1705FE668}" type="parTrans" cxnId="{D053908C-BE56-40A4-B2DD-99EBECA14455}">
      <dgm:prSet/>
      <dgm:spPr/>
      <dgm:t>
        <a:bodyPr/>
        <a:lstStyle/>
        <a:p>
          <a:endParaRPr lang="en-IN"/>
        </a:p>
      </dgm:t>
    </dgm:pt>
    <dgm:pt modelId="{3B331D40-66EF-4377-BDC5-1CEC4239D43D}" type="sibTrans" cxnId="{D053908C-BE56-40A4-B2DD-99EBECA14455}">
      <dgm:prSet/>
      <dgm:spPr/>
      <dgm:t>
        <a:bodyPr/>
        <a:lstStyle/>
        <a:p>
          <a:endParaRPr lang="en-IN"/>
        </a:p>
      </dgm:t>
    </dgm:pt>
    <dgm:pt modelId="{79D21D3A-9CC8-499C-8CD2-BDC5A19DFBFE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Interface requirements</a:t>
          </a:r>
        </a:p>
      </dgm:t>
    </dgm:pt>
    <dgm:pt modelId="{6F8C2AB4-35A2-45C7-9D33-345DB512FDB4}" type="parTrans" cxnId="{060CEC62-CFFF-484E-AB19-D93A2B088074}">
      <dgm:prSet/>
      <dgm:spPr/>
      <dgm:t>
        <a:bodyPr/>
        <a:lstStyle/>
        <a:p>
          <a:endParaRPr lang="en-IN"/>
        </a:p>
      </dgm:t>
    </dgm:pt>
    <dgm:pt modelId="{6086C561-6F73-4263-AAE1-5D9210C8F8C3}" type="sibTrans" cxnId="{060CEC62-CFFF-484E-AB19-D93A2B088074}">
      <dgm:prSet/>
      <dgm:spPr/>
      <dgm:t>
        <a:bodyPr/>
        <a:lstStyle/>
        <a:p>
          <a:endParaRPr lang="en-IN"/>
        </a:p>
      </dgm:t>
    </dgm:pt>
    <dgm:pt modelId="{C2F0198C-BCF9-4D48-A536-C6DCE354A19B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External inputs/outputs</a:t>
          </a:r>
        </a:p>
      </dgm:t>
    </dgm:pt>
    <dgm:pt modelId="{9B0FC9AD-BC29-485F-9072-0C5B6742AC70}" type="parTrans" cxnId="{A3EB2AD9-1A0D-40A6-B059-EE45CC2F9C38}">
      <dgm:prSet/>
      <dgm:spPr/>
      <dgm:t>
        <a:bodyPr/>
        <a:lstStyle/>
        <a:p>
          <a:endParaRPr lang="en-IN"/>
        </a:p>
      </dgm:t>
    </dgm:pt>
    <dgm:pt modelId="{2CFE51AF-04F4-4D06-9827-2A959DF09161}" type="sibTrans" cxnId="{A3EB2AD9-1A0D-40A6-B059-EE45CC2F9C38}">
      <dgm:prSet/>
      <dgm:spPr/>
      <dgm:t>
        <a:bodyPr/>
        <a:lstStyle/>
        <a:p>
          <a:endParaRPr lang="en-IN"/>
        </a:p>
      </dgm:t>
    </dgm:pt>
    <dgm:pt modelId="{C2C6ACE6-EC46-4F16-BBC4-5C8D567AC0C8}">
      <dgm:prSet custT="1"/>
      <dgm:spPr/>
      <dgm:t>
        <a:bodyPr/>
        <a:lstStyle/>
        <a:p>
          <a:r>
            <a:rPr lang="en-IN" sz="1600">
              <a:solidFill>
                <a:schemeClr val="bg2"/>
              </a:solidFill>
            </a:rPr>
            <a:t>Performance, security, usability constraints</a:t>
          </a:r>
        </a:p>
      </dgm:t>
    </dgm:pt>
    <dgm:pt modelId="{BFDA595D-C14C-45E0-B4EA-0C97F752BD93}" type="parTrans" cxnId="{520E7EE6-1D99-4EB5-9A88-5349ED92E112}">
      <dgm:prSet/>
      <dgm:spPr/>
      <dgm:t>
        <a:bodyPr/>
        <a:lstStyle/>
        <a:p>
          <a:endParaRPr lang="en-IN"/>
        </a:p>
      </dgm:t>
    </dgm:pt>
    <dgm:pt modelId="{E8DA4C39-6CDB-4376-BCE1-CA4E5ED8CDED}" type="sibTrans" cxnId="{520E7EE6-1D99-4EB5-9A88-5349ED92E112}">
      <dgm:prSet/>
      <dgm:spPr/>
      <dgm:t>
        <a:bodyPr/>
        <a:lstStyle/>
        <a:p>
          <a:endParaRPr lang="en-IN"/>
        </a:p>
      </dgm:t>
    </dgm:pt>
    <dgm:pt modelId="{4334DFCE-2432-4A45-8D57-41453084897E}">
      <dgm:prSet custT="1"/>
      <dgm:spPr/>
      <dgm:t>
        <a:bodyPr/>
        <a:lstStyle/>
        <a:p>
          <a:r>
            <a:rPr lang="en-IN" sz="1800" b="1">
              <a:solidFill>
                <a:schemeClr val="bg2"/>
              </a:solidFill>
            </a:rPr>
            <a:t>4. Appendices</a:t>
          </a:r>
          <a:endParaRPr lang="en-IN" sz="1800">
            <a:solidFill>
              <a:schemeClr val="bg2"/>
            </a:solidFill>
          </a:endParaRPr>
        </a:p>
      </dgm:t>
    </dgm:pt>
    <dgm:pt modelId="{DEF4917F-EEE5-43D7-AC0D-2AFEDA1C0F0D}" type="parTrans" cxnId="{CA53A35E-F436-44E8-AE68-DD2A3D6BDAD2}">
      <dgm:prSet/>
      <dgm:spPr/>
      <dgm:t>
        <a:bodyPr/>
        <a:lstStyle/>
        <a:p>
          <a:endParaRPr lang="en-IN"/>
        </a:p>
      </dgm:t>
    </dgm:pt>
    <dgm:pt modelId="{6FAF132F-D4F0-45DF-9148-1C2F04CAC00A}" type="sibTrans" cxnId="{CA53A35E-F436-44E8-AE68-DD2A3D6BDAD2}">
      <dgm:prSet/>
      <dgm:spPr/>
      <dgm:t>
        <a:bodyPr/>
        <a:lstStyle/>
        <a:p>
          <a:endParaRPr lang="en-IN"/>
        </a:p>
      </dgm:t>
    </dgm:pt>
    <dgm:pt modelId="{513DAA1F-6056-4F94-B9F1-FD639ED83DB7}">
      <dgm:prSet custT="1"/>
      <dgm:spPr/>
      <dgm:t>
        <a:bodyPr/>
        <a:lstStyle/>
        <a:p>
          <a:r>
            <a:rPr lang="en-IN" sz="1800" b="1" dirty="0">
              <a:solidFill>
                <a:schemeClr val="bg2"/>
              </a:solidFill>
            </a:rPr>
            <a:t>5. Index</a:t>
          </a:r>
          <a:endParaRPr lang="en-IN" sz="1800" dirty="0">
            <a:solidFill>
              <a:schemeClr val="bg2"/>
            </a:solidFill>
          </a:endParaRPr>
        </a:p>
      </dgm:t>
    </dgm:pt>
    <dgm:pt modelId="{6664D73F-277D-4676-9F19-7C9FA6585463}" type="parTrans" cxnId="{80E2B340-3A10-41E6-B2AA-3E2BDB344B7B}">
      <dgm:prSet/>
      <dgm:spPr/>
      <dgm:t>
        <a:bodyPr/>
        <a:lstStyle/>
        <a:p>
          <a:endParaRPr lang="en-IN"/>
        </a:p>
      </dgm:t>
    </dgm:pt>
    <dgm:pt modelId="{531DB72D-039A-4791-82D9-F72E948A730B}" type="sibTrans" cxnId="{80E2B340-3A10-41E6-B2AA-3E2BDB344B7B}">
      <dgm:prSet/>
      <dgm:spPr/>
      <dgm:t>
        <a:bodyPr/>
        <a:lstStyle/>
        <a:p>
          <a:endParaRPr lang="en-IN"/>
        </a:p>
      </dgm:t>
    </dgm:pt>
    <dgm:pt modelId="{8319B8EF-C8AA-40BE-A111-0F9DA8F54A4A}">
      <dgm:prSet custT="1"/>
      <dgm:spPr/>
      <dgm:t>
        <a:bodyPr/>
        <a:lstStyle/>
        <a:p>
          <a:r>
            <a:rPr lang="en-IN" sz="1600" dirty="0">
              <a:solidFill>
                <a:schemeClr val="bg2"/>
              </a:solidFill>
            </a:rPr>
            <a:t>Functional requirements</a:t>
          </a:r>
        </a:p>
      </dgm:t>
    </dgm:pt>
    <dgm:pt modelId="{13A3D215-062D-456D-84A7-21CABDE2693F}" type="parTrans" cxnId="{D8577B67-C187-481C-8341-3CDE1C5A4DE6}">
      <dgm:prSet/>
      <dgm:spPr/>
      <dgm:t>
        <a:bodyPr/>
        <a:lstStyle/>
        <a:p>
          <a:endParaRPr lang="en-IN"/>
        </a:p>
      </dgm:t>
    </dgm:pt>
    <dgm:pt modelId="{9F01BD88-2041-429E-94B6-F99613A3119A}" type="sibTrans" cxnId="{D8577B67-C187-481C-8341-3CDE1C5A4DE6}">
      <dgm:prSet/>
      <dgm:spPr/>
      <dgm:t>
        <a:bodyPr/>
        <a:lstStyle/>
        <a:p>
          <a:endParaRPr lang="en-IN"/>
        </a:p>
      </dgm:t>
    </dgm:pt>
    <dgm:pt modelId="{B9238522-FF21-4709-B045-A94A2032C113}" type="pres">
      <dgm:prSet presAssocID="{59B96735-3D08-4AC2-BEC8-24BD23789AF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44557A03-397F-48BB-B35D-E38E153061B3}" type="pres">
      <dgm:prSet presAssocID="{37BC25CE-3515-4A79-A4A0-FAD412DCC648}" presName="ParentComposite" presStyleCnt="0"/>
      <dgm:spPr/>
    </dgm:pt>
    <dgm:pt modelId="{3289140D-EB65-4065-A65D-0FCA3E6CA85F}" type="pres">
      <dgm:prSet presAssocID="{37BC25CE-3515-4A79-A4A0-FAD412DCC648}" presName="Chord" presStyleLbl="bgShp" presStyleIdx="0" presStyleCnt="5"/>
      <dgm:spPr/>
    </dgm:pt>
    <dgm:pt modelId="{9806D9BF-3469-45D0-B1B6-F52E97B6A70E}" type="pres">
      <dgm:prSet presAssocID="{37BC25CE-3515-4A79-A4A0-FAD412DCC648}" presName="Pie" presStyleLbl="alignNode1" presStyleIdx="0" presStyleCnt="5"/>
      <dgm:spPr/>
    </dgm:pt>
    <dgm:pt modelId="{F9E9AFCE-4EC6-42C8-8008-EA9C23A8609A}" type="pres">
      <dgm:prSet presAssocID="{37BC25CE-3515-4A79-A4A0-FAD412DCC648}" presName="Parent" presStyleLbl="revTx" presStyleIdx="0" presStyleCnt="8">
        <dgm:presLayoutVars>
          <dgm:chMax val="1"/>
          <dgm:chPref val="1"/>
          <dgm:bulletEnabled val="1"/>
        </dgm:presLayoutVars>
      </dgm:prSet>
      <dgm:spPr/>
    </dgm:pt>
    <dgm:pt modelId="{282CC66B-3F5A-417D-AC3A-94C75E847F10}" type="pres">
      <dgm:prSet presAssocID="{38D72A92-77B9-45AA-9126-C3C6CE17E4E8}" presName="negSibTrans" presStyleCnt="0"/>
      <dgm:spPr/>
    </dgm:pt>
    <dgm:pt modelId="{A01BF323-C3D6-4385-8310-353C9669A023}" type="pres">
      <dgm:prSet presAssocID="{37BC25CE-3515-4A79-A4A0-FAD412DCC648}" presName="composite" presStyleCnt="0"/>
      <dgm:spPr/>
    </dgm:pt>
    <dgm:pt modelId="{97AF2189-4F23-4D83-9872-3BD0A17536C9}" type="pres">
      <dgm:prSet presAssocID="{37BC25CE-3515-4A79-A4A0-FAD412DCC648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BCF6E71C-D539-4D72-B690-B228C70AB774}" type="pres">
      <dgm:prSet presAssocID="{BF6A2CEE-374B-4AF9-99FB-627581E8CE1E}" presName="sibTrans" presStyleCnt="0"/>
      <dgm:spPr/>
    </dgm:pt>
    <dgm:pt modelId="{04B5848E-0C10-4961-9AE0-034325C4632B}" type="pres">
      <dgm:prSet presAssocID="{69C8204E-D265-4A58-8130-8C3A1CD7FE70}" presName="ParentComposite" presStyleCnt="0"/>
      <dgm:spPr/>
    </dgm:pt>
    <dgm:pt modelId="{43A5CF6A-B990-4F52-B28B-9B4540CB6773}" type="pres">
      <dgm:prSet presAssocID="{69C8204E-D265-4A58-8130-8C3A1CD7FE70}" presName="Chord" presStyleLbl="bgShp" presStyleIdx="1" presStyleCnt="5"/>
      <dgm:spPr/>
    </dgm:pt>
    <dgm:pt modelId="{29536BA8-CEF0-4045-83CB-B44F36E4AB45}" type="pres">
      <dgm:prSet presAssocID="{69C8204E-D265-4A58-8130-8C3A1CD7FE70}" presName="Pie" presStyleLbl="alignNode1" presStyleIdx="1" presStyleCnt="5"/>
      <dgm:spPr/>
    </dgm:pt>
    <dgm:pt modelId="{922C1CB4-329A-4585-B241-42F3EE484394}" type="pres">
      <dgm:prSet presAssocID="{69C8204E-D265-4A58-8130-8C3A1CD7FE70}" presName="Parent" presStyleLbl="revTx" presStyleIdx="2" presStyleCnt="8">
        <dgm:presLayoutVars>
          <dgm:chMax val="1"/>
          <dgm:chPref val="1"/>
          <dgm:bulletEnabled val="1"/>
        </dgm:presLayoutVars>
      </dgm:prSet>
      <dgm:spPr/>
    </dgm:pt>
    <dgm:pt modelId="{C69F26B1-8295-453E-B91F-CC8391758CAC}" type="pres">
      <dgm:prSet presAssocID="{75A77854-2BBD-46B0-B904-2E60B998D128}" presName="negSibTrans" presStyleCnt="0"/>
      <dgm:spPr/>
    </dgm:pt>
    <dgm:pt modelId="{3CB1BCCA-42A0-46E3-99E0-8D8AB3207CB9}" type="pres">
      <dgm:prSet presAssocID="{69C8204E-D265-4A58-8130-8C3A1CD7FE70}" presName="composite" presStyleCnt="0"/>
      <dgm:spPr/>
    </dgm:pt>
    <dgm:pt modelId="{21ECB049-2352-4E5C-92BD-A0196B0D348D}" type="pres">
      <dgm:prSet presAssocID="{69C8204E-D265-4A58-8130-8C3A1CD7FE70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47B98E2E-62BF-450E-BEBD-39B0E18C731D}" type="pres">
      <dgm:prSet presAssocID="{4C01D330-FAA6-47F7-AEE1-863CD0437068}" presName="sibTrans" presStyleCnt="0"/>
      <dgm:spPr/>
    </dgm:pt>
    <dgm:pt modelId="{9FFF6A85-B4E2-4864-AA0F-11F944D1A5EE}" type="pres">
      <dgm:prSet presAssocID="{88C05F7D-A3D5-4148-B6FB-089201468964}" presName="ParentComposite" presStyleCnt="0"/>
      <dgm:spPr/>
    </dgm:pt>
    <dgm:pt modelId="{79B6549E-8F3A-494B-AF91-96DC4751F623}" type="pres">
      <dgm:prSet presAssocID="{88C05F7D-A3D5-4148-B6FB-089201468964}" presName="Chord" presStyleLbl="bgShp" presStyleIdx="2" presStyleCnt="5"/>
      <dgm:spPr/>
    </dgm:pt>
    <dgm:pt modelId="{61ACAA84-26A8-4377-9479-1801BCA575E1}" type="pres">
      <dgm:prSet presAssocID="{88C05F7D-A3D5-4148-B6FB-089201468964}" presName="Pie" presStyleLbl="alignNode1" presStyleIdx="2" presStyleCnt="5"/>
      <dgm:spPr/>
    </dgm:pt>
    <dgm:pt modelId="{11ACAD44-1519-430C-905D-DA7D15505367}" type="pres">
      <dgm:prSet presAssocID="{88C05F7D-A3D5-4148-B6FB-089201468964}" presName="Parent" presStyleLbl="revTx" presStyleIdx="4" presStyleCnt="8" custScaleY="152556" custLinFactNeighborX="-4540" custLinFactNeighborY="32383">
        <dgm:presLayoutVars>
          <dgm:chMax val="1"/>
          <dgm:chPref val="1"/>
          <dgm:bulletEnabled val="1"/>
        </dgm:presLayoutVars>
      </dgm:prSet>
      <dgm:spPr/>
    </dgm:pt>
    <dgm:pt modelId="{555C28DA-3692-484C-9C86-8AB909BB9DD1}" type="pres">
      <dgm:prSet presAssocID="{9F01BD88-2041-429E-94B6-F99613A3119A}" presName="negSibTrans" presStyleCnt="0"/>
      <dgm:spPr/>
    </dgm:pt>
    <dgm:pt modelId="{D3E8E77E-31CF-4D2E-BDD3-205DDC837E88}" type="pres">
      <dgm:prSet presAssocID="{88C05F7D-A3D5-4148-B6FB-089201468964}" presName="composite" presStyleCnt="0"/>
      <dgm:spPr/>
    </dgm:pt>
    <dgm:pt modelId="{7D166D90-43B6-4E98-B370-61262619F6E1}" type="pres">
      <dgm:prSet presAssocID="{88C05F7D-A3D5-4148-B6FB-089201468964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39505DC7-4CD0-4BA4-872D-02DDEDD16405}" type="pres">
      <dgm:prSet presAssocID="{55A38A03-63C5-4C32-8899-3CAA918914B4}" presName="sibTrans" presStyleCnt="0"/>
      <dgm:spPr/>
    </dgm:pt>
    <dgm:pt modelId="{7A0ECB58-5EA0-416B-BDD1-CF6FF04DC809}" type="pres">
      <dgm:prSet presAssocID="{4334DFCE-2432-4A45-8D57-41453084897E}" presName="ParentComposite" presStyleCnt="0"/>
      <dgm:spPr/>
    </dgm:pt>
    <dgm:pt modelId="{22CB99BF-4B49-4B2E-A0F7-43771C7DA47D}" type="pres">
      <dgm:prSet presAssocID="{4334DFCE-2432-4A45-8D57-41453084897E}" presName="Chord" presStyleLbl="bgShp" presStyleIdx="3" presStyleCnt="5"/>
      <dgm:spPr/>
    </dgm:pt>
    <dgm:pt modelId="{54AB3E0A-ED9D-46A0-B46E-AB2B83BAE9B4}" type="pres">
      <dgm:prSet presAssocID="{4334DFCE-2432-4A45-8D57-41453084897E}" presName="Pie" presStyleLbl="alignNode1" presStyleIdx="3" presStyleCnt="5"/>
      <dgm:spPr/>
    </dgm:pt>
    <dgm:pt modelId="{3D632941-75A3-46CD-A9AF-B6A95EB9377E}" type="pres">
      <dgm:prSet presAssocID="{4334DFCE-2432-4A45-8D57-41453084897E}" presName="Parent" presStyleLbl="revTx" presStyleIdx="6" presStyleCnt="8">
        <dgm:presLayoutVars>
          <dgm:chMax val="1"/>
          <dgm:chPref val="1"/>
          <dgm:bulletEnabled val="1"/>
        </dgm:presLayoutVars>
      </dgm:prSet>
      <dgm:spPr/>
    </dgm:pt>
    <dgm:pt modelId="{9D409A4E-848E-444B-B3CE-0D230738D20F}" type="pres">
      <dgm:prSet presAssocID="{513DAA1F-6056-4F94-B9F1-FD639ED83DB7}" presName="ParentComposite" presStyleCnt="0"/>
      <dgm:spPr/>
    </dgm:pt>
    <dgm:pt modelId="{F60E9D40-9EA8-4806-9886-0B2E4FE1BD68}" type="pres">
      <dgm:prSet presAssocID="{513DAA1F-6056-4F94-B9F1-FD639ED83DB7}" presName="Chord" presStyleLbl="bgShp" presStyleIdx="4" presStyleCnt="5"/>
      <dgm:spPr/>
    </dgm:pt>
    <dgm:pt modelId="{EEE576D3-CBB8-4E81-940B-9FA136224322}" type="pres">
      <dgm:prSet presAssocID="{513DAA1F-6056-4F94-B9F1-FD639ED83DB7}" presName="Pie" presStyleLbl="alignNode1" presStyleIdx="4" presStyleCnt="5"/>
      <dgm:spPr/>
    </dgm:pt>
    <dgm:pt modelId="{59DE088D-7AA3-4616-8F0C-741EE7014903}" type="pres">
      <dgm:prSet presAssocID="{513DAA1F-6056-4F94-B9F1-FD639ED83DB7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C671EB16-D2CF-4D27-BCDD-EA9645BCE61F}" srcId="{37BC25CE-3515-4A79-A4A0-FAD412DCC648}" destId="{D2A19DC0-C222-44F8-9001-A73D5ACB7789}" srcOrd="4" destOrd="0" parTransId="{23F08C50-D974-4C37-B9A6-5EF731C57271}" sibTransId="{7393FC17-0769-46CF-A9A7-767E844EC9FF}"/>
    <dgm:cxn modelId="{A4FF5217-CB96-461E-A7D6-2C052FEF6CBD}" type="presOf" srcId="{88C05F7D-A3D5-4148-B6FB-089201468964}" destId="{11ACAD44-1519-430C-905D-DA7D15505367}" srcOrd="0" destOrd="0" presId="urn:microsoft.com/office/officeart/2009/3/layout/PieProcess"/>
    <dgm:cxn modelId="{4940351A-0CAE-4F89-9181-198627B76E74}" type="presOf" srcId="{C2C6ACE6-EC46-4F16-BBC4-5C8D567AC0C8}" destId="{7D166D90-43B6-4E98-B370-61262619F6E1}" srcOrd="0" destOrd="4" presId="urn:microsoft.com/office/officeart/2009/3/layout/PieProcess"/>
    <dgm:cxn modelId="{08778D1F-D9EA-4DB6-AC83-8C3E961F30FC}" type="presOf" srcId="{67BAE33D-4D5F-4E09-906E-20347EC45246}" destId="{97AF2189-4F23-4D83-9872-3BD0A17536C9}" srcOrd="0" destOrd="0" presId="urn:microsoft.com/office/officeart/2009/3/layout/PieProcess"/>
    <dgm:cxn modelId="{9D134623-C72F-47AC-92D4-F660912BF2D2}" type="presOf" srcId="{AB6E1C14-1D13-4947-83B8-6D8A9A160A91}" destId="{97AF2189-4F23-4D83-9872-3BD0A17536C9}" srcOrd="0" destOrd="3" presId="urn:microsoft.com/office/officeart/2009/3/layout/PieProcess"/>
    <dgm:cxn modelId="{F1075F27-5378-4755-BABF-382CC9F036DF}" srcId="{37BC25CE-3515-4A79-A4A0-FAD412DCC648}" destId="{AB6E1C14-1D13-4947-83B8-6D8A9A160A91}" srcOrd="3" destOrd="0" parTransId="{CD91CD37-09BE-400A-B859-8A83679A93F9}" sibTransId="{F982360B-35DC-4980-9C4C-753FC9F97C20}"/>
    <dgm:cxn modelId="{B023062B-A2AD-4B2B-8087-093E17F2BF4D}" srcId="{69C8204E-D265-4A58-8130-8C3A1CD7FE70}" destId="{33B0BABB-4F1D-4FC2-8160-330D26226ABF}" srcOrd="0" destOrd="0" parTransId="{57715AE5-38E9-46DB-9147-521477856A2C}" sibTransId="{75A77854-2BBD-46B0-B904-2E60B998D128}"/>
    <dgm:cxn modelId="{8DECAD2B-447C-41EE-AE36-EC0BF9710A08}" srcId="{37BC25CE-3515-4A79-A4A0-FAD412DCC648}" destId="{F7883DD5-FA2A-4C2F-8254-AEA3C95AD1DA}" srcOrd="1" destOrd="0" parTransId="{FB5108F4-600A-43BB-AF73-E4FFF1E7DFF0}" sibTransId="{5DDB5050-EB46-4A45-893F-47F7363C2787}"/>
    <dgm:cxn modelId="{7B7E932E-CE19-420B-9CDD-E13531846F33}" srcId="{69C8204E-D265-4A58-8130-8C3A1CD7FE70}" destId="{28276A7B-4D2F-43D9-BC22-452480788017}" srcOrd="2" destOrd="0" parTransId="{846270DC-98B5-41D1-8278-BC5B98BCCE1D}" sibTransId="{94F00171-ADBB-4E1A-B747-2ABC5CE5F2A7}"/>
    <dgm:cxn modelId="{9B26C231-DB14-4F49-A3CB-8048DDA22620}" srcId="{69C8204E-D265-4A58-8130-8C3A1CD7FE70}" destId="{D9C2E6F0-A442-4CF5-A752-45DE92FF7C0C}" srcOrd="4" destOrd="0" parTransId="{B8AFB0B0-51B7-4CB1-AAE3-BF008F15DF75}" sibTransId="{754FD2ED-2E94-4348-B9B0-EE62D21DE054}"/>
    <dgm:cxn modelId="{80E2B340-3A10-41E6-B2AA-3E2BDB344B7B}" srcId="{59B96735-3D08-4AC2-BEC8-24BD23789AF5}" destId="{513DAA1F-6056-4F94-B9F1-FD639ED83DB7}" srcOrd="4" destOrd="0" parTransId="{6664D73F-277D-4676-9F19-7C9FA6585463}" sibTransId="{531DB72D-039A-4791-82D9-F72E948A730B}"/>
    <dgm:cxn modelId="{CA53A35E-F436-44E8-AE68-DD2A3D6BDAD2}" srcId="{59B96735-3D08-4AC2-BEC8-24BD23789AF5}" destId="{4334DFCE-2432-4A45-8D57-41453084897E}" srcOrd="3" destOrd="0" parTransId="{DEF4917F-EEE5-43D7-AC0D-2AFEDA1C0F0D}" sibTransId="{6FAF132F-D4F0-45DF-9148-1C2F04CAC00A}"/>
    <dgm:cxn modelId="{8720E262-B1BB-4E52-8FA2-58BF72368EE7}" type="presOf" srcId="{C2F0198C-BCF9-4D48-A536-C6DCE354A19B}" destId="{7D166D90-43B6-4E98-B370-61262619F6E1}" srcOrd="0" destOrd="3" presId="urn:microsoft.com/office/officeart/2009/3/layout/PieProcess"/>
    <dgm:cxn modelId="{060CEC62-CFFF-484E-AB19-D93A2B088074}" srcId="{88C05F7D-A3D5-4148-B6FB-089201468964}" destId="{79D21D3A-9CC8-499C-8CD2-BDC5A19DFBFE}" srcOrd="2" destOrd="0" parTransId="{6F8C2AB4-35A2-45C7-9D33-345DB512FDB4}" sibTransId="{6086C561-6F73-4263-AAE1-5D9210C8F8C3}"/>
    <dgm:cxn modelId="{D8577B67-C187-481C-8341-3CDE1C5A4DE6}" srcId="{88C05F7D-A3D5-4148-B6FB-089201468964}" destId="{8319B8EF-C8AA-40BE-A111-0F9DA8F54A4A}" srcOrd="0" destOrd="0" parTransId="{13A3D215-062D-456D-84A7-21CABDE2693F}" sibTransId="{9F01BD88-2041-429E-94B6-F99613A3119A}"/>
    <dgm:cxn modelId="{D85BD247-5F64-4E60-934B-5E0535E38EAC}" type="presOf" srcId="{51678BE5-63C4-46CC-9460-F8C0560B3F70}" destId="{21ECB049-2352-4E5C-92BD-A0196B0D348D}" srcOrd="0" destOrd="3" presId="urn:microsoft.com/office/officeart/2009/3/layout/PieProcess"/>
    <dgm:cxn modelId="{D800574C-65AE-49B8-B8A3-FBE8FF6396E4}" srcId="{59B96735-3D08-4AC2-BEC8-24BD23789AF5}" destId="{69C8204E-D265-4A58-8130-8C3A1CD7FE70}" srcOrd="1" destOrd="0" parTransId="{BCA11E75-4115-4A28-9C75-E8FC2B761EE1}" sibTransId="{4C01D330-FAA6-47F7-AEE1-863CD0437068}"/>
    <dgm:cxn modelId="{4E5C6C72-EA0D-43DD-837E-35521205E9DB}" type="presOf" srcId="{513DAA1F-6056-4F94-B9F1-FD639ED83DB7}" destId="{59DE088D-7AA3-4616-8F0C-741EE7014903}" srcOrd="0" destOrd="0" presId="urn:microsoft.com/office/officeart/2009/3/layout/PieProcess"/>
    <dgm:cxn modelId="{58F53C74-FE47-4E78-BE7E-85203C1FCCF0}" srcId="{37BC25CE-3515-4A79-A4A0-FAD412DCC648}" destId="{19C8A8AE-0B2C-4926-B9C2-88DE881C690E}" srcOrd="2" destOrd="0" parTransId="{0EFBD55B-B58C-460B-B678-F4926EF0CAD7}" sibTransId="{63D99BB5-6643-4BC5-949C-8D3FEBE4ED14}"/>
    <dgm:cxn modelId="{036EC874-DA10-4155-8985-FB48B06938B7}" srcId="{37BC25CE-3515-4A79-A4A0-FAD412DCC648}" destId="{67BAE33D-4D5F-4E09-906E-20347EC45246}" srcOrd="0" destOrd="0" parTransId="{5874809E-3C12-4826-A569-A8C2ECD92600}" sibTransId="{38D72A92-77B9-45AA-9126-C3C6CE17E4E8}"/>
    <dgm:cxn modelId="{B8F9AC59-ABAE-4506-B0A5-DB7893DE75A4}" type="presOf" srcId="{28276A7B-4D2F-43D9-BC22-452480788017}" destId="{21ECB049-2352-4E5C-92BD-A0196B0D348D}" srcOrd="0" destOrd="2" presId="urn:microsoft.com/office/officeart/2009/3/layout/PieProcess"/>
    <dgm:cxn modelId="{F3D4B07C-48D5-48EC-AB59-A104C40F51D0}" type="presOf" srcId="{92B863C0-B1AB-41DA-A998-67CF511B833A}" destId="{7D166D90-43B6-4E98-B370-61262619F6E1}" srcOrd="0" destOrd="1" presId="urn:microsoft.com/office/officeart/2009/3/layout/PieProcess"/>
    <dgm:cxn modelId="{D053908C-BE56-40A4-B2DD-99EBECA14455}" srcId="{88C05F7D-A3D5-4148-B6FB-089201468964}" destId="{92B863C0-B1AB-41DA-A998-67CF511B833A}" srcOrd="1" destOrd="0" parTransId="{9198F1C0-1AB4-4501-A814-75D1705FE668}" sibTransId="{3B331D40-66EF-4377-BDC5-1CEC4239D43D}"/>
    <dgm:cxn modelId="{B04CBB8D-2541-4871-AB45-4B7200CF8732}" type="presOf" srcId="{37BC25CE-3515-4A79-A4A0-FAD412DCC648}" destId="{F9E9AFCE-4EC6-42C8-8008-EA9C23A8609A}" srcOrd="0" destOrd="0" presId="urn:microsoft.com/office/officeart/2009/3/layout/PieProcess"/>
    <dgm:cxn modelId="{33335791-223C-4F7E-BBD2-E68D047B3802}" srcId="{59B96735-3D08-4AC2-BEC8-24BD23789AF5}" destId="{37BC25CE-3515-4A79-A4A0-FAD412DCC648}" srcOrd="0" destOrd="0" parTransId="{7534D8AE-D670-44AE-AC74-6EA15E6AFC4E}" sibTransId="{BF6A2CEE-374B-4AF9-99FB-627581E8CE1E}"/>
    <dgm:cxn modelId="{B0545F96-180D-425B-9186-1375AA5CEE9A}" type="presOf" srcId="{8319B8EF-C8AA-40BE-A111-0F9DA8F54A4A}" destId="{7D166D90-43B6-4E98-B370-61262619F6E1}" srcOrd="0" destOrd="0" presId="urn:microsoft.com/office/officeart/2009/3/layout/PieProcess"/>
    <dgm:cxn modelId="{668D7A99-9A34-4C9B-ADCA-B6D163FF17D4}" srcId="{59B96735-3D08-4AC2-BEC8-24BD23789AF5}" destId="{88C05F7D-A3D5-4148-B6FB-089201468964}" srcOrd="2" destOrd="0" parTransId="{5643D3E3-162D-40C1-94FA-37E022020409}" sibTransId="{55A38A03-63C5-4C32-8899-3CAA918914B4}"/>
    <dgm:cxn modelId="{B6B1C79A-9590-4DFF-884A-CF6AE2BEA11A}" srcId="{69C8204E-D265-4A58-8130-8C3A1CD7FE70}" destId="{959E4FF2-259E-498E-B368-8B17CEAF963A}" srcOrd="5" destOrd="0" parTransId="{E7B8F82D-29C0-499C-8BA6-C5F9E03763B7}" sibTransId="{7566F121-D0D0-4891-A4A8-6C2FC0D2A490}"/>
    <dgm:cxn modelId="{3EED049F-01F8-41AC-BEB1-BA6E94634DBB}" srcId="{69C8204E-D265-4A58-8130-8C3A1CD7FE70}" destId="{51678BE5-63C4-46CC-9460-F8C0560B3F70}" srcOrd="3" destOrd="0" parTransId="{5CA75159-D37D-465B-95BC-9F63BC3CEB22}" sibTransId="{7D774EEC-ED23-48C3-9037-03C57BD881E6}"/>
    <dgm:cxn modelId="{ECFDF0A1-0AD0-4C83-A545-841FA5ABC8E5}" type="presOf" srcId="{79D21D3A-9CC8-499C-8CD2-BDC5A19DFBFE}" destId="{7D166D90-43B6-4E98-B370-61262619F6E1}" srcOrd="0" destOrd="2" presId="urn:microsoft.com/office/officeart/2009/3/layout/PieProcess"/>
    <dgm:cxn modelId="{9883FAA5-4191-4A0C-A6CD-46FB7DD1B6E9}" type="presOf" srcId="{4334DFCE-2432-4A45-8D57-41453084897E}" destId="{3D632941-75A3-46CD-A9AF-B6A95EB9377E}" srcOrd="0" destOrd="0" presId="urn:microsoft.com/office/officeart/2009/3/layout/PieProcess"/>
    <dgm:cxn modelId="{BDA415BA-A760-4F9F-9886-001EEF3B2EDA}" type="presOf" srcId="{4C50BCA1-ED6B-437F-9827-1DA527F3B8A2}" destId="{21ECB049-2352-4E5C-92BD-A0196B0D348D}" srcOrd="0" destOrd="1" presId="urn:microsoft.com/office/officeart/2009/3/layout/PieProcess"/>
    <dgm:cxn modelId="{95D129C0-B746-4649-8151-29181E4B77AB}" type="presOf" srcId="{D9C2E6F0-A442-4CF5-A752-45DE92FF7C0C}" destId="{21ECB049-2352-4E5C-92BD-A0196B0D348D}" srcOrd="0" destOrd="4" presId="urn:microsoft.com/office/officeart/2009/3/layout/PieProcess"/>
    <dgm:cxn modelId="{1BB61DC2-5CD4-4D8E-B9A8-E64C10869737}" type="presOf" srcId="{D2A19DC0-C222-44F8-9001-A73D5ACB7789}" destId="{97AF2189-4F23-4D83-9872-3BD0A17536C9}" srcOrd="0" destOrd="4" presId="urn:microsoft.com/office/officeart/2009/3/layout/PieProcess"/>
    <dgm:cxn modelId="{DF984BC6-7305-4360-B8FB-70065C59E340}" type="presOf" srcId="{19C8A8AE-0B2C-4926-B9C2-88DE881C690E}" destId="{97AF2189-4F23-4D83-9872-3BD0A17536C9}" srcOrd="0" destOrd="2" presId="urn:microsoft.com/office/officeart/2009/3/layout/PieProcess"/>
    <dgm:cxn modelId="{8CB60BCF-6293-45BA-9C70-32C0A2E8A56C}" type="presOf" srcId="{59B96735-3D08-4AC2-BEC8-24BD23789AF5}" destId="{B9238522-FF21-4709-B045-A94A2032C113}" srcOrd="0" destOrd="0" presId="urn:microsoft.com/office/officeart/2009/3/layout/PieProcess"/>
    <dgm:cxn modelId="{A3EB2AD9-1A0D-40A6-B059-EE45CC2F9C38}" srcId="{88C05F7D-A3D5-4148-B6FB-089201468964}" destId="{C2F0198C-BCF9-4D48-A536-C6DCE354A19B}" srcOrd="3" destOrd="0" parTransId="{9B0FC9AD-BC29-485F-9072-0C5B6742AC70}" sibTransId="{2CFE51AF-04F4-4D06-9827-2A959DF09161}"/>
    <dgm:cxn modelId="{522402DD-3A54-4D81-BD41-5DD4C44834D5}" type="presOf" srcId="{69C8204E-D265-4A58-8130-8C3A1CD7FE70}" destId="{922C1CB4-329A-4585-B241-42F3EE484394}" srcOrd="0" destOrd="0" presId="urn:microsoft.com/office/officeart/2009/3/layout/PieProcess"/>
    <dgm:cxn modelId="{520E7EE6-1D99-4EB5-9A88-5349ED92E112}" srcId="{88C05F7D-A3D5-4148-B6FB-089201468964}" destId="{C2C6ACE6-EC46-4F16-BBC4-5C8D567AC0C8}" srcOrd="4" destOrd="0" parTransId="{BFDA595D-C14C-45E0-B4EA-0C97F752BD93}" sibTransId="{E8DA4C39-6CDB-4376-BCE1-CA4E5ED8CDED}"/>
    <dgm:cxn modelId="{DCBCDDF2-501E-49A2-B8B3-A3BD80D31F53}" type="presOf" srcId="{959E4FF2-259E-498E-B368-8B17CEAF963A}" destId="{21ECB049-2352-4E5C-92BD-A0196B0D348D}" srcOrd="0" destOrd="5" presId="urn:microsoft.com/office/officeart/2009/3/layout/PieProcess"/>
    <dgm:cxn modelId="{B2D563F7-7207-4F79-9D78-7F0428DCFDCE}" type="presOf" srcId="{33B0BABB-4F1D-4FC2-8160-330D26226ABF}" destId="{21ECB049-2352-4E5C-92BD-A0196B0D348D}" srcOrd="0" destOrd="0" presId="urn:microsoft.com/office/officeart/2009/3/layout/PieProcess"/>
    <dgm:cxn modelId="{E73189FB-2980-463E-AE36-CD2ADC798D62}" srcId="{69C8204E-D265-4A58-8130-8C3A1CD7FE70}" destId="{4C50BCA1-ED6B-437F-9827-1DA527F3B8A2}" srcOrd="1" destOrd="0" parTransId="{252B7095-4456-47EE-96BB-A13B97D54B1E}" sibTransId="{02705D09-C83E-4833-9D90-23C47F7B77E7}"/>
    <dgm:cxn modelId="{B7693DFE-BED8-4DBD-8008-B2C8A4BF9D8A}" type="presOf" srcId="{F7883DD5-FA2A-4C2F-8254-AEA3C95AD1DA}" destId="{97AF2189-4F23-4D83-9872-3BD0A17536C9}" srcOrd="0" destOrd="1" presId="urn:microsoft.com/office/officeart/2009/3/layout/PieProcess"/>
    <dgm:cxn modelId="{29DC4045-4CED-41FE-B33A-105690183727}" type="presParOf" srcId="{B9238522-FF21-4709-B045-A94A2032C113}" destId="{44557A03-397F-48BB-B35D-E38E153061B3}" srcOrd="0" destOrd="0" presId="urn:microsoft.com/office/officeart/2009/3/layout/PieProcess"/>
    <dgm:cxn modelId="{A2A07597-30E6-4561-BE85-94D9AB6C505B}" type="presParOf" srcId="{44557A03-397F-48BB-B35D-E38E153061B3}" destId="{3289140D-EB65-4065-A65D-0FCA3E6CA85F}" srcOrd="0" destOrd="0" presId="urn:microsoft.com/office/officeart/2009/3/layout/PieProcess"/>
    <dgm:cxn modelId="{42C0331B-F397-4AF5-B18E-7F99C758D849}" type="presParOf" srcId="{44557A03-397F-48BB-B35D-E38E153061B3}" destId="{9806D9BF-3469-45D0-B1B6-F52E97B6A70E}" srcOrd="1" destOrd="0" presId="urn:microsoft.com/office/officeart/2009/3/layout/PieProcess"/>
    <dgm:cxn modelId="{D69AE373-A5E6-4071-B36A-59B4C41A50FB}" type="presParOf" srcId="{44557A03-397F-48BB-B35D-E38E153061B3}" destId="{F9E9AFCE-4EC6-42C8-8008-EA9C23A8609A}" srcOrd="2" destOrd="0" presId="urn:microsoft.com/office/officeart/2009/3/layout/PieProcess"/>
    <dgm:cxn modelId="{38484E35-7D52-478F-AFE4-26FF7F534AE0}" type="presParOf" srcId="{B9238522-FF21-4709-B045-A94A2032C113}" destId="{282CC66B-3F5A-417D-AC3A-94C75E847F10}" srcOrd="1" destOrd="0" presId="urn:microsoft.com/office/officeart/2009/3/layout/PieProcess"/>
    <dgm:cxn modelId="{7B6C6385-7B33-43CC-994C-9B33ACD1491D}" type="presParOf" srcId="{B9238522-FF21-4709-B045-A94A2032C113}" destId="{A01BF323-C3D6-4385-8310-353C9669A023}" srcOrd="2" destOrd="0" presId="urn:microsoft.com/office/officeart/2009/3/layout/PieProcess"/>
    <dgm:cxn modelId="{699F6047-826B-43BF-BE25-171FC2AF218A}" type="presParOf" srcId="{A01BF323-C3D6-4385-8310-353C9669A023}" destId="{97AF2189-4F23-4D83-9872-3BD0A17536C9}" srcOrd="0" destOrd="0" presId="urn:microsoft.com/office/officeart/2009/3/layout/PieProcess"/>
    <dgm:cxn modelId="{68664D00-5CD3-4CF3-A7D2-7D96B43D5AC1}" type="presParOf" srcId="{B9238522-FF21-4709-B045-A94A2032C113}" destId="{BCF6E71C-D539-4D72-B690-B228C70AB774}" srcOrd="3" destOrd="0" presId="urn:microsoft.com/office/officeart/2009/3/layout/PieProcess"/>
    <dgm:cxn modelId="{B7F8635C-F737-4E56-9CB5-724C2F5B4193}" type="presParOf" srcId="{B9238522-FF21-4709-B045-A94A2032C113}" destId="{04B5848E-0C10-4961-9AE0-034325C4632B}" srcOrd="4" destOrd="0" presId="urn:microsoft.com/office/officeart/2009/3/layout/PieProcess"/>
    <dgm:cxn modelId="{EC5AAB1E-D58F-4933-BACD-0BE5DAB45861}" type="presParOf" srcId="{04B5848E-0C10-4961-9AE0-034325C4632B}" destId="{43A5CF6A-B990-4F52-B28B-9B4540CB6773}" srcOrd="0" destOrd="0" presId="urn:microsoft.com/office/officeart/2009/3/layout/PieProcess"/>
    <dgm:cxn modelId="{B86E4F19-72BB-4E89-AF04-CF872AD8610B}" type="presParOf" srcId="{04B5848E-0C10-4961-9AE0-034325C4632B}" destId="{29536BA8-CEF0-4045-83CB-B44F36E4AB45}" srcOrd="1" destOrd="0" presId="urn:microsoft.com/office/officeart/2009/3/layout/PieProcess"/>
    <dgm:cxn modelId="{A22E25C4-BF86-4CDA-A499-653F0F21F992}" type="presParOf" srcId="{04B5848E-0C10-4961-9AE0-034325C4632B}" destId="{922C1CB4-329A-4585-B241-42F3EE484394}" srcOrd="2" destOrd="0" presId="urn:microsoft.com/office/officeart/2009/3/layout/PieProcess"/>
    <dgm:cxn modelId="{9006C59B-8E92-49A7-9B48-A91B22E0671F}" type="presParOf" srcId="{B9238522-FF21-4709-B045-A94A2032C113}" destId="{C69F26B1-8295-453E-B91F-CC8391758CAC}" srcOrd="5" destOrd="0" presId="urn:microsoft.com/office/officeart/2009/3/layout/PieProcess"/>
    <dgm:cxn modelId="{B306E4AC-3820-47F4-8EF7-EBF0D006BF46}" type="presParOf" srcId="{B9238522-FF21-4709-B045-A94A2032C113}" destId="{3CB1BCCA-42A0-46E3-99E0-8D8AB3207CB9}" srcOrd="6" destOrd="0" presId="urn:microsoft.com/office/officeart/2009/3/layout/PieProcess"/>
    <dgm:cxn modelId="{75543B1D-75E9-4B2D-9807-05C78F9F597E}" type="presParOf" srcId="{3CB1BCCA-42A0-46E3-99E0-8D8AB3207CB9}" destId="{21ECB049-2352-4E5C-92BD-A0196B0D348D}" srcOrd="0" destOrd="0" presId="urn:microsoft.com/office/officeart/2009/3/layout/PieProcess"/>
    <dgm:cxn modelId="{36DC015F-EA1A-4BF8-935A-7F0AEDAA9CEB}" type="presParOf" srcId="{B9238522-FF21-4709-B045-A94A2032C113}" destId="{47B98E2E-62BF-450E-BEBD-39B0E18C731D}" srcOrd="7" destOrd="0" presId="urn:microsoft.com/office/officeart/2009/3/layout/PieProcess"/>
    <dgm:cxn modelId="{93BAD98B-D7BF-4BE0-ABA7-4BAE96758F23}" type="presParOf" srcId="{B9238522-FF21-4709-B045-A94A2032C113}" destId="{9FFF6A85-B4E2-4864-AA0F-11F944D1A5EE}" srcOrd="8" destOrd="0" presId="urn:microsoft.com/office/officeart/2009/3/layout/PieProcess"/>
    <dgm:cxn modelId="{CCF14EA1-E6E1-4FCE-9A40-62C90152403E}" type="presParOf" srcId="{9FFF6A85-B4E2-4864-AA0F-11F944D1A5EE}" destId="{79B6549E-8F3A-494B-AF91-96DC4751F623}" srcOrd="0" destOrd="0" presId="urn:microsoft.com/office/officeart/2009/3/layout/PieProcess"/>
    <dgm:cxn modelId="{8421BF8F-1206-4282-9D9C-055E37771426}" type="presParOf" srcId="{9FFF6A85-B4E2-4864-AA0F-11F944D1A5EE}" destId="{61ACAA84-26A8-4377-9479-1801BCA575E1}" srcOrd="1" destOrd="0" presId="urn:microsoft.com/office/officeart/2009/3/layout/PieProcess"/>
    <dgm:cxn modelId="{F6D352C4-AFC1-4631-942C-895A0AED7613}" type="presParOf" srcId="{9FFF6A85-B4E2-4864-AA0F-11F944D1A5EE}" destId="{11ACAD44-1519-430C-905D-DA7D15505367}" srcOrd="2" destOrd="0" presId="urn:microsoft.com/office/officeart/2009/3/layout/PieProcess"/>
    <dgm:cxn modelId="{9EEC4AE1-F120-4C52-95D6-3AA13E6A9C0A}" type="presParOf" srcId="{B9238522-FF21-4709-B045-A94A2032C113}" destId="{555C28DA-3692-484C-9C86-8AB909BB9DD1}" srcOrd="9" destOrd="0" presId="urn:microsoft.com/office/officeart/2009/3/layout/PieProcess"/>
    <dgm:cxn modelId="{176C9ACA-830C-498E-A576-5C8138352521}" type="presParOf" srcId="{B9238522-FF21-4709-B045-A94A2032C113}" destId="{D3E8E77E-31CF-4D2E-BDD3-205DDC837E88}" srcOrd="10" destOrd="0" presId="urn:microsoft.com/office/officeart/2009/3/layout/PieProcess"/>
    <dgm:cxn modelId="{BE7DF065-998E-4223-AA25-85F460BA11D2}" type="presParOf" srcId="{D3E8E77E-31CF-4D2E-BDD3-205DDC837E88}" destId="{7D166D90-43B6-4E98-B370-61262619F6E1}" srcOrd="0" destOrd="0" presId="urn:microsoft.com/office/officeart/2009/3/layout/PieProcess"/>
    <dgm:cxn modelId="{0975CABD-0B32-404D-978E-B98EAF4043C4}" type="presParOf" srcId="{B9238522-FF21-4709-B045-A94A2032C113}" destId="{39505DC7-4CD0-4BA4-872D-02DDEDD16405}" srcOrd="11" destOrd="0" presId="urn:microsoft.com/office/officeart/2009/3/layout/PieProcess"/>
    <dgm:cxn modelId="{E408DB99-7BA7-40DD-8476-3345327265D9}" type="presParOf" srcId="{B9238522-FF21-4709-B045-A94A2032C113}" destId="{7A0ECB58-5EA0-416B-BDD1-CF6FF04DC809}" srcOrd="12" destOrd="0" presId="urn:microsoft.com/office/officeart/2009/3/layout/PieProcess"/>
    <dgm:cxn modelId="{4A787DD6-02BA-415E-AE47-A9626F54B2E3}" type="presParOf" srcId="{7A0ECB58-5EA0-416B-BDD1-CF6FF04DC809}" destId="{22CB99BF-4B49-4B2E-A0F7-43771C7DA47D}" srcOrd="0" destOrd="0" presId="urn:microsoft.com/office/officeart/2009/3/layout/PieProcess"/>
    <dgm:cxn modelId="{AD246EDA-6C79-4825-8380-111662B0BAF9}" type="presParOf" srcId="{7A0ECB58-5EA0-416B-BDD1-CF6FF04DC809}" destId="{54AB3E0A-ED9D-46A0-B46E-AB2B83BAE9B4}" srcOrd="1" destOrd="0" presId="urn:microsoft.com/office/officeart/2009/3/layout/PieProcess"/>
    <dgm:cxn modelId="{8F126323-A1A9-4185-BB88-399D41640B75}" type="presParOf" srcId="{7A0ECB58-5EA0-416B-BDD1-CF6FF04DC809}" destId="{3D632941-75A3-46CD-A9AF-B6A95EB9377E}" srcOrd="2" destOrd="0" presId="urn:microsoft.com/office/officeart/2009/3/layout/PieProcess"/>
    <dgm:cxn modelId="{085555F6-7E5F-484D-899A-69ACBC671F23}" type="presParOf" srcId="{B9238522-FF21-4709-B045-A94A2032C113}" destId="{9D409A4E-848E-444B-B3CE-0D230738D20F}" srcOrd="13" destOrd="0" presId="urn:microsoft.com/office/officeart/2009/3/layout/PieProcess"/>
    <dgm:cxn modelId="{EFE2C882-EBA7-4B5E-A75E-69B073945150}" type="presParOf" srcId="{9D409A4E-848E-444B-B3CE-0D230738D20F}" destId="{F60E9D40-9EA8-4806-9886-0B2E4FE1BD68}" srcOrd="0" destOrd="0" presId="urn:microsoft.com/office/officeart/2009/3/layout/PieProcess"/>
    <dgm:cxn modelId="{7103C653-8061-47DE-AA04-8B5C9BD0E124}" type="presParOf" srcId="{9D409A4E-848E-444B-B3CE-0D230738D20F}" destId="{EEE576D3-CBB8-4E81-940B-9FA136224322}" srcOrd="1" destOrd="0" presId="urn:microsoft.com/office/officeart/2009/3/layout/PieProcess"/>
    <dgm:cxn modelId="{1FDC7F2C-9932-41B7-8650-51956234EB1F}" type="presParOf" srcId="{9D409A4E-848E-444B-B3CE-0D230738D20F}" destId="{59DE088D-7AA3-4616-8F0C-741EE7014903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D2F2A8-00EE-4121-BA34-109D2AB5DEE4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1264019C-AB5F-458D-94B8-8D8FC056EAA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Correct.</a:t>
          </a:r>
        </a:p>
      </dgm:t>
    </dgm:pt>
    <dgm:pt modelId="{8A263200-24E5-4DEC-A95B-270975CA4746}" type="par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6221AA2-24A0-4A6E-8C84-872151A4A429}" type="sib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DD3044D-3575-41A4-BF2D-D68C1F28A75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Complete.</a:t>
          </a:r>
        </a:p>
      </dgm:t>
    </dgm:pt>
    <dgm:pt modelId="{6E029AE7-B67D-49E5-A235-80EE7857B85A}" type="par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8AC07CF-99BA-479F-89B4-B31036260B64}" type="sib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CF2927DF-C437-40F3-B4A8-3A5E6E2559A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Consistent.</a:t>
          </a:r>
        </a:p>
      </dgm:t>
    </dgm:pt>
    <dgm:pt modelId="{5F02A671-6366-4EE5-8758-897E987EB147}" type="par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D924056F-6B01-4805-8AA7-43C3E06CE5AC}" type="sib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B83D014-E4DB-4F1A-B278-AA1517628676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Unambiguous.</a:t>
          </a:r>
        </a:p>
      </dgm:t>
    </dgm:pt>
    <dgm:pt modelId="{F7F5A404-C742-4AF0-B5AD-6AC502E85F62}" type="par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20BAD04-0ACF-40FA-87DD-A6528D5EB5A6}" type="sib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1E5C0C2-17FC-4D37-AA1D-E5EC0B15FD7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Verifiable.</a:t>
          </a:r>
        </a:p>
      </dgm:t>
    </dgm:pt>
    <dgm:pt modelId="{3B9D3127-9B40-40AA-AD82-D4679A031B9C}" type="par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F9903CF-63F4-4403-8F51-EE563971B15B}" type="sib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502CFA6-62F0-494A-99F2-108209CDE585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Modifiable.</a:t>
          </a:r>
        </a:p>
      </dgm:t>
    </dgm:pt>
    <dgm:pt modelId="{1A979D88-D6F7-4CB8-BD9C-3C44F4A12A4E}" type="par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341E5D6-8F96-40EA-B956-27D706C8022C}" type="sib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3411448E-8A98-4CB6-9ABC-A01B8E03D6AD}">
      <dgm:prSet/>
      <dgm:spPr/>
      <dgm:t>
        <a:bodyPr/>
        <a:lstStyle/>
        <a:p>
          <a:r>
            <a:rPr lang="en-IN" b="1" dirty="0">
              <a:solidFill>
                <a:schemeClr val="bg2"/>
              </a:solidFill>
            </a:rPr>
            <a:t>• Traceable.</a:t>
          </a:r>
        </a:p>
      </dgm:t>
    </dgm:pt>
    <dgm:pt modelId="{13A6269A-3E08-4996-88B9-EE6B88F6457C}" type="par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88AD892-01F5-4179-AEAB-E8CAF668C78E}" type="sib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6EFBEC2-EA99-47B0-ABEF-760DCCE06E3E}">
      <dgm:prSet/>
      <dgm:spPr/>
    </dgm:pt>
    <dgm:pt modelId="{432941BA-82EE-472E-8D5E-31442989ACC3}" type="par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BB970D6-EC62-4117-ACBF-4B35D355BD9C}" type="sib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22C2D83-3165-45A5-A4CF-D5065DC95C20}" type="pres">
      <dgm:prSet presAssocID="{F9D2F2A8-00EE-4121-BA34-109D2AB5DEE4}" presName="compositeShape" presStyleCnt="0">
        <dgm:presLayoutVars>
          <dgm:chMax val="7"/>
          <dgm:dir/>
          <dgm:resizeHandles val="exact"/>
        </dgm:presLayoutVars>
      </dgm:prSet>
      <dgm:spPr/>
    </dgm:pt>
    <dgm:pt modelId="{AE32CB0F-D009-4338-99D1-FB46314943F0}" type="pres">
      <dgm:prSet presAssocID="{1264019C-AB5F-458D-94B8-8D8FC056EAAF}" presName="circ1" presStyleLbl="vennNode1" presStyleIdx="0" presStyleCnt="7"/>
      <dgm:spPr/>
    </dgm:pt>
    <dgm:pt modelId="{322DAA5D-E6D9-4EEB-934E-043ED16F29C2}" type="pres">
      <dgm:prSet presAssocID="{1264019C-AB5F-458D-94B8-8D8FC056EAA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2537D7-1064-4219-A28E-7FCFFBA5290B}" type="pres">
      <dgm:prSet presAssocID="{7DD3044D-3575-41A4-BF2D-D68C1F28A75F}" presName="circ2" presStyleLbl="vennNode1" presStyleIdx="1" presStyleCnt="7"/>
      <dgm:spPr/>
    </dgm:pt>
    <dgm:pt modelId="{19A9E765-33FB-443B-AA9A-E6630E6DA2AB}" type="pres">
      <dgm:prSet presAssocID="{7DD3044D-3575-41A4-BF2D-D68C1F28A75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A3D45B-5EFC-4F67-A2F4-FF10E593E489}" type="pres">
      <dgm:prSet presAssocID="{CF2927DF-C437-40F3-B4A8-3A5E6E2559A7}" presName="circ3" presStyleLbl="vennNode1" presStyleIdx="2" presStyleCnt="7"/>
      <dgm:spPr/>
    </dgm:pt>
    <dgm:pt modelId="{0D1B6D21-E881-47F8-9711-13EF5D2B54F8}" type="pres">
      <dgm:prSet presAssocID="{CF2927DF-C437-40F3-B4A8-3A5E6E2559A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951A60-C564-48BA-845D-5895D61909B9}" type="pres">
      <dgm:prSet presAssocID="{8B83D014-E4DB-4F1A-B278-AA1517628676}" presName="circ4" presStyleLbl="vennNode1" presStyleIdx="3" presStyleCnt="7"/>
      <dgm:spPr/>
    </dgm:pt>
    <dgm:pt modelId="{2B2BE9F5-D1AF-4CCE-A522-F568F3396BD7}" type="pres">
      <dgm:prSet presAssocID="{8B83D014-E4DB-4F1A-B278-AA151762867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0839418-614A-4AEA-B80E-98A725E1D9BD}" type="pres">
      <dgm:prSet presAssocID="{01E5C0C2-17FC-4D37-AA1D-E5EC0B15FD77}" presName="circ5" presStyleLbl="vennNode1" presStyleIdx="4" presStyleCnt="7"/>
      <dgm:spPr/>
    </dgm:pt>
    <dgm:pt modelId="{56DA4363-EBA6-46AB-AAA3-57C16160A34A}" type="pres">
      <dgm:prSet presAssocID="{01E5C0C2-17FC-4D37-AA1D-E5EC0B15FD7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710A02-D336-4E20-BFE1-B8B03562C519}" type="pres">
      <dgm:prSet presAssocID="{9502CFA6-62F0-494A-99F2-108209CDE585}" presName="circ6" presStyleLbl="vennNode1" presStyleIdx="5" presStyleCnt="7"/>
      <dgm:spPr/>
    </dgm:pt>
    <dgm:pt modelId="{4D686AFB-F177-4F67-8737-B3BEC5494A02}" type="pres">
      <dgm:prSet presAssocID="{9502CFA6-62F0-494A-99F2-108209CDE585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B265F1-BFCC-4A3A-832E-B2D415144E9E}" type="pres">
      <dgm:prSet presAssocID="{3411448E-8A98-4CB6-9ABC-A01B8E03D6AD}" presName="circ7" presStyleLbl="vennNode1" presStyleIdx="6" presStyleCnt="7"/>
      <dgm:spPr/>
    </dgm:pt>
    <dgm:pt modelId="{5DFADEA4-10B7-4295-81F3-89C72B05F003}" type="pres">
      <dgm:prSet presAssocID="{3411448E-8A98-4CB6-9ABC-A01B8E03D6AD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3736A03-F7E1-4A94-8CDB-DFAD95D7F15D}" srcId="{F9D2F2A8-00EE-4121-BA34-109D2AB5DEE4}" destId="{CF2927DF-C437-40F3-B4A8-3A5E6E2559A7}" srcOrd="2" destOrd="0" parTransId="{5F02A671-6366-4EE5-8758-897E987EB147}" sibTransId="{D924056F-6B01-4805-8AA7-43C3E06CE5AC}"/>
    <dgm:cxn modelId="{E211F21F-1433-4A24-8C84-3A4F13AC4291}" type="presOf" srcId="{9502CFA6-62F0-494A-99F2-108209CDE585}" destId="{4D686AFB-F177-4F67-8737-B3BEC5494A02}" srcOrd="0" destOrd="0" presId="urn:microsoft.com/office/officeart/2005/8/layout/venn1"/>
    <dgm:cxn modelId="{5AF54E2D-9701-405C-991B-1E2B736E321C}" srcId="{F9D2F2A8-00EE-4121-BA34-109D2AB5DEE4}" destId="{01E5C0C2-17FC-4D37-AA1D-E5EC0B15FD77}" srcOrd="4" destOrd="0" parTransId="{3B9D3127-9B40-40AA-AD82-D4679A031B9C}" sibTransId="{7F9903CF-63F4-4403-8F51-EE563971B15B}"/>
    <dgm:cxn modelId="{C3BF7645-D9B0-41E3-AE4F-1ECA09E1177F}" srcId="{F9D2F2A8-00EE-4121-BA34-109D2AB5DEE4}" destId="{9502CFA6-62F0-494A-99F2-108209CDE585}" srcOrd="5" destOrd="0" parTransId="{1A979D88-D6F7-4CB8-BD9C-3C44F4A12A4E}" sibTransId="{0341E5D6-8F96-40EA-B956-27D706C8022C}"/>
    <dgm:cxn modelId="{EBFC9A4F-F771-40AE-AFB4-6142BCDB1128}" type="presOf" srcId="{7DD3044D-3575-41A4-BF2D-D68C1F28A75F}" destId="{19A9E765-33FB-443B-AA9A-E6630E6DA2AB}" srcOrd="0" destOrd="0" presId="urn:microsoft.com/office/officeart/2005/8/layout/venn1"/>
    <dgm:cxn modelId="{08549155-4472-41DB-BB39-C3F9D9713261}" srcId="{F9D2F2A8-00EE-4121-BA34-109D2AB5DEE4}" destId="{3411448E-8A98-4CB6-9ABC-A01B8E03D6AD}" srcOrd="6" destOrd="0" parTransId="{13A6269A-3E08-4996-88B9-EE6B88F6457C}" sibTransId="{988AD892-01F5-4179-AEAB-E8CAF668C78E}"/>
    <dgm:cxn modelId="{2360077B-9920-4C83-8119-1C585E19EACC}" type="presOf" srcId="{CF2927DF-C437-40F3-B4A8-3A5E6E2559A7}" destId="{0D1B6D21-E881-47F8-9711-13EF5D2B54F8}" srcOrd="0" destOrd="0" presId="urn:microsoft.com/office/officeart/2005/8/layout/venn1"/>
    <dgm:cxn modelId="{4E8DCE83-6B1E-4050-9590-818570E9C9FF}" srcId="{F9D2F2A8-00EE-4121-BA34-109D2AB5DEE4}" destId="{1264019C-AB5F-458D-94B8-8D8FC056EAAF}" srcOrd="0" destOrd="0" parTransId="{8A263200-24E5-4DEC-A95B-270975CA4746}" sibTransId="{96221AA2-24A0-4A6E-8C84-872151A4A429}"/>
    <dgm:cxn modelId="{07B3B385-A583-4F13-9353-4A724204ECAD}" type="presOf" srcId="{F9D2F2A8-00EE-4121-BA34-109D2AB5DEE4}" destId="{122C2D83-3165-45A5-A4CF-D5065DC95C20}" srcOrd="0" destOrd="0" presId="urn:microsoft.com/office/officeart/2005/8/layout/venn1"/>
    <dgm:cxn modelId="{0A08B88D-549F-474C-B9B2-CC51F190EE88}" type="presOf" srcId="{3411448E-8A98-4CB6-9ABC-A01B8E03D6AD}" destId="{5DFADEA4-10B7-4295-81F3-89C72B05F003}" srcOrd="0" destOrd="0" presId="urn:microsoft.com/office/officeart/2005/8/layout/venn1"/>
    <dgm:cxn modelId="{3EF6D99D-3182-40AF-BE60-CA6919D742BB}" srcId="{F9D2F2A8-00EE-4121-BA34-109D2AB5DEE4}" destId="{8B83D014-E4DB-4F1A-B278-AA1517628676}" srcOrd="3" destOrd="0" parTransId="{F7F5A404-C742-4AF0-B5AD-6AC502E85F62}" sibTransId="{820BAD04-0ACF-40FA-87DD-A6528D5EB5A6}"/>
    <dgm:cxn modelId="{AB3EF6B5-CA59-48BF-9181-D2127286B54E}" type="presOf" srcId="{8B83D014-E4DB-4F1A-B278-AA1517628676}" destId="{2B2BE9F5-D1AF-4CCE-A522-F568F3396BD7}" srcOrd="0" destOrd="0" presId="urn:microsoft.com/office/officeart/2005/8/layout/venn1"/>
    <dgm:cxn modelId="{05EA34B6-FCD7-4169-B373-7FEE71664569}" type="presOf" srcId="{1264019C-AB5F-458D-94B8-8D8FC056EAAF}" destId="{322DAA5D-E6D9-4EEB-934E-043ED16F29C2}" srcOrd="0" destOrd="0" presId="urn:microsoft.com/office/officeart/2005/8/layout/venn1"/>
    <dgm:cxn modelId="{99EBCDBA-66E0-4E89-9004-C733B91AB064}" srcId="{F9D2F2A8-00EE-4121-BA34-109D2AB5DEE4}" destId="{7DD3044D-3575-41A4-BF2D-D68C1F28A75F}" srcOrd="1" destOrd="0" parTransId="{6E029AE7-B67D-49E5-A235-80EE7857B85A}" sibTransId="{78AC07CF-99BA-479F-89B4-B31036260B64}"/>
    <dgm:cxn modelId="{00DB81C3-120C-4011-B855-41D421A166AB}" srcId="{F9D2F2A8-00EE-4121-BA34-109D2AB5DEE4}" destId="{16EFBEC2-EA99-47B0-ABEF-760DCCE06E3E}" srcOrd="7" destOrd="0" parTransId="{432941BA-82EE-472E-8D5E-31442989ACC3}" sibTransId="{1BB970D6-EC62-4117-ACBF-4B35D355BD9C}"/>
    <dgm:cxn modelId="{64E403E8-3E47-4ED3-93EC-5B1619D1328C}" type="presOf" srcId="{01E5C0C2-17FC-4D37-AA1D-E5EC0B15FD77}" destId="{56DA4363-EBA6-46AB-AAA3-57C16160A34A}" srcOrd="0" destOrd="0" presId="urn:microsoft.com/office/officeart/2005/8/layout/venn1"/>
    <dgm:cxn modelId="{9B6CEE55-B25D-4D5B-8863-30EE90C32F81}" type="presParOf" srcId="{122C2D83-3165-45A5-A4CF-D5065DC95C20}" destId="{AE32CB0F-D009-4338-99D1-FB46314943F0}" srcOrd="0" destOrd="0" presId="urn:microsoft.com/office/officeart/2005/8/layout/venn1"/>
    <dgm:cxn modelId="{11E69E6C-D0A7-4A73-B463-031A549F63F6}" type="presParOf" srcId="{122C2D83-3165-45A5-A4CF-D5065DC95C20}" destId="{322DAA5D-E6D9-4EEB-934E-043ED16F29C2}" srcOrd="1" destOrd="0" presId="urn:microsoft.com/office/officeart/2005/8/layout/venn1"/>
    <dgm:cxn modelId="{0790A94E-3614-4124-B4F4-141755A49F67}" type="presParOf" srcId="{122C2D83-3165-45A5-A4CF-D5065DC95C20}" destId="{332537D7-1064-4219-A28E-7FCFFBA5290B}" srcOrd="2" destOrd="0" presId="urn:microsoft.com/office/officeart/2005/8/layout/venn1"/>
    <dgm:cxn modelId="{C2525A42-A7C4-4E65-AD92-55D6119D78D8}" type="presParOf" srcId="{122C2D83-3165-45A5-A4CF-D5065DC95C20}" destId="{19A9E765-33FB-443B-AA9A-E6630E6DA2AB}" srcOrd="3" destOrd="0" presId="urn:microsoft.com/office/officeart/2005/8/layout/venn1"/>
    <dgm:cxn modelId="{1B787FB6-E1D1-432D-8819-7BD09AA78A6B}" type="presParOf" srcId="{122C2D83-3165-45A5-A4CF-D5065DC95C20}" destId="{2FA3D45B-5EFC-4F67-A2F4-FF10E593E489}" srcOrd="4" destOrd="0" presId="urn:microsoft.com/office/officeart/2005/8/layout/venn1"/>
    <dgm:cxn modelId="{C1957923-9C69-4FA3-95A4-D0979E959B1B}" type="presParOf" srcId="{122C2D83-3165-45A5-A4CF-D5065DC95C20}" destId="{0D1B6D21-E881-47F8-9711-13EF5D2B54F8}" srcOrd="5" destOrd="0" presId="urn:microsoft.com/office/officeart/2005/8/layout/venn1"/>
    <dgm:cxn modelId="{45583780-B450-4B13-98F6-7D7AD96C1548}" type="presParOf" srcId="{122C2D83-3165-45A5-A4CF-D5065DC95C20}" destId="{8C951A60-C564-48BA-845D-5895D61909B9}" srcOrd="6" destOrd="0" presId="urn:microsoft.com/office/officeart/2005/8/layout/venn1"/>
    <dgm:cxn modelId="{DA9113B9-FC75-4F60-B7CE-9C1C05B97146}" type="presParOf" srcId="{122C2D83-3165-45A5-A4CF-D5065DC95C20}" destId="{2B2BE9F5-D1AF-4CCE-A522-F568F3396BD7}" srcOrd="7" destOrd="0" presId="urn:microsoft.com/office/officeart/2005/8/layout/venn1"/>
    <dgm:cxn modelId="{CF984D6A-830D-4480-95A3-AE8830CE5586}" type="presParOf" srcId="{122C2D83-3165-45A5-A4CF-D5065DC95C20}" destId="{10839418-614A-4AEA-B80E-98A725E1D9BD}" srcOrd="8" destOrd="0" presId="urn:microsoft.com/office/officeart/2005/8/layout/venn1"/>
    <dgm:cxn modelId="{D2CD3C70-ADF2-4150-8263-86027FF6BB43}" type="presParOf" srcId="{122C2D83-3165-45A5-A4CF-D5065DC95C20}" destId="{56DA4363-EBA6-46AB-AAA3-57C16160A34A}" srcOrd="9" destOrd="0" presId="urn:microsoft.com/office/officeart/2005/8/layout/venn1"/>
    <dgm:cxn modelId="{5C5FF211-AC3F-477D-AD58-BABE0EF9AD42}" type="presParOf" srcId="{122C2D83-3165-45A5-A4CF-D5065DC95C20}" destId="{65710A02-D336-4E20-BFE1-B8B03562C519}" srcOrd="10" destOrd="0" presId="urn:microsoft.com/office/officeart/2005/8/layout/venn1"/>
    <dgm:cxn modelId="{EFA5304A-CBCE-4910-B414-C3F8004A18DC}" type="presParOf" srcId="{122C2D83-3165-45A5-A4CF-D5065DC95C20}" destId="{4D686AFB-F177-4F67-8737-B3BEC5494A02}" srcOrd="11" destOrd="0" presId="urn:microsoft.com/office/officeart/2005/8/layout/venn1"/>
    <dgm:cxn modelId="{EF684F22-EE19-4793-A445-4EF4FE1774A9}" type="presParOf" srcId="{122C2D83-3165-45A5-A4CF-D5065DC95C20}" destId="{F2B265F1-BFCC-4A3A-832E-B2D415144E9E}" srcOrd="12" destOrd="0" presId="urn:microsoft.com/office/officeart/2005/8/layout/venn1"/>
    <dgm:cxn modelId="{0526DE36-849E-4019-B114-4B74C386729A}" type="presParOf" srcId="{122C2D83-3165-45A5-A4CF-D5065DC95C20}" destId="{5DFADEA4-10B7-4295-81F3-89C72B05F00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8D24FB-2AFB-46E6-A8DA-F89C6441530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ACFD514-AB13-4592-AAC0-1AC457A0220C}">
      <dgm:prSet custT="1"/>
      <dgm:spPr/>
      <dgm:t>
        <a:bodyPr/>
        <a:lstStyle/>
        <a:p>
          <a:r>
            <a:rPr lang="en-IN" sz="1800" dirty="0"/>
            <a:t>Prevents rework.</a:t>
          </a:r>
        </a:p>
      </dgm:t>
    </dgm:pt>
    <dgm:pt modelId="{53946648-34C2-45F0-833F-9C2900408AE8}" type="parTrans" cxnId="{D82E9CA0-9BE5-4C5A-BC2A-699E9407F6D8}">
      <dgm:prSet/>
      <dgm:spPr/>
      <dgm:t>
        <a:bodyPr/>
        <a:lstStyle/>
        <a:p>
          <a:endParaRPr lang="en-IN"/>
        </a:p>
      </dgm:t>
    </dgm:pt>
    <dgm:pt modelId="{A531F9DC-3799-4A01-BB4F-D50EE9381099}" type="sibTrans" cxnId="{D82E9CA0-9BE5-4C5A-BC2A-699E9407F6D8}">
      <dgm:prSet/>
      <dgm:spPr/>
      <dgm:t>
        <a:bodyPr/>
        <a:lstStyle/>
        <a:p>
          <a:endParaRPr lang="en-IN"/>
        </a:p>
      </dgm:t>
    </dgm:pt>
    <dgm:pt modelId="{BEAF3F1F-4FEB-4B0D-98FF-8800C78F4693}">
      <dgm:prSet custT="1"/>
      <dgm:spPr/>
      <dgm:t>
        <a:bodyPr/>
        <a:lstStyle/>
        <a:p>
          <a:r>
            <a:rPr lang="en-IN" sz="1800" dirty="0"/>
            <a:t>Ensures correct system development.</a:t>
          </a:r>
        </a:p>
      </dgm:t>
    </dgm:pt>
    <dgm:pt modelId="{DD58E545-12A6-4403-AEDC-29E14401BB7F}" type="parTrans" cxnId="{1798AA77-C271-4F25-B410-5F20F2FFEEBA}">
      <dgm:prSet/>
      <dgm:spPr/>
      <dgm:t>
        <a:bodyPr/>
        <a:lstStyle/>
        <a:p>
          <a:endParaRPr lang="en-IN"/>
        </a:p>
      </dgm:t>
    </dgm:pt>
    <dgm:pt modelId="{9C0B043D-8AC6-4574-BAB5-23CE46A9BD99}" type="sibTrans" cxnId="{1798AA77-C271-4F25-B410-5F20F2FFEEBA}">
      <dgm:prSet/>
      <dgm:spPr/>
      <dgm:t>
        <a:bodyPr/>
        <a:lstStyle/>
        <a:p>
          <a:endParaRPr lang="en-IN"/>
        </a:p>
      </dgm:t>
    </dgm:pt>
    <dgm:pt modelId="{451FB28F-A1C9-4DE3-8CAF-43645CDC0171}">
      <dgm:prSet custT="1"/>
      <dgm:spPr/>
      <dgm:t>
        <a:bodyPr/>
        <a:lstStyle/>
        <a:p>
          <a:r>
            <a:rPr lang="en-IN" sz="1800" dirty="0"/>
            <a:t>Supports planning and testing.</a:t>
          </a:r>
        </a:p>
      </dgm:t>
    </dgm:pt>
    <dgm:pt modelId="{BE0A904E-C95D-42FB-AD59-55FF8CC2F1E4}" type="parTrans" cxnId="{0BB101B3-A8FA-4368-8E58-20D3B552D77D}">
      <dgm:prSet/>
      <dgm:spPr/>
      <dgm:t>
        <a:bodyPr/>
        <a:lstStyle/>
        <a:p>
          <a:endParaRPr lang="en-IN"/>
        </a:p>
      </dgm:t>
    </dgm:pt>
    <dgm:pt modelId="{F3CD064F-4611-4A36-92E8-22E7BF10D36C}" type="sibTrans" cxnId="{0BB101B3-A8FA-4368-8E58-20D3B552D77D}">
      <dgm:prSet/>
      <dgm:spPr/>
      <dgm:t>
        <a:bodyPr/>
        <a:lstStyle/>
        <a:p>
          <a:endParaRPr lang="en-IN"/>
        </a:p>
      </dgm:t>
    </dgm:pt>
    <dgm:pt modelId="{B043B642-D964-4353-90EC-E095F363A62B}">
      <dgm:prSet custT="1"/>
      <dgm:spPr/>
      <dgm:t>
        <a:bodyPr/>
        <a:lstStyle/>
        <a:p>
          <a:r>
            <a:rPr lang="en-IN" sz="1800" dirty="0"/>
            <a:t>Reduces project risks.</a:t>
          </a:r>
        </a:p>
      </dgm:t>
    </dgm:pt>
    <dgm:pt modelId="{A9532843-0693-4AFE-85A0-26BFDAE831FD}" type="parTrans" cxnId="{2F6B5746-F5E1-45B5-9CC2-7C14118901AB}">
      <dgm:prSet/>
      <dgm:spPr/>
      <dgm:t>
        <a:bodyPr/>
        <a:lstStyle/>
        <a:p>
          <a:endParaRPr lang="en-IN"/>
        </a:p>
      </dgm:t>
    </dgm:pt>
    <dgm:pt modelId="{4EDD0CB9-10C2-4116-BB1D-906F65CC4E64}" type="sibTrans" cxnId="{2F6B5746-F5E1-45B5-9CC2-7C14118901AB}">
      <dgm:prSet/>
      <dgm:spPr/>
      <dgm:t>
        <a:bodyPr/>
        <a:lstStyle/>
        <a:p>
          <a:endParaRPr lang="en-IN"/>
        </a:p>
      </dgm:t>
    </dgm:pt>
    <dgm:pt modelId="{FE0C09F1-4217-4822-9AD6-8B942B707E24}" type="pres">
      <dgm:prSet presAssocID="{C48D24FB-2AFB-46E6-A8DA-F89C6441530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9C9739A-4835-4B52-858A-45B2B96306A6}" type="pres">
      <dgm:prSet presAssocID="{5ACFD514-AB13-4592-AAC0-1AC457A0220C}" presName="root1" presStyleCnt="0"/>
      <dgm:spPr/>
    </dgm:pt>
    <dgm:pt modelId="{C4D6FCCC-3486-4041-A8A6-413825AAEEC6}" type="pres">
      <dgm:prSet presAssocID="{5ACFD514-AB13-4592-AAC0-1AC457A0220C}" presName="LevelOneTextNode" presStyleLbl="node0" presStyleIdx="0" presStyleCnt="4" custScaleX="186677">
        <dgm:presLayoutVars>
          <dgm:chPref val="3"/>
        </dgm:presLayoutVars>
      </dgm:prSet>
      <dgm:spPr/>
    </dgm:pt>
    <dgm:pt modelId="{497E0E83-EDFE-4899-86AB-B9C373BB20CF}" type="pres">
      <dgm:prSet presAssocID="{5ACFD514-AB13-4592-AAC0-1AC457A0220C}" presName="level2hierChild" presStyleCnt="0"/>
      <dgm:spPr/>
    </dgm:pt>
    <dgm:pt modelId="{84C9FA54-4C4B-4C97-BF1F-DB36008B78BE}" type="pres">
      <dgm:prSet presAssocID="{BEAF3F1F-4FEB-4B0D-98FF-8800C78F4693}" presName="root1" presStyleCnt="0"/>
      <dgm:spPr/>
    </dgm:pt>
    <dgm:pt modelId="{2AA28C07-7C3A-4E68-9D24-DD0785F15A1F}" type="pres">
      <dgm:prSet presAssocID="{BEAF3F1F-4FEB-4B0D-98FF-8800C78F4693}" presName="LevelOneTextNode" presStyleLbl="node0" presStyleIdx="1" presStyleCnt="4" custScaleX="186677">
        <dgm:presLayoutVars>
          <dgm:chPref val="3"/>
        </dgm:presLayoutVars>
      </dgm:prSet>
      <dgm:spPr/>
    </dgm:pt>
    <dgm:pt modelId="{3F6466EC-C4E6-4FBA-BFCB-249970AE8532}" type="pres">
      <dgm:prSet presAssocID="{BEAF3F1F-4FEB-4B0D-98FF-8800C78F4693}" presName="level2hierChild" presStyleCnt="0"/>
      <dgm:spPr/>
    </dgm:pt>
    <dgm:pt modelId="{78F644A3-EA3E-4D1B-AE81-26BA554EE35B}" type="pres">
      <dgm:prSet presAssocID="{451FB28F-A1C9-4DE3-8CAF-43645CDC0171}" presName="root1" presStyleCnt="0"/>
      <dgm:spPr/>
    </dgm:pt>
    <dgm:pt modelId="{6DF4DB38-6FB5-463F-B5F7-001C02B8A864}" type="pres">
      <dgm:prSet presAssocID="{451FB28F-A1C9-4DE3-8CAF-43645CDC0171}" presName="LevelOneTextNode" presStyleLbl="node0" presStyleIdx="2" presStyleCnt="4" custScaleX="186677">
        <dgm:presLayoutVars>
          <dgm:chPref val="3"/>
        </dgm:presLayoutVars>
      </dgm:prSet>
      <dgm:spPr/>
    </dgm:pt>
    <dgm:pt modelId="{AF3FD728-42A3-4162-8715-39EAF7EC0DC6}" type="pres">
      <dgm:prSet presAssocID="{451FB28F-A1C9-4DE3-8CAF-43645CDC0171}" presName="level2hierChild" presStyleCnt="0"/>
      <dgm:spPr/>
    </dgm:pt>
    <dgm:pt modelId="{28E9ECF4-597B-48F5-B72F-BA06AFD23FF9}" type="pres">
      <dgm:prSet presAssocID="{B043B642-D964-4353-90EC-E095F363A62B}" presName="root1" presStyleCnt="0"/>
      <dgm:spPr/>
    </dgm:pt>
    <dgm:pt modelId="{BB6B9642-83DE-4FC6-A8CF-1E5448D6AD43}" type="pres">
      <dgm:prSet presAssocID="{B043B642-D964-4353-90EC-E095F363A62B}" presName="LevelOneTextNode" presStyleLbl="node0" presStyleIdx="3" presStyleCnt="4" custScaleX="186677">
        <dgm:presLayoutVars>
          <dgm:chPref val="3"/>
        </dgm:presLayoutVars>
      </dgm:prSet>
      <dgm:spPr/>
    </dgm:pt>
    <dgm:pt modelId="{D6CD0FFE-7392-448F-AB75-FBFCCDDE1F6D}" type="pres">
      <dgm:prSet presAssocID="{B043B642-D964-4353-90EC-E095F363A62B}" presName="level2hierChild" presStyleCnt="0"/>
      <dgm:spPr/>
    </dgm:pt>
  </dgm:ptLst>
  <dgm:cxnLst>
    <dgm:cxn modelId="{021A3D06-255A-49AF-9F48-D21AF9C9EE6E}" type="presOf" srcId="{C48D24FB-2AFB-46E6-A8DA-F89C64415305}" destId="{FE0C09F1-4217-4822-9AD6-8B942B707E24}" srcOrd="0" destOrd="0" presId="urn:microsoft.com/office/officeart/2005/8/layout/hierarchy2"/>
    <dgm:cxn modelId="{2F6B5746-F5E1-45B5-9CC2-7C14118901AB}" srcId="{C48D24FB-2AFB-46E6-A8DA-F89C64415305}" destId="{B043B642-D964-4353-90EC-E095F363A62B}" srcOrd="3" destOrd="0" parTransId="{A9532843-0693-4AFE-85A0-26BFDAE831FD}" sibTransId="{4EDD0CB9-10C2-4116-BB1D-906F65CC4E64}"/>
    <dgm:cxn modelId="{1798AA77-C271-4F25-B410-5F20F2FFEEBA}" srcId="{C48D24FB-2AFB-46E6-A8DA-F89C64415305}" destId="{BEAF3F1F-4FEB-4B0D-98FF-8800C78F4693}" srcOrd="1" destOrd="0" parTransId="{DD58E545-12A6-4403-AEDC-29E14401BB7F}" sibTransId="{9C0B043D-8AC6-4574-BAB5-23CE46A9BD99}"/>
    <dgm:cxn modelId="{B7882186-B637-4635-A25F-D15255568545}" type="presOf" srcId="{B043B642-D964-4353-90EC-E095F363A62B}" destId="{BB6B9642-83DE-4FC6-A8CF-1E5448D6AD43}" srcOrd="0" destOrd="0" presId="urn:microsoft.com/office/officeart/2005/8/layout/hierarchy2"/>
    <dgm:cxn modelId="{68B4FB95-A31E-42FF-AE3A-0F9D6D857218}" type="presOf" srcId="{451FB28F-A1C9-4DE3-8CAF-43645CDC0171}" destId="{6DF4DB38-6FB5-463F-B5F7-001C02B8A864}" srcOrd="0" destOrd="0" presId="urn:microsoft.com/office/officeart/2005/8/layout/hierarchy2"/>
    <dgm:cxn modelId="{D82E9CA0-9BE5-4C5A-BC2A-699E9407F6D8}" srcId="{C48D24FB-2AFB-46E6-A8DA-F89C64415305}" destId="{5ACFD514-AB13-4592-AAC0-1AC457A0220C}" srcOrd="0" destOrd="0" parTransId="{53946648-34C2-45F0-833F-9C2900408AE8}" sibTransId="{A531F9DC-3799-4A01-BB4F-D50EE9381099}"/>
    <dgm:cxn modelId="{0BB101B3-A8FA-4368-8E58-20D3B552D77D}" srcId="{C48D24FB-2AFB-46E6-A8DA-F89C64415305}" destId="{451FB28F-A1C9-4DE3-8CAF-43645CDC0171}" srcOrd="2" destOrd="0" parTransId="{BE0A904E-C95D-42FB-AD59-55FF8CC2F1E4}" sibTransId="{F3CD064F-4611-4A36-92E8-22E7BF10D36C}"/>
    <dgm:cxn modelId="{0BB6D7C6-CF69-49D6-BBD1-87A25B56B175}" type="presOf" srcId="{BEAF3F1F-4FEB-4B0D-98FF-8800C78F4693}" destId="{2AA28C07-7C3A-4E68-9D24-DD0785F15A1F}" srcOrd="0" destOrd="0" presId="urn:microsoft.com/office/officeart/2005/8/layout/hierarchy2"/>
    <dgm:cxn modelId="{C1FF26FD-4321-4336-BDA5-B69D789FFAAB}" type="presOf" srcId="{5ACFD514-AB13-4592-AAC0-1AC457A0220C}" destId="{C4D6FCCC-3486-4041-A8A6-413825AAEEC6}" srcOrd="0" destOrd="0" presId="urn:microsoft.com/office/officeart/2005/8/layout/hierarchy2"/>
    <dgm:cxn modelId="{EC575B49-7116-4C4F-8CCB-7B8AA88A719E}" type="presParOf" srcId="{FE0C09F1-4217-4822-9AD6-8B942B707E24}" destId="{C9C9739A-4835-4B52-858A-45B2B96306A6}" srcOrd="0" destOrd="0" presId="urn:microsoft.com/office/officeart/2005/8/layout/hierarchy2"/>
    <dgm:cxn modelId="{9743E9B5-8D05-4060-91DE-658AE799FC8E}" type="presParOf" srcId="{C9C9739A-4835-4B52-858A-45B2B96306A6}" destId="{C4D6FCCC-3486-4041-A8A6-413825AAEEC6}" srcOrd="0" destOrd="0" presId="urn:microsoft.com/office/officeart/2005/8/layout/hierarchy2"/>
    <dgm:cxn modelId="{C587FF96-269F-4EFC-9D9D-4FDE3E9E5F39}" type="presParOf" srcId="{C9C9739A-4835-4B52-858A-45B2B96306A6}" destId="{497E0E83-EDFE-4899-86AB-B9C373BB20CF}" srcOrd="1" destOrd="0" presId="urn:microsoft.com/office/officeart/2005/8/layout/hierarchy2"/>
    <dgm:cxn modelId="{138210EF-4772-46D7-96B6-6FFA027579A8}" type="presParOf" srcId="{FE0C09F1-4217-4822-9AD6-8B942B707E24}" destId="{84C9FA54-4C4B-4C97-BF1F-DB36008B78BE}" srcOrd="1" destOrd="0" presId="urn:microsoft.com/office/officeart/2005/8/layout/hierarchy2"/>
    <dgm:cxn modelId="{1A19162A-8D11-423E-A028-02CC90F1FCAA}" type="presParOf" srcId="{84C9FA54-4C4B-4C97-BF1F-DB36008B78BE}" destId="{2AA28C07-7C3A-4E68-9D24-DD0785F15A1F}" srcOrd="0" destOrd="0" presId="urn:microsoft.com/office/officeart/2005/8/layout/hierarchy2"/>
    <dgm:cxn modelId="{B5F398F1-19A9-4B0B-AF36-F76A1C93E96F}" type="presParOf" srcId="{84C9FA54-4C4B-4C97-BF1F-DB36008B78BE}" destId="{3F6466EC-C4E6-4FBA-BFCB-249970AE8532}" srcOrd="1" destOrd="0" presId="urn:microsoft.com/office/officeart/2005/8/layout/hierarchy2"/>
    <dgm:cxn modelId="{B1305114-609F-41DB-B151-C9ACA10946FD}" type="presParOf" srcId="{FE0C09F1-4217-4822-9AD6-8B942B707E24}" destId="{78F644A3-EA3E-4D1B-AE81-26BA554EE35B}" srcOrd="2" destOrd="0" presId="urn:microsoft.com/office/officeart/2005/8/layout/hierarchy2"/>
    <dgm:cxn modelId="{3182D801-CADA-4AD8-B5A9-9FCBFC8B2233}" type="presParOf" srcId="{78F644A3-EA3E-4D1B-AE81-26BA554EE35B}" destId="{6DF4DB38-6FB5-463F-B5F7-001C02B8A864}" srcOrd="0" destOrd="0" presId="urn:microsoft.com/office/officeart/2005/8/layout/hierarchy2"/>
    <dgm:cxn modelId="{9B5501E5-7EFE-42BA-A7EF-CFB846C02FF5}" type="presParOf" srcId="{78F644A3-EA3E-4D1B-AE81-26BA554EE35B}" destId="{AF3FD728-42A3-4162-8715-39EAF7EC0DC6}" srcOrd="1" destOrd="0" presId="urn:microsoft.com/office/officeart/2005/8/layout/hierarchy2"/>
    <dgm:cxn modelId="{CDB415F8-BE0B-472C-965A-E8924114AF81}" type="presParOf" srcId="{FE0C09F1-4217-4822-9AD6-8B942B707E24}" destId="{28E9ECF4-597B-48F5-B72F-BA06AFD23FF9}" srcOrd="3" destOrd="0" presId="urn:microsoft.com/office/officeart/2005/8/layout/hierarchy2"/>
    <dgm:cxn modelId="{9F35CB59-2403-4319-81A4-D3317551FE2C}" type="presParOf" srcId="{28E9ECF4-597B-48F5-B72F-BA06AFD23FF9}" destId="{BB6B9642-83DE-4FC6-A8CF-1E5448D6AD43}" srcOrd="0" destOrd="0" presId="urn:microsoft.com/office/officeart/2005/8/layout/hierarchy2"/>
    <dgm:cxn modelId="{14583125-440D-42DF-9403-615658F9A606}" type="presParOf" srcId="{28E9ECF4-597B-48F5-B72F-BA06AFD23FF9}" destId="{D6CD0FFE-7392-448F-AB75-FBFCCDDE1F6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50C48-1B0E-4CA7-87D1-A0C0DD9EDDCE}">
      <dsp:nvSpPr>
        <dsp:cNvPr id="0" name=""/>
        <dsp:cNvSpPr/>
      </dsp:nvSpPr>
      <dsp:spPr>
        <a:xfrm>
          <a:off x="0" y="19709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Understand user needs in detail</a:t>
          </a:r>
          <a:endParaRPr lang="en-IN" sz="1700" kern="1200"/>
        </a:p>
      </dsp:txBody>
      <dsp:txXfrm>
        <a:off x="19904" y="39613"/>
        <a:ext cx="5492311" cy="367937"/>
      </dsp:txXfrm>
    </dsp:sp>
    <dsp:sp modelId="{7047FDAD-29AF-4DEB-93E4-613F0895E04E}">
      <dsp:nvSpPr>
        <dsp:cNvPr id="0" name=""/>
        <dsp:cNvSpPr/>
      </dsp:nvSpPr>
      <dsp:spPr>
        <a:xfrm>
          <a:off x="0" y="476414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Remove ambiguities and inconsistencies</a:t>
          </a:r>
          <a:endParaRPr lang="en-IN" sz="1700" kern="1200"/>
        </a:p>
      </dsp:txBody>
      <dsp:txXfrm>
        <a:off x="19904" y="496318"/>
        <a:ext cx="5492311" cy="367937"/>
      </dsp:txXfrm>
    </dsp:sp>
    <dsp:sp modelId="{44E0ACBA-0BEA-43B5-B207-819DEC99DA6A}">
      <dsp:nvSpPr>
        <dsp:cNvPr id="0" name=""/>
        <dsp:cNvSpPr/>
      </dsp:nvSpPr>
      <dsp:spPr>
        <a:xfrm>
          <a:off x="0" y="933119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Categorize requirements (functional / non-functional)</a:t>
          </a:r>
          <a:endParaRPr lang="en-IN" sz="1700" kern="1200"/>
        </a:p>
      </dsp:txBody>
      <dsp:txXfrm>
        <a:off x="19904" y="953023"/>
        <a:ext cx="5492311" cy="367937"/>
      </dsp:txXfrm>
    </dsp:sp>
    <dsp:sp modelId="{03654156-B6ED-4C8B-B3B9-C401787225E8}">
      <dsp:nvSpPr>
        <dsp:cNvPr id="0" name=""/>
        <dsp:cNvSpPr/>
      </dsp:nvSpPr>
      <dsp:spPr>
        <a:xfrm>
          <a:off x="0" y="1389824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Prioritize system features</a:t>
          </a:r>
          <a:endParaRPr lang="en-IN" sz="1700" kern="1200"/>
        </a:p>
      </dsp:txBody>
      <dsp:txXfrm>
        <a:off x="19904" y="1409728"/>
        <a:ext cx="5492311" cy="367937"/>
      </dsp:txXfrm>
    </dsp:sp>
    <dsp:sp modelId="{68CC88CA-54AA-42D1-98A8-7768F214F66C}">
      <dsp:nvSpPr>
        <dsp:cNvPr id="0" name=""/>
        <dsp:cNvSpPr/>
      </dsp:nvSpPr>
      <dsp:spPr>
        <a:xfrm>
          <a:off x="0" y="1846529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Detect conflicts among stakeholder requirements</a:t>
          </a:r>
          <a:endParaRPr lang="en-IN" sz="1700" kern="1200"/>
        </a:p>
      </dsp:txBody>
      <dsp:txXfrm>
        <a:off x="19904" y="1866433"/>
        <a:ext cx="5492311" cy="367937"/>
      </dsp:txXfrm>
    </dsp:sp>
    <dsp:sp modelId="{495E3BB3-CB92-4FEE-858B-23AA42E12E7D}">
      <dsp:nvSpPr>
        <dsp:cNvPr id="0" name=""/>
        <dsp:cNvSpPr/>
      </dsp:nvSpPr>
      <dsp:spPr>
        <a:xfrm>
          <a:off x="0" y="2303234"/>
          <a:ext cx="553211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Develop models to represent system behavior</a:t>
          </a:r>
          <a:endParaRPr lang="en-IN" sz="1700" kern="1200"/>
        </a:p>
      </dsp:txBody>
      <dsp:txXfrm>
        <a:off x="19904" y="2323138"/>
        <a:ext cx="5492311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1574-3091-448D-BC61-957652B36C9F}">
      <dsp:nvSpPr>
        <dsp:cNvPr id="0" name=""/>
        <dsp:cNvSpPr/>
      </dsp:nvSpPr>
      <dsp:spPr>
        <a:xfrm>
          <a:off x="462914" y="0"/>
          <a:ext cx="5246370" cy="339447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36766-53D8-4639-96CD-A388B5D9623E}">
      <dsp:nvSpPr>
        <dsp:cNvPr id="0" name=""/>
        <dsp:cNvSpPr/>
      </dsp:nvSpPr>
      <dsp:spPr>
        <a:xfrm>
          <a:off x="2712" y="1018341"/>
          <a:ext cx="1185918" cy="1357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• Requirement Modeling (DFD, UML, Use Cases).</a:t>
          </a:r>
        </a:p>
      </dsp:txBody>
      <dsp:txXfrm>
        <a:off x="60604" y="1076233"/>
        <a:ext cx="1070134" cy="1242004"/>
      </dsp:txXfrm>
    </dsp:sp>
    <dsp:sp modelId="{BFCA2950-F311-461F-B218-A26DF0C43AF9}">
      <dsp:nvSpPr>
        <dsp:cNvPr id="0" name=""/>
        <dsp:cNvSpPr/>
      </dsp:nvSpPr>
      <dsp:spPr>
        <a:xfrm>
          <a:off x="1247926" y="1018341"/>
          <a:ext cx="1185918" cy="1357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• Classification: Functional &amp; Non-functional.</a:t>
          </a:r>
        </a:p>
      </dsp:txBody>
      <dsp:txXfrm>
        <a:off x="1305818" y="1076233"/>
        <a:ext cx="1070134" cy="1242004"/>
      </dsp:txXfrm>
    </dsp:sp>
    <dsp:sp modelId="{C739EBE9-FA2D-4770-8F56-7DDD390B1E88}">
      <dsp:nvSpPr>
        <dsp:cNvPr id="0" name=""/>
        <dsp:cNvSpPr/>
      </dsp:nvSpPr>
      <dsp:spPr>
        <a:xfrm>
          <a:off x="2493140" y="1018341"/>
          <a:ext cx="1185918" cy="1357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• Conflict Resolution.</a:t>
          </a:r>
        </a:p>
      </dsp:txBody>
      <dsp:txXfrm>
        <a:off x="2551032" y="1076233"/>
        <a:ext cx="1070134" cy="1242004"/>
      </dsp:txXfrm>
    </dsp:sp>
    <dsp:sp modelId="{108F2567-1CC5-4228-A5F3-DCF6DEC2D0F3}">
      <dsp:nvSpPr>
        <dsp:cNvPr id="0" name=""/>
        <dsp:cNvSpPr/>
      </dsp:nvSpPr>
      <dsp:spPr>
        <a:xfrm>
          <a:off x="3738355" y="1018341"/>
          <a:ext cx="1185918" cy="1357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• Feasibility Analysis.</a:t>
          </a:r>
        </a:p>
      </dsp:txBody>
      <dsp:txXfrm>
        <a:off x="3796247" y="1076233"/>
        <a:ext cx="1070134" cy="1242004"/>
      </dsp:txXfrm>
    </dsp:sp>
    <dsp:sp modelId="{92E701DD-D774-4B33-B2D2-0CB1771DE07F}">
      <dsp:nvSpPr>
        <dsp:cNvPr id="0" name=""/>
        <dsp:cNvSpPr/>
      </dsp:nvSpPr>
      <dsp:spPr>
        <a:xfrm>
          <a:off x="4983569" y="1018341"/>
          <a:ext cx="1185918" cy="1357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• Prioritization (MoSCoW).</a:t>
          </a:r>
        </a:p>
      </dsp:txBody>
      <dsp:txXfrm>
        <a:off x="5041461" y="1076233"/>
        <a:ext cx="1070134" cy="12420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2DEE4-22DE-4C95-AEFF-67437AFAB369}">
      <dsp:nvSpPr>
        <dsp:cNvPr id="0" name=""/>
        <dsp:cNvSpPr/>
      </dsp:nvSpPr>
      <dsp:spPr>
        <a:xfrm>
          <a:off x="0" y="443507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Requirement Models (DFD, Use Cases, UML)</a:t>
          </a:r>
          <a:endParaRPr lang="en-IN" sz="2000" kern="1200"/>
        </a:p>
      </dsp:txBody>
      <dsp:txXfrm>
        <a:off x="0" y="443507"/>
        <a:ext cx="1928812" cy="1157287"/>
      </dsp:txXfrm>
    </dsp:sp>
    <dsp:sp modelId="{F713E83B-342E-4865-9920-0405F393894F}">
      <dsp:nvSpPr>
        <dsp:cNvPr id="0" name=""/>
        <dsp:cNvSpPr/>
      </dsp:nvSpPr>
      <dsp:spPr>
        <a:xfrm>
          <a:off x="2121693" y="443507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Refined Requirement List</a:t>
          </a:r>
          <a:endParaRPr lang="en-IN" sz="2000" kern="1200"/>
        </a:p>
      </dsp:txBody>
      <dsp:txXfrm>
        <a:off x="2121693" y="443507"/>
        <a:ext cx="1928812" cy="1157287"/>
      </dsp:txXfrm>
    </dsp:sp>
    <dsp:sp modelId="{4D5B8068-34A2-4788-A122-6F348A90BA9E}">
      <dsp:nvSpPr>
        <dsp:cNvPr id="0" name=""/>
        <dsp:cNvSpPr/>
      </dsp:nvSpPr>
      <dsp:spPr>
        <a:xfrm>
          <a:off x="4243387" y="443507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Conflicts Resolved</a:t>
          </a:r>
          <a:endParaRPr lang="en-IN" sz="2000" kern="1200"/>
        </a:p>
      </dsp:txBody>
      <dsp:txXfrm>
        <a:off x="4243387" y="443507"/>
        <a:ext cx="1928812" cy="1157287"/>
      </dsp:txXfrm>
    </dsp:sp>
    <dsp:sp modelId="{0C133C58-D02B-4207-9D13-1B7412E25F31}">
      <dsp:nvSpPr>
        <dsp:cNvPr id="0" name=""/>
        <dsp:cNvSpPr/>
      </dsp:nvSpPr>
      <dsp:spPr>
        <a:xfrm>
          <a:off x="0" y="1793676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Prioritized Requirements</a:t>
          </a:r>
          <a:endParaRPr lang="en-IN" sz="2000" kern="1200"/>
        </a:p>
      </dsp:txBody>
      <dsp:txXfrm>
        <a:off x="0" y="1793676"/>
        <a:ext cx="1928812" cy="1157287"/>
      </dsp:txXfrm>
    </dsp:sp>
    <dsp:sp modelId="{A298E8E3-C76C-4FD3-B9A7-C50431D22DA2}">
      <dsp:nvSpPr>
        <dsp:cNvPr id="0" name=""/>
        <dsp:cNvSpPr/>
      </dsp:nvSpPr>
      <dsp:spPr>
        <a:xfrm>
          <a:off x="2121693" y="1793676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Glossary of Terms</a:t>
          </a:r>
          <a:endParaRPr lang="en-IN" sz="2000" kern="1200"/>
        </a:p>
      </dsp:txBody>
      <dsp:txXfrm>
        <a:off x="2121693" y="1793676"/>
        <a:ext cx="1928812" cy="1157287"/>
      </dsp:txXfrm>
    </dsp:sp>
    <dsp:sp modelId="{1F72572F-07A8-40B9-A4EE-FF93F11AD893}">
      <dsp:nvSpPr>
        <dsp:cNvPr id="0" name=""/>
        <dsp:cNvSpPr/>
      </dsp:nvSpPr>
      <dsp:spPr>
        <a:xfrm>
          <a:off x="4243387" y="1793676"/>
          <a:ext cx="1928812" cy="115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Problem Statement Document</a:t>
          </a:r>
          <a:endParaRPr lang="en-IN" sz="2000" kern="1200"/>
        </a:p>
      </dsp:txBody>
      <dsp:txXfrm>
        <a:off x="4243387" y="1793676"/>
        <a:ext cx="1928812" cy="11572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9F7E3-4973-4B75-BB86-0240A3911BC5}">
      <dsp:nvSpPr>
        <dsp:cNvPr id="0" name=""/>
        <dsp:cNvSpPr/>
      </dsp:nvSpPr>
      <dsp:spPr>
        <a:xfrm>
          <a:off x="0" y="382785"/>
          <a:ext cx="617219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Provide a clear, complete description of the system</a:t>
          </a:r>
          <a:endParaRPr lang="en-IN" sz="2000" kern="1200"/>
        </a:p>
      </dsp:txBody>
      <dsp:txXfrm>
        <a:off x="23417" y="406202"/>
        <a:ext cx="6125365" cy="432866"/>
      </dsp:txXfrm>
    </dsp:sp>
    <dsp:sp modelId="{515538A4-6981-4F5C-B624-79E3B31E7BF1}">
      <dsp:nvSpPr>
        <dsp:cNvPr id="0" name=""/>
        <dsp:cNvSpPr/>
      </dsp:nvSpPr>
      <dsp:spPr>
        <a:xfrm>
          <a:off x="0" y="920085"/>
          <a:ext cx="617219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Serve as a contract between stakeholders and developers</a:t>
          </a:r>
          <a:endParaRPr lang="en-IN" sz="2000" kern="1200"/>
        </a:p>
      </dsp:txBody>
      <dsp:txXfrm>
        <a:off x="23417" y="943502"/>
        <a:ext cx="6125365" cy="432866"/>
      </dsp:txXfrm>
    </dsp:sp>
    <dsp:sp modelId="{DF86C17B-4537-47CC-8765-BC768C1A27D6}">
      <dsp:nvSpPr>
        <dsp:cNvPr id="0" name=""/>
        <dsp:cNvSpPr/>
      </dsp:nvSpPr>
      <dsp:spPr>
        <a:xfrm>
          <a:off x="0" y="1457386"/>
          <a:ext cx="617219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Avoid misunderstandings</a:t>
          </a:r>
          <a:endParaRPr lang="en-IN" sz="2000" kern="1200"/>
        </a:p>
      </dsp:txBody>
      <dsp:txXfrm>
        <a:off x="23417" y="1480803"/>
        <a:ext cx="6125365" cy="432866"/>
      </dsp:txXfrm>
    </dsp:sp>
    <dsp:sp modelId="{14D3FACA-6030-4BF1-B526-C05C3CB8298D}">
      <dsp:nvSpPr>
        <dsp:cNvPr id="0" name=""/>
        <dsp:cNvSpPr/>
      </dsp:nvSpPr>
      <dsp:spPr>
        <a:xfrm>
          <a:off x="0" y="1994686"/>
          <a:ext cx="617219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Support design, development, and testing</a:t>
          </a:r>
          <a:endParaRPr lang="en-IN" sz="2000" kern="1200"/>
        </a:p>
      </dsp:txBody>
      <dsp:txXfrm>
        <a:off x="23417" y="2018103"/>
        <a:ext cx="6125365" cy="432866"/>
      </dsp:txXfrm>
    </dsp:sp>
    <dsp:sp modelId="{985797E6-26BE-498E-A5B6-D763A20C8BBF}">
      <dsp:nvSpPr>
        <dsp:cNvPr id="0" name=""/>
        <dsp:cNvSpPr/>
      </dsp:nvSpPr>
      <dsp:spPr>
        <a:xfrm>
          <a:off x="0" y="2531986"/>
          <a:ext cx="617219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Provide a basis for validation and maintenance</a:t>
          </a:r>
          <a:endParaRPr lang="en-IN" sz="2000" kern="1200"/>
        </a:p>
      </dsp:txBody>
      <dsp:txXfrm>
        <a:off x="23417" y="2555403"/>
        <a:ext cx="6125365" cy="432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9140D-EB65-4065-A65D-0FCA3E6CA85F}">
      <dsp:nvSpPr>
        <dsp:cNvPr id="0" name=""/>
        <dsp:cNvSpPr/>
      </dsp:nvSpPr>
      <dsp:spPr>
        <a:xfrm>
          <a:off x="1799" y="578452"/>
          <a:ext cx="559391" cy="5593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6D9BF-3469-45D0-B1B6-F52E97B6A70E}">
      <dsp:nvSpPr>
        <dsp:cNvPr id="0" name=""/>
        <dsp:cNvSpPr/>
      </dsp:nvSpPr>
      <dsp:spPr>
        <a:xfrm>
          <a:off x="57738" y="634391"/>
          <a:ext cx="447513" cy="447513"/>
        </a:xfrm>
        <a:prstGeom prst="pie">
          <a:avLst>
            <a:gd name="adj1" fmla="val 1404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9AFCE-4EC6-42C8-8008-EA9C23A8609A}">
      <dsp:nvSpPr>
        <dsp:cNvPr id="0" name=""/>
        <dsp:cNvSpPr/>
      </dsp:nvSpPr>
      <dsp:spPr>
        <a:xfrm rot="16200000">
          <a:off x="-641501" y="1837083"/>
          <a:ext cx="1622236" cy="3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bg2"/>
              </a:solidFill>
            </a:rPr>
            <a:t>• </a:t>
          </a:r>
          <a:r>
            <a:rPr lang="en-IN" sz="1800" b="1" kern="1200" dirty="0">
              <a:solidFill>
                <a:schemeClr val="bg2"/>
              </a:solidFill>
            </a:rPr>
            <a:t>1. Introduction</a:t>
          </a:r>
          <a:endParaRPr lang="en-IN" sz="1800" kern="1200" dirty="0">
            <a:solidFill>
              <a:schemeClr val="bg2"/>
            </a:solidFill>
          </a:endParaRPr>
        </a:p>
      </dsp:txBody>
      <dsp:txXfrm>
        <a:off x="-641501" y="1837083"/>
        <a:ext cx="1622236" cy="335635"/>
      </dsp:txXfrm>
    </dsp:sp>
    <dsp:sp modelId="{97AF2189-4F23-4D83-9872-3BD0A17536C9}">
      <dsp:nvSpPr>
        <dsp:cNvPr id="0" name=""/>
        <dsp:cNvSpPr/>
      </dsp:nvSpPr>
      <dsp:spPr>
        <a:xfrm>
          <a:off x="393373" y="578452"/>
          <a:ext cx="1118783" cy="2237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Purpose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Scope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Definitions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References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Overview</a:t>
          </a:r>
        </a:p>
      </dsp:txBody>
      <dsp:txXfrm>
        <a:off x="393373" y="578452"/>
        <a:ext cx="1118783" cy="2237566"/>
      </dsp:txXfrm>
    </dsp:sp>
    <dsp:sp modelId="{43A5CF6A-B990-4F52-B28B-9B4540CB6773}">
      <dsp:nvSpPr>
        <dsp:cNvPr id="0" name=""/>
        <dsp:cNvSpPr/>
      </dsp:nvSpPr>
      <dsp:spPr>
        <a:xfrm>
          <a:off x="1685071" y="578452"/>
          <a:ext cx="559391" cy="5593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36BA8-CEF0-4045-83CB-B44F36E4AB45}">
      <dsp:nvSpPr>
        <dsp:cNvPr id="0" name=""/>
        <dsp:cNvSpPr/>
      </dsp:nvSpPr>
      <dsp:spPr>
        <a:xfrm>
          <a:off x="1741011" y="634391"/>
          <a:ext cx="447513" cy="447513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C1CB4-329A-4585-B241-42F3EE484394}">
      <dsp:nvSpPr>
        <dsp:cNvPr id="0" name=""/>
        <dsp:cNvSpPr/>
      </dsp:nvSpPr>
      <dsp:spPr>
        <a:xfrm rot="16200000">
          <a:off x="1041771" y="1837083"/>
          <a:ext cx="1622236" cy="3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solidFill>
                <a:schemeClr val="bg2"/>
              </a:solidFill>
            </a:rPr>
            <a:t>2. Overall Description</a:t>
          </a:r>
          <a:endParaRPr lang="en-IN" sz="1800" kern="1200">
            <a:solidFill>
              <a:schemeClr val="bg2"/>
            </a:solidFill>
          </a:endParaRPr>
        </a:p>
      </dsp:txBody>
      <dsp:txXfrm>
        <a:off x="1041771" y="1837083"/>
        <a:ext cx="1622236" cy="335635"/>
      </dsp:txXfrm>
    </dsp:sp>
    <dsp:sp modelId="{21ECB049-2352-4E5C-92BD-A0196B0D348D}">
      <dsp:nvSpPr>
        <dsp:cNvPr id="0" name=""/>
        <dsp:cNvSpPr/>
      </dsp:nvSpPr>
      <dsp:spPr>
        <a:xfrm>
          <a:off x="2076646" y="578452"/>
          <a:ext cx="1118783" cy="2237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Product perspective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Product features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User characteristics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Operating environment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Constraints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Assumptions</a:t>
          </a:r>
        </a:p>
      </dsp:txBody>
      <dsp:txXfrm>
        <a:off x="2076646" y="578452"/>
        <a:ext cx="1118783" cy="2237566"/>
      </dsp:txXfrm>
    </dsp:sp>
    <dsp:sp modelId="{79B6549E-8F3A-494B-AF91-96DC4751F623}">
      <dsp:nvSpPr>
        <dsp:cNvPr id="0" name=""/>
        <dsp:cNvSpPr/>
      </dsp:nvSpPr>
      <dsp:spPr>
        <a:xfrm>
          <a:off x="3368344" y="365306"/>
          <a:ext cx="559391" cy="5593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CAA84-26A8-4377-9479-1801BCA575E1}">
      <dsp:nvSpPr>
        <dsp:cNvPr id="0" name=""/>
        <dsp:cNvSpPr/>
      </dsp:nvSpPr>
      <dsp:spPr>
        <a:xfrm>
          <a:off x="3424283" y="421246"/>
          <a:ext cx="447513" cy="447513"/>
        </a:xfrm>
        <a:prstGeom prst="pie">
          <a:avLst>
            <a:gd name="adj1" fmla="val 972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CAD44-1519-430C-905D-DA7D15505367}">
      <dsp:nvSpPr>
        <dsp:cNvPr id="0" name=""/>
        <dsp:cNvSpPr/>
      </dsp:nvSpPr>
      <dsp:spPr>
        <a:xfrm rot="16200000">
          <a:off x="2283515" y="1989245"/>
          <a:ext cx="2474818" cy="3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bg2"/>
              </a:solidFill>
            </a:rPr>
            <a:t>3.  Requirements Types:</a:t>
          </a:r>
          <a:endParaRPr lang="en-IN" sz="1800" kern="1200" dirty="0">
            <a:solidFill>
              <a:schemeClr val="bg2"/>
            </a:solidFill>
          </a:endParaRPr>
        </a:p>
      </dsp:txBody>
      <dsp:txXfrm>
        <a:off x="2283515" y="1989245"/>
        <a:ext cx="2474818" cy="335635"/>
      </dsp:txXfrm>
    </dsp:sp>
    <dsp:sp modelId="{7D166D90-43B6-4E98-B370-61262619F6E1}">
      <dsp:nvSpPr>
        <dsp:cNvPr id="0" name=""/>
        <dsp:cNvSpPr/>
      </dsp:nvSpPr>
      <dsp:spPr>
        <a:xfrm>
          <a:off x="3759918" y="578452"/>
          <a:ext cx="1118783" cy="2237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Functional requirements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2"/>
              </a:solidFill>
            </a:rPr>
            <a:t>Non-functional requirements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Interface requirements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External inputs/outputs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2"/>
              </a:solidFill>
            </a:rPr>
            <a:t>Performance, security, usability constraints</a:t>
          </a:r>
        </a:p>
      </dsp:txBody>
      <dsp:txXfrm>
        <a:off x="3759918" y="578452"/>
        <a:ext cx="1118783" cy="2237566"/>
      </dsp:txXfrm>
    </dsp:sp>
    <dsp:sp modelId="{22CB99BF-4B49-4B2E-A0F7-43771C7DA47D}">
      <dsp:nvSpPr>
        <dsp:cNvPr id="0" name=""/>
        <dsp:cNvSpPr/>
      </dsp:nvSpPr>
      <dsp:spPr>
        <a:xfrm>
          <a:off x="5051617" y="578452"/>
          <a:ext cx="559391" cy="5593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B3E0A-ED9D-46A0-B46E-AB2B83BAE9B4}">
      <dsp:nvSpPr>
        <dsp:cNvPr id="0" name=""/>
        <dsp:cNvSpPr/>
      </dsp:nvSpPr>
      <dsp:spPr>
        <a:xfrm>
          <a:off x="5107556" y="634391"/>
          <a:ext cx="447513" cy="447513"/>
        </a:xfrm>
        <a:prstGeom prst="pie">
          <a:avLst>
            <a:gd name="adj1" fmla="val 756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32941-75A3-46CD-A9AF-B6A95EB9377E}">
      <dsp:nvSpPr>
        <dsp:cNvPr id="0" name=""/>
        <dsp:cNvSpPr/>
      </dsp:nvSpPr>
      <dsp:spPr>
        <a:xfrm rot="16200000">
          <a:off x="4408316" y="1837083"/>
          <a:ext cx="1622236" cy="3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solidFill>
                <a:schemeClr val="bg2"/>
              </a:solidFill>
            </a:rPr>
            <a:t>4. Appendices</a:t>
          </a:r>
          <a:endParaRPr lang="en-IN" sz="1800" kern="1200">
            <a:solidFill>
              <a:schemeClr val="bg2"/>
            </a:solidFill>
          </a:endParaRPr>
        </a:p>
      </dsp:txBody>
      <dsp:txXfrm>
        <a:off x="4408316" y="1837083"/>
        <a:ext cx="1622236" cy="335635"/>
      </dsp:txXfrm>
    </dsp:sp>
    <dsp:sp modelId="{F60E9D40-9EA8-4806-9886-0B2E4FE1BD68}">
      <dsp:nvSpPr>
        <dsp:cNvPr id="0" name=""/>
        <dsp:cNvSpPr/>
      </dsp:nvSpPr>
      <dsp:spPr>
        <a:xfrm>
          <a:off x="5611009" y="578452"/>
          <a:ext cx="559391" cy="5593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576D3-CBB8-4E81-940B-9FA136224322}">
      <dsp:nvSpPr>
        <dsp:cNvPr id="0" name=""/>
        <dsp:cNvSpPr/>
      </dsp:nvSpPr>
      <dsp:spPr>
        <a:xfrm>
          <a:off x="5666948" y="634391"/>
          <a:ext cx="447513" cy="44751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E088D-7AA3-4616-8F0C-741EE7014903}">
      <dsp:nvSpPr>
        <dsp:cNvPr id="0" name=""/>
        <dsp:cNvSpPr/>
      </dsp:nvSpPr>
      <dsp:spPr>
        <a:xfrm rot="16200000">
          <a:off x="4967708" y="1837083"/>
          <a:ext cx="1622236" cy="3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bg2"/>
              </a:solidFill>
            </a:rPr>
            <a:t>5. Index</a:t>
          </a:r>
          <a:endParaRPr lang="en-IN" sz="1800" kern="1200" dirty="0">
            <a:solidFill>
              <a:schemeClr val="bg2"/>
            </a:solidFill>
          </a:endParaRPr>
        </a:p>
      </dsp:txBody>
      <dsp:txXfrm>
        <a:off x="4967708" y="1837083"/>
        <a:ext cx="1622236" cy="3356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CB0F-D009-4338-99D1-FB46314943F0}">
      <dsp:nvSpPr>
        <dsp:cNvPr id="0" name=""/>
        <dsp:cNvSpPr/>
      </dsp:nvSpPr>
      <dsp:spPr>
        <a:xfrm>
          <a:off x="2532529" y="864232"/>
          <a:ext cx="1107140" cy="110727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2DAA5D-E6D9-4EEB-934E-043ED16F29C2}">
      <dsp:nvSpPr>
        <dsp:cNvPr id="0" name=""/>
        <dsp:cNvSpPr/>
      </dsp:nvSpPr>
      <dsp:spPr>
        <a:xfrm>
          <a:off x="2451800" y="0"/>
          <a:ext cx="1268599" cy="6788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Correct.</a:t>
          </a:r>
        </a:p>
      </dsp:txBody>
      <dsp:txXfrm>
        <a:off x="2451800" y="0"/>
        <a:ext cx="1268599" cy="678894"/>
      </dsp:txXfrm>
    </dsp:sp>
    <dsp:sp modelId="{332537D7-1064-4219-A28E-7FCFFBA5290B}">
      <dsp:nvSpPr>
        <dsp:cNvPr id="0" name=""/>
        <dsp:cNvSpPr/>
      </dsp:nvSpPr>
      <dsp:spPr>
        <a:xfrm>
          <a:off x="2857290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2088484"/>
            <a:satOff val="6306"/>
            <a:lumOff val="8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A9E765-33FB-443B-AA9A-E6630E6DA2AB}">
      <dsp:nvSpPr>
        <dsp:cNvPr id="0" name=""/>
        <dsp:cNvSpPr/>
      </dsp:nvSpPr>
      <dsp:spPr>
        <a:xfrm>
          <a:off x="4100979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Complete.</a:t>
          </a:r>
        </a:p>
      </dsp:txBody>
      <dsp:txXfrm>
        <a:off x="4100979" y="644949"/>
        <a:ext cx="1199402" cy="746783"/>
      </dsp:txXfrm>
    </dsp:sp>
    <dsp:sp modelId="{2FA3D45B-5EFC-4F67-A2F4-FF10E593E489}">
      <dsp:nvSpPr>
        <dsp:cNvPr id="0" name=""/>
        <dsp:cNvSpPr/>
      </dsp:nvSpPr>
      <dsp:spPr>
        <a:xfrm>
          <a:off x="2937097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4176968"/>
            <a:satOff val="12611"/>
            <a:lumOff val="17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D1B6D21-E881-47F8-9711-13EF5D2B54F8}">
      <dsp:nvSpPr>
        <dsp:cNvPr id="0" name=""/>
        <dsp:cNvSpPr/>
      </dsp:nvSpPr>
      <dsp:spPr>
        <a:xfrm>
          <a:off x="421630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Consistent.</a:t>
          </a:r>
        </a:p>
      </dsp:txBody>
      <dsp:txXfrm>
        <a:off x="4216306" y="1595401"/>
        <a:ext cx="1176337" cy="797700"/>
      </dsp:txXfrm>
    </dsp:sp>
    <dsp:sp modelId="{8C951A60-C564-48BA-845D-5895D61909B9}">
      <dsp:nvSpPr>
        <dsp:cNvPr id="0" name=""/>
        <dsp:cNvSpPr/>
      </dsp:nvSpPr>
      <dsp:spPr>
        <a:xfrm>
          <a:off x="271243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6265452"/>
            <a:satOff val="18917"/>
            <a:lumOff val="26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2BE9F5-D1AF-4CCE-A522-F568F3396BD7}">
      <dsp:nvSpPr>
        <dsp:cNvPr id="0" name=""/>
        <dsp:cNvSpPr/>
      </dsp:nvSpPr>
      <dsp:spPr>
        <a:xfrm>
          <a:off x="3708866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Unambiguous.</a:t>
          </a:r>
        </a:p>
      </dsp:txBody>
      <dsp:txXfrm>
        <a:off x="3708866" y="2664660"/>
        <a:ext cx="1268599" cy="729811"/>
      </dsp:txXfrm>
    </dsp:sp>
    <dsp:sp modelId="{10839418-614A-4AEA-B80E-98A725E1D9BD}">
      <dsp:nvSpPr>
        <dsp:cNvPr id="0" name=""/>
        <dsp:cNvSpPr/>
      </dsp:nvSpPr>
      <dsp:spPr>
        <a:xfrm>
          <a:off x="235261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8353936"/>
            <a:satOff val="25223"/>
            <a:lumOff val="351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DA4363-EBA6-46AB-AAA3-57C16160A34A}">
      <dsp:nvSpPr>
        <dsp:cNvPr id="0" name=""/>
        <dsp:cNvSpPr/>
      </dsp:nvSpPr>
      <dsp:spPr>
        <a:xfrm>
          <a:off x="1194734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Verifiable.</a:t>
          </a:r>
        </a:p>
      </dsp:txBody>
      <dsp:txXfrm>
        <a:off x="1194734" y="2664660"/>
        <a:ext cx="1268599" cy="729811"/>
      </dsp:txXfrm>
    </dsp:sp>
    <dsp:sp modelId="{65710A02-D336-4E20-BFE1-B8B03562C519}">
      <dsp:nvSpPr>
        <dsp:cNvPr id="0" name=""/>
        <dsp:cNvSpPr/>
      </dsp:nvSpPr>
      <dsp:spPr>
        <a:xfrm>
          <a:off x="2127961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10442420"/>
            <a:satOff val="31528"/>
            <a:lumOff val="439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686AFB-F177-4F67-8737-B3BEC5494A02}">
      <dsp:nvSpPr>
        <dsp:cNvPr id="0" name=""/>
        <dsp:cNvSpPr/>
      </dsp:nvSpPr>
      <dsp:spPr>
        <a:xfrm>
          <a:off x="77955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Modifiable.</a:t>
          </a:r>
        </a:p>
      </dsp:txBody>
      <dsp:txXfrm>
        <a:off x="779556" y="1595401"/>
        <a:ext cx="1176337" cy="797700"/>
      </dsp:txXfrm>
    </dsp:sp>
    <dsp:sp modelId="{F2B265F1-BFCC-4A3A-832E-B2D415144E9E}">
      <dsp:nvSpPr>
        <dsp:cNvPr id="0" name=""/>
        <dsp:cNvSpPr/>
      </dsp:nvSpPr>
      <dsp:spPr>
        <a:xfrm>
          <a:off x="2207768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DFADEA4-10B7-4295-81F3-89C72B05F003}">
      <dsp:nvSpPr>
        <dsp:cNvPr id="0" name=""/>
        <dsp:cNvSpPr/>
      </dsp:nvSpPr>
      <dsp:spPr>
        <a:xfrm>
          <a:off x="871818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bg2"/>
              </a:solidFill>
            </a:rPr>
            <a:t>• Traceable.</a:t>
          </a:r>
        </a:p>
      </dsp:txBody>
      <dsp:txXfrm>
        <a:off x="871818" y="644949"/>
        <a:ext cx="1199402" cy="7467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6FCCC-3486-4041-A8A6-413825AAEEC6}">
      <dsp:nvSpPr>
        <dsp:cNvPr id="0" name=""/>
        <dsp:cNvSpPr/>
      </dsp:nvSpPr>
      <dsp:spPr>
        <a:xfrm>
          <a:off x="1662818" y="828"/>
          <a:ext cx="2846563" cy="7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Prevents rework.</a:t>
          </a:r>
        </a:p>
      </dsp:txBody>
      <dsp:txXfrm>
        <a:off x="1685149" y="23159"/>
        <a:ext cx="2801901" cy="717768"/>
      </dsp:txXfrm>
    </dsp:sp>
    <dsp:sp modelId="{2AA28C07-7C3A-4E68-9D24-DD0785F15A1F}">
      <dsp:nvSpPr>
        <dsp:cNvPr id="0" name=""/>
        <dsp:cNvSpPr/>
      </dsp:nvSpPr>
      <dsp:spPr>
        <a:xfrm>
          <a:off x="1662818" y="877623"/>
          <a:ext cx="2846563" cy="7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Ensures correct system development.</a:t>
          </a:r>
        </a:p>
      </dsp:txBody>
      <dsp:txXfrm>
        <a:off x="1685149" y="899954"/>
        <a:ext cx="2801901" cy="717768"/>
      </dsp:txXfrm>
    </dsp:sp>
    <dsp:sp modelId="{6DF4DB38-6FB5-463F-B5F7-001C02B8A864}">
      <dsp:nvSpPr>
        <dsp:cNvPr id="0" name=""/>
        <dsp:cNvSpPr/>
      </dsp:nvSpPr>
      <dsp:spPr>
        <a:xfrm>
          <a:off x="1662818" y="1754418"/>
          <a:ext cx="2846563" cy="7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Supports planning and testing.</a:t>
          </a:r>
        </a:p>
      </dsp:txBody>
      <dsp:txXfrm>
        <a:off x="1685149" y="1776749"/>
        <a:ext cx="2801901" cy="717768"/>
      </dsp:txXfrm>
    </dsp:sp>
    <dsp:sp modelId="{BB6B9642-83DE-4FC6-A8CF-1E5448D6AD43}">
      <dsp:nvSpPr>
        <dsp:cNvPr id="0" name=""/>
        <dsp:cNvSpPr/>
      </dsp:nvSpPr>
      <dsp:spPr>
        <a:xfrm>
          <a:off x="1662818" y="2631213"/>
          <a:ext cx="2846563" cy="7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Reduces project risks.</a:t>
          </a:r>
        </a:p>
      </dsp:txBody>
      <dsp:txXfrm>
        <a:off x="1685149" y="2653544"/>
        <a:ext cx="2801901" cy="717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2C6AF8-29EE-B898-AED3-AF70CD88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E2CBAD-82BD-A0FC-7CFF-1A422C386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335324-82D2-FD4A-92A0-750403AE0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68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3566B8-DF3A-05B0-31BF-3E9330E9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1D4698-774E-05EC-35A8-C442A34DE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F45E652-90CA-7AD8-28F6-16ACCE6A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384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3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0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08/preview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6f9ckEElsU&amp;utm_source=chatgpt.com" TargetMode="External"/><Relationship Id="rId4" Type="http://schemas.openxmlformats.org/officeDocument/2006/relationships/hyperlink" Target="https://www.youtube.com/watch?v=IHx9ImEMuzQ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98809" y="973866"/>
            <a:ext cx="7997747" cy="390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B.E CSE 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6</a:t>
            </a:r>
            <a:r>
              <a:rPr lang="en-IN" sz="2400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endParaRPr lang="en-IN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</a:t>
            </a:r>
            <a:b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23CSH-374</a:t>
            </a: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: Dr Geeta Rani             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 geeta.e15227@cumail.in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 : Associate Professor</a:t>
            </a:r>
            <a:endParaRPr lang="en-US" sz="36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AA823F-7647-EC23-1D1D-BE99682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8E489D-DEF7-172C-BBAC-D35CA1568FA2}"/>
              </a:ext>
            </a:extLst>
          </p:cNvPr>
          <p:cNvGrpSpPr/>
          <p:nvPr/>
        </p:nvGrpSpPr>
        <p:grpSpPr>
          <a:xfrm>
            <a:off x="557644" y="482539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D3AC0D-843C-8079-7685-CF8E1B7049E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A2AB195-9CC4-1DA1-CFC9-569DD2CAE32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Objectives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26FD4B4-7817-D0EB-1F71-78AE2F31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33058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7E2C6-9DD9-D9F6-FAFD-68257A85FB83}"/>
              </a:ext>
            </a:extLst>
          </p:cNvPr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C741A-FADA-20D3-9798-F44278B29F12}"/>
              </a:ext>
            </a:extLst>
          </p:cNvPr>
          <p:cNvSpPr txBox="1"/>
          <p:nvPr/>
        </p:nvSpPr>
        <p:spPr>
          <a:xfrm>
            <a:off x="757500" y="898115"/>
            <a:ext cx="779666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Understand fundamental software engineering processes, SDLC models, and requirement engineering techniques used in real-world projects.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modeling concepts, design principles, and UML diagrams to represent system structures and behaviors effectively.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Analyze various software development, design, and testing strategies to determine their suitability for different project scenarios.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Evaluate software solutions and project management practices based on quality metrics, design principles, and testing outcomes.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structured requirement documents, UML models, test plans, and project management artifacts for medium-scale software systems.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0E0E5BE-FA8F-5957-A3CD-8C1DD3BFF409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89AB046-BF5D-9FB0-A377-F7F7D02D46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02AF8FA-0EE9-C2FB-6C1E-80FEF5B5E3A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Outcomes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5B9C3-0D82-6862-B56F-2DBD19B3AEFD}"/>
              </a:ext>
            </a:extLst>
          </p:cNvPr>
          <p:cNvGraphicFramePr>
            <a:graphicFrameLocks noGrp="1"/>
          </p:cNvGraphicFramePr>
          <p:nvPr/>
        </p:nvGraphicFramePr>
        <p:xfrm>
          <a:off x="748144" y="1079124"/>
          <a:ext cx="7382396" cy="3770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4436">
                  <a:extLst>
                    <a:ext uri="{9D8B030D-6E8A-4147-A177-3AD203B41FA5}">
                      <a16:colId xmlns:a16="http://schemas.microsoft.com/office/drawing/2014/main" val="194261115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3570576572"/>
                    </a:ext>
                  </a:extLst>
                </a:gridCol>
              </a:tblGrid>
              <a:tr h="54743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CO No.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Statement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914877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CO1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Explain SDLC models, requirement principles, testing strategies, and project management concepts.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47536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CO2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Construct UML diagrams and apply design patterns to solve software design problems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46710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CO3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Compare SDLC models, testing strategies for different scenarios.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7781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CO4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Assess testing strategies, maintenance approaches, and project metrics to ensure software quality.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61669"/>
                  </a:ext>
                </a:extLst>
              </a:tr>
              <a:tr h="836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CO5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Develop complete requirement specifications, design models, test plans, and project management documents (including Jira-based defect tracking) for real-world case studies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79134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2139EB93-65F3-1AFD-8324-B3DCBE922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9098" y="180021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Suggestive Readings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B782-99A3-BCFF-B22A-E7B8A5618FAF}"/>
              </a:ext>
            </a:extLst>
          </p:cNvPr>
          <p:cNvSpPr txBox="1"/>
          <p:nvPr/>
        </p:nvSpPr>
        <p:spPr>
          <a:xfrm>
            <a:off x="780333" y="1275011"/>
            <a:ext cx="8001000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Pressman, R. S., “Software Engineering: A Practitioner’s Approach,” McGraw Hill.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Ian Sommerville, “Software Engineering,” Pearson.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Pankaj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Jalote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“An Integrated Approach to Software Engineering,”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Narosa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Ghezzi, Jazayeri,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Mandrioli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“Fundamentals of Software Engineering,” PHI.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16475" y="56273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Unit-I Syllabus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77444-8FB4-66CE-F759-1573782085CD}"/>
              </a:ext>
            </a:extLst>
          </p:cNvPr>
          <p:cNvGraphicFramePr>
            <a:graphicFrameLocks noGrp="1"/>
          </p:cNvGraphicFramePr>
          <p:nvPr/>
        </p:nvGraphicFramePr>
        <p:xfrm>
          <a:off x="815340" y="1537527"/>
          <a:ext cx="7719060" cy="287592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827493">
                  <a:extLst>
                    <a:ext uri="{9D8B030D-6E8A-4147-A177-3AD203B41FA5}">
                      <a16:colId xmlns:a16="http://schemas.microsoft.com/office/drawing/2014/main" val="38313313"/>
                    </a:ext>
                  </a:extLst>
                </a:gridCol>
                <a:gridCol w="5891567">
                  <a:extLst>
                    <a:ext uri="{9D8B030D-6E8A-4147-A177-3AD203B41FA5}">
                      <a16:colId xmlns:a16="http://schemas.microsoft.com/office/drawing/2014/main" val="1926233377"/>
                    </a:ext>
                  </a:extLst>
                </a:gridCol>
              </a:tblGrid>
              <a:tr h="77992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</a:t>
                      </a:r>
                      <a:r>
                        <a:rPr lang="en-GB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-1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 1: Software Process and Requirement Engineering (15 hours)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392206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Software Engineering: Introduction, SDLC, Agile vs Traditional models.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26827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1.2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Requirement Engineering: Elicitation, Analysis, Specification, Validation.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42923"/>
                  </a:ext>
                </a:extLst>
              </a:tr>
              <a:tr h="534677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1.3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Case Studies: Requirements in online payment systems.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56180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E135E308-1A0E-79EB-6C0F-C38D5CB8C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36514" y="320289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755814"/>
            <a:chOff x="0" y="6299"/>
            <a:chExt cx="5580934" cy="75581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7974" y="36092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5CC39-A72D-8FB2-99C2-19067840EBFA}"/>
              </a:ext>
            </a:extLst>
          </p:cNvPr>
          <p:cNvSpPr txBox="1">
            <a:spLocks/>
          </p:cNvSpPr>
          <p:nvPr/>
        </p:nvSpPr>
        <p:spPr>
          <a:xfrm>
            <a:off x="663976" y="1481696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Calibri "/>
              </a:rPr>
              <a:t>Discusses various SDLC Models and their comparison 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Calibri "/>
              </a:rPr>
              <a:t>Discussed AGILE Development Model 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Calibri "/>
              </a:rPr>
              <a:t>Agile methods are incremental development methods that focus on rapid software development, frequent releases of the software, reducing process overheads by minimizing documentation and producing high-quality code.  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83127" y="31518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Topic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901477" y="1564968"/>
            <a:ext cx="5910804" cy="441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Introduction to Requirement Elicitation</a:t>
            </a:r>
            <a:r>
              <a:rPr lang="en-US" sz="2000" dirty="0">
                <a:latin typeface="Calibri "/>
              </a:rPr>
              <a:t>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Why Requirement Elicitation Is Important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Goals of Requirement Elicitation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Stakeholders in Requirement Elicitation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Elicitation Activities</a:t>
            </a:r>
            <a:r>
              <a:rPr lang="en-US" sz="2000" dirty="0">
                <a:latin typeface="Calibri "/>
              </a:rPr>
              <a:t>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Features of a Good SRS document</a:t>
            </a:r>
            <a:endParaRPr lang="en-IN" sz="2000" dirty="0">
              <a:latin typeface="Calibri 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2000" dirty="0">
              <a:latin typeface="Calibri 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t>Requirement Analysis &amp;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For BE Students |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	                                                                          </a:t>
            </a:r>
            <a:r>
              <a:rPr lang="en-IN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r>
              <a:rPr lang="en-US" sz="1800" dirty="0"/>
              <a:t>Requirement Analysis and Specification are two major phases of the </a:t>
            </a:r>
            <a:r>
              <a:rPr lang="en-US" sz="1800" b="1" dirty="0"/>
              <a:t>Requirements Engineering process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These phases ensure </a:t>
            </a:r>
            <a:r>
              <a:rPr lang="en-US" sz="1800" b="1" dirty="0"/>
              <a:t>clear understanding</a:t>
            </a:r>
            <a:r>
              <a:rPr lang="en-US" sz="1800" dirty="0"/>
              <a:t>, </a:t>
            </a:r>
            <a:r>
              <a:rPr lang="en-US" sz="1800" b="1" dirty="0"/>
              <a:t>proper documentation</a:t>
            </a:r>
            <a:r>
              <a:rPr lang="en-US" sz="1800" dirty="0"/>
              <a:t>, and </a:t>
            </a:r>
            <a:r>
              <a:rPr lang="en-US" sz="1800" b="1" dirty="0"/>
              <a:t>correct interpretation</a:t>
            </a:r>
            <a:r>
              <a:rPr lang="en-US" sz="1800" dirty="0"/>
              <a:t> of user requirements before system design begins.</a:t>
            </a:r>
          </a:p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endParaRPr lang="en-IN" sz="1800" dirty="0"/>
          </a:p>
          <a:p>
            <a:pPr>
              <a:lnSpc>
                <a:spcPct val="150000"/>
              </a:lnSpc>
              <a:defRPr sz="1800">
                <a:latin typeface="Calibri"/>
              </a:defRPr>
            </a:pPr>
            <a:r>
              <a:rPr sz="1800" dirty="0">
                <a:latin typeface="Calibri"/>
              </a:rPr>
              <a:t>Requirement Analysis: Understanding and refining requirements.</a:t>
            </a:r>
          </a:p>
          <a:p>
            <a:pPr>
              <a:lnSpc>
                <a:spcPct val="150000"/>
              </a:lnSpc>
              <a:defRPr sz="1800">
                <a:latin typeface="Calibri"/>
              </a:defRPr>
            </a:pPr>
            <a:r>
              <a:rPr sz="1800" dirty="0">
                <a:latin typeface="Calibri"/>
              </a:rPr>
              <a:t>Requirement Specification: Documenting refined requirements in SRS.</a:t>
            </a:r>
          </a:p>
          <a:p>
            <a:pPr>
              <a:lnSpc>
                <a:spcPct val="150000"/>
              </a:lnSpc>
              <a:defRPr sz="1800">
                <a:latin typeface="Calibri"/>
              </a:defRPr>
            </a:pPr>
            <a:r>
              <a:rPr sz="1800" dirty="0">
                <a:latin typeface="Calibri"/>
              </a:rPr>
              <a:t>Ensures clarity before design and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C50F-EBAA-64D2-D483-E7748D0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1800" b="1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2F96C-7A83-7544-C991-E3263741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/>
              <a:t>Requirement Analysis is the </a:t>
            </a:r>
            <a:r>
              <a:rPr lang="en-US" sz="1350" b="1" dirty="0"/>
              <a:t>process of examining, refining, and modeling</a:t>
            </a:r>
            <a:r>
              <a:rPr lang="en-US" sz="1350" dirty="0"/>
              <a:t> the collected requirements to understand: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What the system must do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Constraints under which the system must operate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Conflicts or ambiguities in requirements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Prioritization and categorization of requirements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/>
              <a:t>It focuses on </a:t>
            </a:r>
            <a:r>
              <a:rPr lang="en-US" sz="1350" b="1" dirty="0"/>
              <a:t>analyzing</a:t>
            </a:r>
            <a:r>
              <a:rPr lang="en-US" sz="1350" dirty="0"/>
              <a:t> the raw information gathered during elicitation.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8CE7D-FB74-DE83-DE55-62FA065C4141}"/>
              </a:ext>
            </a:extLst>
          </p:cNvPr>
          <p:cNvSpPr txBox="1"/>
          <p:nvPr/>
        </p:nvSpPr>
        <p:spPr>
          <a:xfrm>
            <a:off x="1622066" y="220682"/>
            <a:ext cx="61544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+mj-lt"/>
              </a:rPr>
              <a:t>Requirement Analysis</a:t>
            </a:r>
          </a:p>
        </p:txBody>
      </p:sp>
    </p:spTree>
    <p:extLst>
      <p:ext uri="{BB962C8B-B14F-4D97-AF65-F5344CB8AC3E}">
        <p14:creationId xmlns:p14="http://schemas.microsoft.com/office/powerpoint/2010/main" val="277492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r>
              <a:rPr dirty="0"/>
              <a:t>Requirement Analysis - Goals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45270B-3A72-B963-03DF-3A7B96AC4E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44040" y="1559371"/>
          <a:ext cx="5532120" cy="2730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r>
              <a:rPr dirty="0"/>
              <a:t>Activities in Requirement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B1950-ED3A-0254-A9AA-B308BA9FCB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</a:t>
            </a:r>
            <a:r>
              <a:rPr dirty="0"/>
              <a:t>Outputs of Requirement Analysis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FE6246-A4A2-AD60-4CE1-463B4EC5BA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</a:t>
            </a:r>
            <a:r>
              <a:rPr dirty="0"/>
              <a:t>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50" dirty="0"/>
              <a:t>Requirement Specification is the phase where the analyzed requirements are </a:t>
            </a:r>
            <a:r>
              <a:rPr lang="en-US" sz="1350" b="1" dirty="0"/>
              <a:t>documented clearly and precisely</a:t>
            </a:r>
            <a:r>
              <a:rPr lang="en-US" sz="1350" dirty="0"/>
              <a:t> in a structured format.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350" dirty="0"/>
              <a:t>The final output is a </a:t>
            </a:r>
            <a:r>
              <a:rPr lang="en-US" sz="1350" b="1" dirty="0"/>
              <a:t>Software Requirements Specification (SRS)</a:t>
            </a:r>
            <a:r>
              <a:rPr lang="en-US" sz="1350" dirty="0"/>
              <a:t> document.</a:t>
            </a:r>
          </a:p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r>
              <a:rPr dirty="0"/>
              <a:t>• Converts analyzed requirements into SRS.</a:t>
            </a:r>
          </a:p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r>
              <a:rPr dirty="0"/>
              <a:t>• Acts as a contract between client &amp; developers.</a:t>
            </a:r>
          </a:p>
          <a:p>
            <a:pPr marL="0" indent="0">
              <a:lnSpc>
                <a:spcPct val="150000"/>
              </a:lnSpc>
              <a:buNone/>
              <a:defRPr sz="1800">
                <a:latin typeface="Calibri"/>
              </a:defRPr>
            </a:pPr>
            <a:r>
              <a:rPr dirty="0"/>
              <a:t>• Ensures clarity and prevents misunderstandings.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F6C4-3169-20B9-5907-1E37380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DD3DA8-6104-B15E-0B0D-E70899BDFA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7C1E54-5564-7406-C292-2F9119A442C0}"/>
              </a:ext>
            </a:extLst>
          </p:cNvPr>
          <p:cNvSpPr txBox="1"/>
          <p:nvPr/>
        </p:nvSpPr>
        <p:spPr>
          <a:xfrm>
            <a:off x="640080" y="394988"/>
            <a:ext cx="79019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+mj-lt"/>
              </a:rPr>
              <a:t> </a:t>
            </a:r>
            <a:r>
              <a:rPr lang="en-IN" sz="3200" b="1" dirty="0">
                <a:latin typeface="+mj-lt"/>
              </a:rPr>
              <a:t>Objectives of Requirement Specification</a:t>
            </a:r>
            <a:endParaRPr lang="en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7840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Contents of SRS (IEEE Format)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840437-3E38-5A0E-6F26-0F45F9C5F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883535"/>
              </p:ext>
            </p:extLst>
          </p:nvPr>
        </p:nvGraphicFramePr>
        <p:xfrm>
          <a:off x="1623060" y="95631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</a:t>
            </a:r>
            <a:r>
              <a:rPr dirty="0"/>
              <a:t>Characteristics of a Good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52C759-4B3C-AB45-6D3D-B39D2E5CC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904631"/>
              </p:ext>
            </p:extLst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</a:t>
            </a:r>
            <a:r>
              <a:rPr dirty="0"/>
              <a:t>Difference: Analysis vs Specification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C96AF1-75B2-BE2B-E813-EEBB99497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519208"/>
              </p:ext>
            </p:extLst>
          </p:nvPr>
        </p:nvGraphicFramePr>
        <p:xfrm>
          <a:off x="1113183" y="1200150"/>
          <a:ext cx="6415378" cy="3531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689">
                  <a:extLst>
                    <a:ext uri="{9D8B030D-6E8A-4147-A177-3AD203B41FA5}">
                      <a16:colId xmlns:a16="http://schemas.microsoft.com/office/drawing/2014/main" val="1081802018"/>
                    </a:ext>
                  </a:extLst>
                </a:gridCol>
                <a:gridCol w="3207689">
                  <a:extLst>
                    <a:ext uri="{9D8B030D-6E8A-4147-A177-3AD203B41FA5}">
                      <a16:colId xmlns:a16="http://schemas.microsoft.com/office/drawing/2014/main" val="249930214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</a:rPr>
                        <a:t>Requirement Analysis</a:t>
                      </a:r>
                      <a:endParaRPr lang="en-IN" sz="1800" dirty="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</a:rPr>
                        <a:t>Requirement Specification</a:t>
                      </a:r>
                      <a:endParaRPr lang="en-IN" sz="1800" dirty="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752382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Understanding and refining requirements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Documenting refined requirements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823684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Detects conflicts and ambiguities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2"/>
                          </a:solidFill>
                        </a:rPr>
                        <a:t>Ensures clarity and precision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31038827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Uses models/diagrams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Uses structured written format (SRS)</a:t>
                      </a:r>
                      <a:endParaRPr lang="en-IN" sz="1800" dirty="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2565888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Focuses on “analysis of needs”</a:t>
                      </a:r>
                      <a:endParaRPr lang="en-IN" sz="1800" dirty="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Focuses on “documentation of needs”</a:t>
                      </a:r>
                      <a:endParaRPr lang="en-IN" sz="1800" dirty="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92766048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Output: models, refined requirements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Output: SRS document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2973556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</a:t>
            </a:r>
            <a:r>
              <a:rPr dirty="0"/>
              <a:t>Importance of These Phases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FD29A3-3879-1299-46BE-5F1781FD6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6495595"/>
              </p:ext>
            </p:extLst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16050C-43AD-2BB6-51B5-E899F3A1F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2"/>
                </a:solidFill>
                <a:latin typeface="+mj-lt"/>
              </a:rPr>
              <a:t>Define Requirement Analysis and explain its main goals.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2"/>
                </a:solidFill>
                <a:latin typeface="+mj-lt"/>
              </a:rPr>
              <a:t>Describe any four activities performed during Requirement Analysis.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2"/>
                </a:solidFill>
                <a:latin typeface="+mj-lt"/>
              </a:rPr>
              <a:t>Explain the structure of an SRS document as per IEEE standards.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2"/>
                </a:solidFill>
                <a:latin typeface="+mj-lt"/>
              </a:rPr>
              <a:t>State and explain the key characteristics of a good SRS.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525799-B627-EABD-6F95-B01E70B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11A8074-A1E1-E4EA-4297-A979F5985FAF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E88B249-9EB8-982D-7990-60FD26BC133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A78F93E-F041-2AD9-DC64-C940C34E84ED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Next lecture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9A8891-1ED0-3C05-9B83-BB4C9C0E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034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2"/>
                </a:solidFill>
                <a:latin typeface="+mj-lt"/>
              </a:rPr>
              <a:t>Requirement Validation and </a:t>
            </a:r>
            <a:r>
              <a:rPr lang="en-US" sz="1800" i="0" u="none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Case Stud</a:t>
            </a:r>
            <a:r>
              <a:rPr lang="en-US" sz="18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y</a:t>
            </a:r>
            <a:endParaRPr sz="180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BD43D-1BAA-ABC7-D202-004C2BF4B3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45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90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NPTEL — “Software Engineering” course from IIT Kharagpur / Indian Institutes </a:t>
            </a:r>
            <a:r>
              <a:rPr lang="en-US" sz="1800" dirty="0">
                <a:solidFill>
                  <a:srgbClr val="1C367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https://onlinecourses.nptel.ac.in/noc25_cs108/preview?utm_source=chatgpt.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CS &amp; IT Tutorials by Vrushali — “SE 1: Learn Software Engineering from Scratch” (YouTube) </a:t>
            </a:r>
            <a:r>
              <a:rPr lang="en-US" sz="1800" dirty="0">
                <a:solidFill>
                  <a:srgbClr val="1C36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</a:t>
            </a: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IHx9ImEMuzQ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 err="1">
                <a:solidFill>
                  <a:schemeClr val="bg2"/>
                </a:solidFill>
              </a:rPr>
              <a:t>nptelhrd</a:t>
            </a:r>
            <a:r>
              <a:rPr lang="en-US" sz="1800" dirty="0">
                <a:solidFill>
                  <a:schemeClr val="bg2"/>
                </a:solidFill>
              </a:rPr>
              <a:t> (IIT/Bombay) — Lecture series “Introduction to Software Engineering” (free video lecture) </a:t>
            </a:r>
            <a:r>
              <a:rPr lang="en-US" sz="1800" dirty="0">
                <a:solidFill>
                  <a:srgbClr val="1C367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https://www.youtube.com/watch?v=Z6f9ckEElsU&amp;utm_source=chatgpt.</a:t>
            </a:r>
            <a:r>
              <a:rPr lang="en-US" sz="18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Coursera – Introduction to Software Engineering (IBM) </a:t>
            </a:r>
            <a:r>
              <a:rPr lang="en-IN" sz="1800" dirty="0">
                <a:solidFill>
                  <a:schemeClr val="bg2"/>
                </a:solidFill>
              </a:rPr>
              <a:t>https://www.coursera.org/learn/introduction-to-software-engineering</a:t>
            </a:r>
            <a:endParaRPr sz="1800" b="0" i="0" u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6828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2CA7B-4AE1-6762-631D-C29ACAAD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1" y="1525581"/>
            <a:ext cx="3858016" cy="27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2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geeta.e15227@cumail.in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265747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76AE18-B432-4A0C-8613-ACF6D2C40FA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3949</TotalTime>
  <Words>1135</Words>
  <Application>Microsoft Office PowerPoint</Application>
  <PresentationFormat>On-screen Show (16:9)</PresentationFormat>
  <Paragraphs>193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Calibri</vt:lpstr>
      <vt:lpstr>Arial</vt:lpstr>
      <vt:lpstr>Calibri </vt:lpstr>
      <vt:lpstr>Vladimir Script</vt:lpstr>
      <vt:lpstr>Arial Black</vt:lpstr>
      <vt:lpstr>Wingdings</vt:lpstr>
      <vt:lpstr>Cambria</vt:lpstr>
      <vt:lpstr>Times New Roman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 Analysis &amp; Specification</vt:lpstr>
      <vt:lpstr>                                                                            Introduction</vt:lpstr>
      <vt:lpstr>PowerPoint Presentation</vt:lpstr>
      <vt:lpstr>                                                                                 Requirement Analysis - Goals</vt:lpstr>
      <vt:lpstr>                                                                                Activities in Requirement Analysis</vt:lpstr>
      <vt:lpstr>                                                                              Outputs of Requirement Analysis</vt:lpstr>
      <vt:lpstr>                                                                          Requirement Specification</vt:lpstr>
      <vt:lpstr>             </vt:lpstr>
      <vt:lpstr>                                                                               Contents of SRS (IEEE Format)</vt:lpstr>
      <vt:lpstr>                                                                            Characteristics of a Good SRS</vt:lpstr>
      <vt:lpstr>                                                                             Difference: Analysis vs Specification</vt:lpstr>
      <vt:lpstr>                                                                               Importance of These Phases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Geeta arora</cp:lastModifiedBy>
  <cp:revision>83</cp:revision>
  <dcterms:modified xsi:type="dcterms:W3CDTF">2025-12-07T04:15:58Z</dcterms:modified>
</cp:coreProperties>
</file>