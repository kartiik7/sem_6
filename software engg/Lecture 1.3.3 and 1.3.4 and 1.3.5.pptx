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30"/>
  </p:notesMasterIdLst>
  <p:sldIdLst>
    <p:sldId id="362" r:id="rId2"/>
    <p:sldId id="363" r:id="rId3"/>
    <p:sldId id="297" r:id="rId4"/>
    <p:sldId id="364" r:id="rId5"/>
    <p:sldId id="365" r:id="rId6"/>
    <p:sldId id="284" r:id="rId7"/>
    <p:sldId id="306" r:id="rId8"/>
    <p:sldId id="256" r:id="rId9"/>
    <p:sldId id="257" r:id="rId10"/>
    <p:sldId id="371" r:id="rId11"/>
    <p:sldId id="266" r:id="rId12"/>
    <p:sldId id="372" r:id="rId13"/>
    <p:sldId id="258" r:id="rId14"/>
    <p:sldId id="370" r:id="rId15"/>
    <p:sldId id="373" r:id="rId16"/>
    <p:sldId id="259" r:id="rId17"/>
    <p:sldId id="374" r:id="rId18"/>
    <p:sldId id="375" r:id="rId19"/>
    <p:sldId id="260" r:id="rId20"/>
    <p:sldId id="261" r:id="rId21"/>
    <p:sldId id="267" r:id="rId22"/>
    <p:sldId id="262" r:id="rId23"/>
    <p:sldId id="263" r:id="rId24"/>
    <p:sldId id="288" r:id="rId25"/>
    <p:sldId id="343" r:id="rId26"/>
    <p:sldId id="366" r:id="rId27"/>
    <p:sldId id="367" r:id="rId28"/>
    <p:sldId id="368" r:id="rId29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31"/>
    </p:embeddedFont>
    <p:embeddedFont>
      <p:font typeface="Cambria" panose="02040503050406030204" pitchFamily="18" charset="0"/>
      <p:regular r:id="rId32"/>
      <p:bold r:id="rId33"/>
      <p:italic r:id="rId34"/>
      <p:boldItalic r:id="rId35"/>
    </p:embeddedFont>
    <p:embeddedFont>
      <p:font typeface="Lato" panose="020F0502020204030203" pitchFamily="34" charset="0"/>
      <p:regular r:id="rId36"/>
      <p:bold r:id="rId37"/>
      <p:italic r:id="rId38"/>
      <p:boldItalic r:id="rId39"/>
    </p:embeddedFont>
    <p:embeddedFont>
      <p:font typeface="Vladimir Script" panose="03050402040407070305" pitchFamily="66" charset="0"/>
      <p:regular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8" roundtripDataSignature="AMtx7mgIfgr8mz0h5oJT84AK2itezMz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377635-EB9D-4884-B79A-0D259F93817B}">
  <a:tblStyle styleId="{97377635-EB9D-4884-B79A-0D259F93817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9157" autoAdjust="0"/>
  </p:normalViewPr>
  <p:slideViewPr>
    <p:cSldViewPr snapToGrid="0">
      <p:cViewPr varScale="1">
        <p:scale>
          <a:sx n="75" d="100"/>
          <a:sy n="75" d="100"/>
        </p:scale>
        <p:origin x="1044" y="3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55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20" Type="http://schemas.openxmlformats.org/officeDocument/2006/relationships/slide" Target="slides/slide19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3D1CF7C-1514-404F-9BFD-FC8DA48C0B6C}" type="doc">
      <dgm:prSet loTypeId="urn:microsoft.com/office/officeart/2005/8/layout/lProcess2" loCatId="relationship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IN"/>
        </a:p>
      </dgm:t>
    </dgm:pt>
    <dgm:pt modelId="{4002499F-2006-48B3-AC0D-4F4FCD40412B}">
      <dgm:prSet/>
      <dgm:spPr/>
      <dgm:t>
        <a:bodyPr/>
        <a:lstStyle/>
        <a:p>
          <a:r>
            <a:rPr lang="en-US" b="1" i="0"/>
            <a:t>Advantages</a:t>
          </a:r>
          <a:endParaRPr lang="en-IN"/>
        </a:p>
      </dgm:t>
    </dgm:pt>
    <dgm:pt modelId="{1F4C239D-F0B8-40C1-8735-CC93E6D51C0D}" type="parTrans" cxnId="{E13856F0-F4D4-4107-8C41-BCFA5375D867}">
      <dgm:prSet/>
      <dgm:spPr/>
      <dgm:t>
        <a:bodyPr/>
        <a:lstStyle/>
        <a:p>
          <a:endParaRPr lang="en-IN"/>
        </a:p>
      </dgm:t>
    </dgm:pt>
    <dgm:pt modelId="{C8B31D6B-C573-4C9A-B05B-860CF228ED66}" type="sibTrans" cxnId="{E13856F0-F4D4-4107-8C41-BCFA5375D867}">
      <dgm:prSet/>
      <dgm:spPr/>
      <dgm:t>
        <a:bodyPr/>
        <a:lstStyle/>
        <a:p>
          <a:endParaRPr lang="en-IN"/>
        </a:p>
      </dgm:t>
    </dgm:pt>
    <dgm:pt modelId="{E6B95C18-EE61-49B8-961A-D93D742C4F99}">
      <dgm:prSet/>
      <dgm:spPr/>
      <dgm:t>
        <a:bodyPr/>
        <a:lstStyle/>
        <a:p>
          <a:r>
            <a:rPr lang="en-US" b="0" i="0"/>
            <a:t>Simple and easy to understand</a:t>
          </a:r>
          <a:endParaRPr lang="en-IN"/>
        </a:p>
      </dgm:t>
    </dgm:pt>
    <dgm:pt modelId="{0C3C4DE6-5243-49F6-BF7B-7A5D18C00308}" type="parTrans" cxnId="{4C18AA71-5851-4CF1-9741-D1B4EA6EC09E}">
      <dgm:prSet/>
      <dgm:spPr/>
      <dgm:t>
        <a:bodyPr/>
        <a:lstStyle/>
        <a:p>
          <a:endParaRPr lang="en-IN"/>
        </a:p>
      </dgm:t>
    </dgm:pt>
    <dgm:pt modelId="{5054CD12-43B5-4B51-B324-CB9FEC780D2A}" type="sibTrans" cxnId="{4C18AA71-5851-4CF1-9741-D1B4EA6EC09E}">
      <dgm:prSet/>
      <dgm:spPr/>
      <dgm:t>
        <a:bodyPr/>
        <a:lstStyle/>
        <a:p>
          <a:endParaRPr lang="en-IN"/>
        </a:p>
      </dgm:t>
    </dgm:pt>
    <dgm:pt modelId="{5987D494-1034-4C89-9732-D44061B3644D}">
      <dgm:prSet/>
      <dgm:spPr/>
      <dgm:t>
        <a:bodyPr/>
        <a:lstStyle/>
        <a:p>
          <a:r>
            <a:rPr lang="en-US" b="0" i="0"/>
            <a:t>Well-structured documentation</a:t>
          </a:r>
          <a:endParaRPr lang="en-IN"/>
        </a:p>
      </dgm:t>
    </dgm:pt>
    <dgm:pt modelId="{D1A506FF-40C4-4DF6-AFD2-2A3707D38C67}" type="parTrans" cxnId="{892D505D-2454-44BD-B42A-F7A30DF91EBF}">
      <dgm:prSet/>
      <dgm:spPr/>
      <dgm:t>
        <a:bodyPr/>
        <a:lstStyle/>
        <a:p>
          <a:endParaRPr lang="en-IN"/>
        </a:p>
      </dgm:t>
    </dgm:pt>
    <dgm:pt modelId="{FCB98565-75F6-4C77-AD31-5A298EF8A779}" type="sibTrans" cxnId="{892D505D-2454-44BD-B42A-F7A30DF91EBF}">
      <dgm:prSet/>
      <dgm:spPr/>
      <dgm:t>
        <a:bodyPr/>
        <a:lstStyle/>
        <a:p>
          <a:endParaRPr lang="en-IN"/>
        </a:p>
      </dgm:t>
    </dgm:pt>
    <dgm:pt modelId="{4AEBA1D1-F8E1-471B-A927-F3AA2BD8DAB8}">
      <dgm:prSet/>
      <dgm:spPr/>
      <dgm:t>
        <a:bodyPr/>
        <a:lstStyle/>
        <a:p>
          <a:r>
            <a:rPr lang="en-US" b="0" i="0"/>
            <a:t>Suitable for projects with stable requirements</a:t>
          </a:r>
          <a:endParaRPr lang="en-IN"/>
        </a:p>
      </dgm:t>
    </dgm:pt>
    <dgm:pt modelId="{5502ED68-3AD1-4645-9770-DEA36DAE0781}" type="parTrans" cxnId="{373D3737-5B03-435C-B37B-6D2658B8F982}">
      <dgm:prSet/>
      <dgm:spPr/>
      <dgm:t>
        <a:bodyPr/>
        <a:lstStyle/>
        <a:p>
          <a:endParaRPr lang="en-IN"/>
        </a:p>
      </dgm:t>
    </dgm:pt>
    <dgm:pt modelId="{A5B1A639-AB5B-49E9-9555-A33E466A7237}" type="sibTrans" cxnId="{373D3737-5B03-435C-B37B-6D2658B8F982}">
      <dgm:prSet/>
      <dgm:spPr/>
      <dgm:t>
        <a:bodyPr/>
        <a:lstStyle/>
        <a:p>
          <a:endParaRPr lang="en-IN"/>
        </a:p>
      </dgm:t>
    </dgm:pt>
    <dgm:pt modelId="{46FB9F15-433E-488A-8547-AA2243F5D1D2}">
      <dgm:prSet/>
      <dgm:spPr/>
      <dgm:t>
        <a:bodyPr/>
        <a:lstStyle/>
        <a:p>
          <a:r>
            <a:rPr lang="en-US" b="1" i="0"/>
            <a:t>Disadvantages</a:t>
          </a:r>
          <a:endParaRPr lang="en-IN"/>
        </a:p>
      </dgm:t>
    </dgm:pt>
    <dgm:pt modelId="{C984F305-07DB-4429-AE37-0211F136202A}" type="parTrans" cxnId="{B6C402E0-2858-418E-A69E-AD4CD0166AE4}">
      <dgm:prSet/>
      <dgm:spPr/>
      <dgm:t>
        <a:bodyPr/>
        <a:lstStyle/>
        <a:p>
          <a:endParaRPr lang="en-IN"/>
        </a:p>
      </dgm:t>
    </dgm:pt>
    <dgm:pt modelId="{EA9AB4E5-C2CC-4845-AFE9-2D7E99344143}" type="sibTrans" cxnId="{B6C402E0-2858-418E-A69E-AD4CD0166AE4}">
      <dgm:prSet/>
      <dgm:spPr/>
      <dgm:t>
        <a:bodyPr/>
        <a:lstStyle/>
        <a:p>
          <a:endParaRPr lang="en-IN"/>
        </a:p>
      </dgm:t>
    </dgm:pt>
    <dgm:pt modelId="{44354AE4-4F79-4169-989F-A25175542AD0}">
      <dgm:prSet/>
      <dgm:spPr/>
      <dgm:t>
        <a:bodyPr/>
        <a:lstStyle/>
        <a:p>
          <a:r>
            <a:rPr lang="en-US" b="0" i="0"/>
            <a:t>No customer feedback during development</a:t>
          </a:r>
          <a:endParaRPr lang="en-IN"/>
        </a:p>
      </dgm:t>
    </dgm:pt>
    <dgm:pt modelId="{F5225B85-47B6-431D-BA41-19E5EF1D72E3}" type="parTrans" cxnId="{D50A3BD2-3A12-4122-84BB-B61CCB80480E}">
      <dgm:prSet/>
      <dgm:spPr/>
      <dgm:t>
        <a:bodyPr/>
        <a:lstStyle/>
        <a:p>
          <a:endParaRPr lang="en-IN"/>
        </a:p>
      </dgm:t>
    </dgm:pt>
    <dgm:pt modelId="{9602F150-6C21-4DE9-885A-0AF4A11707ED}" type="sibTrans" cxnId="{D50A3BD2-3A12-4122-84BB-B61CCB80480E}">
      <dgm:prSet/>
      <dgm:spPr/>
      <dgm:t>
        <a:bodyPr/>
        <a:lstStyle/>
        <a:p>
          <a:endParaRPr lang="en-IN"/>
        </a:p>
      </dgm:t>
    </dgm:pt>
    <dgm:pt modelId="{0D8ADD8E-FA77-4EBF-BDA9-1A3A85ED12D6}">
      <dgm:prSet/>
      <dgm:spPr/>
      <dgm:t>
        <a:bodyPr/>
        <a:lstStyle/>
        <a:p>
          <a:r>
            <a:rPr lang="en-US" b="0" i="0"/>
            <a:t>Difficult to make changes</a:t>
          </a:r>
          <a:endParaRPr lang="en-IN"/>
        </a:p>
      </dgm:t>
    </dgm:pt>
    <dgm:pt modelId="{B2291B4E-6F47-4B4E-8C39-60BEBE0BA287}" type="parTrans" cxnId="{C5391A48-C3FE-4CCC-ACBF-7675EE3173A4}">
      <dgm:prSet/>
      <dgm:spPr/>
      <dgm:t>
        <a:bodyPr/>
        <a:lstStyle/>
        <a:p>
          <a:endParaRPr lang="en-IN"/>
        </a:p>
      </dgm:t>
    </dgm:pt>
    <dgm:pt modelId="{9E0EDDC8-0AEF-4A16-B9E6-6B40ED41FF53}" type="sibTrans" cxnId="{C5391A48-C3FE-4CCC-ACBF-7675EE3173A4}">
      <dgm:prSet/>
      <dgm:spPr/>
      <dgm:t>
        <a:bodyPr/>
        <a:lstStyle/>
        <a:p>
          <a:endParaRPr lang="en-IN"/>
        </a:p>
      </dgm:t>
    </dgm:pt>
    <dgm:pt modelId="{290E9784-82FC-4616-88E6-6553CF24CE91}">
      <dgm:prSet/>
      <dgm:spPr/>
      <dgm:t>
        <a:bodyPr/>
        <a:lstStyle/>
        <a:p>
          <a:r>
            <a:rPr lang="en-US" b="0" i="0"/>
            <a:t>Late testing increases risk</a:t>
          </a:r>
          <a:endParaRPr lang="en-IN"/>
        </a:p>
      </dgm:t>
    </dgm:pt>
    <dgm:pt modelId="{F79F49A7-9225-46D6-A095-C82322750E0A}" type="parTrans" cxnId="{8A155DA9-25A4-4709-907E-AD63D7E66A9D}">
      <dgm:prSet/>
      <dgm:spPr/>
      <dgm:t>
        <a:bodyPr/>
        <a:lstStyle/>
        <a:p>
          <a:endParaRPr lang="en-IN"/>
        </a:p>
      </dgm:t>
    </dgm:pt>
    <dgm:pt modelId="{09479559-D016-4266-B158-E32C1DBBE8D5}" type="sibTrans" cxnId="{8A155DA9-25A4-4709-907E-AD63D7E66A9D}">
      <dgm:prSet/>
      <dgm:spPr/>
      <dgm:t>
        <a:bodyPr/>
        <a:lstStyle/>
        <a:p>
          <a:endParaRPr lang="en-IN"/>
        </a:p>
      </dgm:t>
    </dgm:pt>
    <dgm:pt modelId="{66D32287-841D-44A1-81DE-C4E6D4FDCBCB}" type="pres">
      <dgm:prSet presAssocID="{33D1CF7C-1514-404F-9BFD-FC8DA48C0B6C}" presName="theList" presStyleCnt="0">
        <dgm:presLayoutVars>
          <dgm:dir/>
          <dgm:animLvl val="lvl"/>
          <dgm:resizeHandles val="exact"/>
        </dgm:presLayoutVars>
      </dgm:prSet>
      <dgm:spPr/>
    </dgm:pt>
    <dgm:pt modelId="{2473F20A-A1D1-43D3-84CC-D15457A46D77}" type="pres">
      <dgm:prSet presAssocID="{4002499F-2006-48B3-AC0D-4F4FCD40412B}" presName="compNode" presStyleCnt="0"/>
      <dgm:spPr/>
    </dgm:pt>
    <dgm:pt modelId="{9D69EF26-3374-45AD-B935-5A52DC1B7536}" type="pres">
      <dgm:prSet presAssocID="{4002499F-2006-48B3-AC0D-4F4FCD40412B}" presName="aNode" presStyleLbl="bgShp" presStyleIdx="0" presStyleCnt="2"/>
      <dgm:spPr/>
    </dgm:pt>
    <dgm:pt modelId="{ED25D6BB-8A31-4841-B362-9FF47635C85A}" type="pres">
      <dgm:prSet presAssocID="{4002499F-2006-48B3-AC0D-4F4FCD40412B}" presName="textNode" presStyleLbl="bgShp" presStyleIdx="0" presStyleCnt="2"/>
      <dgm:spPr/>
    </dgm:pt>
    <dgm:pt modelId="{36AB1D22-E28A-4EBF-B84A-2C098694B8C8}" type="pres">
      <dgm:prSet presAssocID="{4002499F-2006-48B3-AC0D-4F4FCD40412B}" presName="compChildNode" presStyleCnt="0"/>
      <dgm:spPr/>
    </dgm:pt>
    <dgm:pt modelId="{AAAC91C2-439D-4EF0-908A-B19B1A4EC01A}" type="pres">
      <dgm:prSet presAssocID="{4002499F-2006-48B3-AC0D-4F4FCD40412B}" presName="theInnerList" presStyleCnt="0"/>
      <dgm:spPr/>
    </dgm:pt>
    <dgm:pt modelId="{C0098E48-214B-4DD2-A720-B4523D1E494A}" type="pres">
      <dgm:prSet presAssocID="{E6B95C18-EE61-49B8-961A-D93D742C4F99}" presName="childNode" presStyleLbl="node1" presStyleIdx="0" presStyleCnt="6">
        <dgm:presLayoutVars>
          <dgm:bulletEnabled val="1"/>
        </dgm:presLayoutVars>
      </dgm:prSet>
      <dgm:spPr/>
    </dgm:pt>
    <dgm:pt modelId="{E0080493-87B3-4932-92E4-B174B5B95D3F}" type="pres">
      <dgm:prSet presAssocID="{E6B95C18-EE61-49B8-961A-D93D742C4F99}" presName="aSpace2" presStyleCnt="0"/>
      <dgm:spPr/>
    </dgm:pt>
    <dgm:pt modelId="{1F7A33F0-D23A-49CD-A45B-34B4A4430579}" type="pres">
      <dgm:prSet presAssocID="{5987D494-1034-4C89-9732-D44061B3644D}" presName="childNode" presStyleLbl="node1" presStyleIdx="1" presStyleCnt="6">
        <dgm:presLayoutVars>
          <dgm:bulletEnabled val="1"/>
        </dgm:presLayoutVars>
      </dgm:prSet>
      <dgm:spPr/>
    </dgm:pt>
    <dgm:pt modelId="{CC6E13C7-2766-486D-8E65-3A4208696CD9}" type="pres">
      <dgm:prSet presAssocID="{5987D494-1034-4C89-9732-D44061B3644D}" presName="aSpace2" presStyleCnt="0"/>
      <dgm:spPr/>
    </dgm:pt>
    <dgm:pt modelId="{BBE6835E-D6D8-4A5E-85EB-2D6AC27C85DE}" type="pres">
      <dgm:prSet presAssocID="{4AEBA1D1-F8E1-471B-A927-F3AA2BD8DAB8}" presName="childNode" presStyleLbl="node1" presStyleIdx="2" presStyleCnt="6">
        <dgm:presLayoutVars>
          <dgm:bulletEnabled val="1"/>
        </dgm:presLayoutVars>
      </dgm:prSet>
      <dgm:spPr/>
    </dgm:pt>
    <dgm:pt modelId="{383AC1BE-3621-4074-A32F-DFC306E50F8E}" type="pres">
      <dgm:prSet presAssocID="{4002499F-2006-48B3-AC0D-4F4FCD40412B}" presName="aSpace" presStyleCnt="0"/>
      <dgm:spPr/>
    </dgm:pt>
    <dgm:pt modelId="{6DD25EA6-42CA-4CED-99BE-95AC8CAF29EA}" type="pres">
      <dgm:prSet presAssocID="{46FB9F15-433E-488A-8547-AA2243F5D1D2}" presName="compNode" presStyleCnt="0"/>
      <dgm:spPr/>
    </dgm:pt>
    <dgm:pt modelId="{3ECBA71C-B3D5-43E7-BC8F-C5197305C2BB}" type="pres">
      <dgm:prSet presAssocID="{46FB9F15-433E-488A-8547-AA2243F5D1D2}" presName="aNode" presStyleLbl="bgShp" presStyleIdx="1" presStyleCnt="2"/>
      <dgm:spPr/>
    </dgm:pt>
    <dgm:pt modelId="{255536BF-186D-46AC-A50E-F78AAC051FA7}" type="pres">
      <dgm:prSet presAssocID="{46FB9F15-433E-488A-8547-AA2243F5D1D2}" presName="textNode" presStyleLbl="bgShp" presStyleIdx="1" presStyleCnt="2"/>
      <dgm:spPr/>
    </dgm:pt>
    <dgm:pt modelId="{7E2736E0-3B23-4E46-95C6-1994022384ED}" type="pres">
      <dgm:prSet presAssocID="{46FB9F15-433E-488A-8547-AA2243F5D1D2}" presName="compChildNode" presStyleCnt="0"/>
      <dgm:spPr/>
    </dgm:pt>
    <dgm:pt modelId="{284E6586-AEBF-473C-BC7F-1642D359F783}" type="pres">
      <dgm:prSet presAssocID="{46FB9F15-433E-488A-8547-AA2243F5D1D2}" presName="theInnerList" presStyleCnt="0"/>
      <dgm:spPr/>
    </dgm:pt>
    <dgm:pt modelId="{38D10AF7-5726-46C1-B611-BF1B6FB21019}" type="pres">
      <dgm:prSet presAssocID="{44354AE4-4F79-4169-989F-A25175542AD0}" presName="childNode" presStyleLbl="node1" presStyleIdx="3" presStyleCnt="6">
        <dgm:presLayoutVars>
          <dgm:bulletEnabled val="1"/>
        </dgm:presLayoutVars>
      </dgm:prSet>
      <dgm:spPr/>
    </dgm:pt>
    <dgm:pt modelId="{4386FD83-BA5E-431A-BCFB-AF929E1BA5AC}" type="pres">
      <dgm:prSet presAssocID="{44354AE4-4F79-4169-989F-A25175542AD0}" presName="aSpace2" presStyleCnt="0"/>
      <dgm:spPr/>
    </dgm:pt>
    <dgm:pt modelId="{52AC0923-BABE-44C7-B41E-17220236A8B6}" type="pres">
      <dgm:prSet presAssocID="{0D8ADD8E-FA77-4EBF-BDA9-1A3A85ED12D6}" presName="childNode" presStyleLbl="node1" presStyleIdx="4" presStyleCnt="6">
        <dgm:presLayoutVars>
          <dgm:bulletEnabled val="1"/>
        </dgm:presLayoutVars>
      </dgm:prSet>
      <dgm:spPr/>
    </dgm:pt>
    <dgm:pt modelId="{61A7654F-BF07-40A3-84D9-D148AF97A611}" type="pres">
      <dgm:prSet presAssocID="{0D8ADD8E-FA77-4EBF-BDA9-1A3A85ED12D6}" presName="aSpace2" presStyleCnt="0"/>
      <dgm:spPr/>
    </dgm:pt>
    <dgm:pt modelId="{AF3A3A54-2EDB-4324-8609-5BB3EF72C605}" type="pres">
      <dgm:prSet presAssocID="{290E9784-82FC-4616-88E6-6553CF24CE91}" presName="childNode" presStyleLbl="node1" presStyleIdx="5" presStyleCnt="6">
        <dgm:presLayoutVars>
          <dgm:bulletEnabled val="1"/>
        </dgm:presLayoutVars>
      </dgm:prSet>
      <dgm:spPr/>
    </dgm:pt>
  </dgm:ptLst>
  <dgm:cxnLst>
    <dgm:cxn modelId="{449DDB07-AFFB-4996-B666-26F8EBB07F2F}" type="presOf" srcId="{4002499F-2006-48B3-AC0D-4F4FCD40412B}" destId="{9D69EF26-3374-45AD-B935-5A52DC1B7536}" srcOrd="0" destOrd="0" presId="urn:microsoft.com/office/officeart/2005/8/layout/lProcess2"/>
    <dgm:cxn modelId="{BD009F32-7C64-4E7D-8B84-62E8944AF80B}" type="presOf" srcId="{4AEBA1D1-F8E1-471B-A927-F3AA2BD8DAB8}" destId="{BBE6835E-D6D8-4A5E-85EB-2D6AC27C85DE}" srcOrd="0" destOrd="0" presId="urn:microsoft.com/office/officeart/2005/8/layout/lProcess2"/>
    <dgm:cxn modelId="{373D3737-5B03-435C-B37B-6D2658B8F982}" srcId="{4002499F-2006-48B3-AC0D-4F4FCD40412B}" destId="{4AEBA1D1-F8E1-471B-A927-F3AA2BD8DAB8}" srcOrd="2" destOrd="0" parTransId="{5502ED68-3AD1-4645-9770-DEA36DAE0781}" sibTransId="{A5B1A639-AB5B-49E9-9555-A33E466A7237}"/>
    <dgm:cxn modelId="{892D505D-2454-44BD-B42A-F7A30DF91EBF}" srcId="{4002499F-2006-48B3-AC0D-4F4FCD40412B}" destId="{5987D494-1034-4C89-9732-D44061B3644D}" srcOrd="1" destOrd="0" parTransId="{D1A506FF-40C4-4DF6-AFD2-2A3707D38C67}" sibTransId="{FCB98565-75F6-4C77-AD31-5A298EF8A779}"/>
    <dgm:cxn modelId="{8FF46741-96DC-462A-8BD0-7B875186178E}" type="presOf" srcId="{4002499F-2006-48B3-AC0D-4F4FCD40412B}" destId="{ED25D6BB-8A31-4841-B362-9FF47635C85A}" srcOrd="1" destOrd="0" presId="urn:microsoft.com/office/officeart/2005/8/layout/lProcess2"/>
    <dgm:cxn modelId="{E03B8A67-2028-438B-9A6C-52D9142CC936}" type="presOf" srcId="{44354AE4-4F79-4169-989F-A25175542AD0}" destId="{38D10AF7-5726-46C1-B611-BF1B6FB21019}" srcOrd="0" destOrd="0" presId="urn:microsoft.com/office/officeart/2005/8/layout/lProcess2"/>
    <dgm:cxn modelId="{C5391A48-C3FE-4CCC-ACBF-7675EE3173A4}" srcId="{46FB9F15-433E-488A-8547-AA2243F5D1D2}" destId="{0D8ADD8E-FA77-4EBF-BDA9-1A3A85ED12D6}" srcOrd="1" destOrd="0" parTransId="{B2291B4E-6F47-4B4E-8C39-60BEBE0BA287}" sibTransId="{9E0EDDC8-0AEF-4A16-B9E6-6B40ED41FF53}"/>
    <dgm:cxn modelId="{B74B4369-0C8B-417C-9FAA-2DBBA8BCCE69}" type="presOf" srcId="{46FB9F15-433E-488A-8547-AA2243F5D1D2}" destId="{3ECBA71C-B3D5-43E7-BC8F-C5197305C2BB}" srcOrd="0" destOrd="0" presId="urn:microsoft.com/office/officeart/2005/8/layout/lProcess2"/>
    <dgm:cxn modelId="{4C18AA71-5851-4CF1-9741-D1B4EA6EC09E}" srcId="{4002499F-2006-48B3-AC0D-4F4FCD40412B}" destId="{E6B95C18-EE61-49B8-961A-D93D742C4F99}" srcOrd="0" destOrd="0" parTransId="{0C3C4DE6-5243-49F6-BF7B-7A5D18C00308}" sibTransId="{5054CD12-43B5-4B51-B324-CB9FEC780D2A}"/>
    <dgm:cxn modelId="{30650276-DF3D-494A-A068-DF8AE8224908}" type="presOf" srcId="{33D1CF7C-1514-404F-9BFD-FC8DA48C0B6C}" destId="{66D32287-841D-44A1-81DE-C4E6D4FDCBCB}" srcOrd="0" destOrd="0" presId="urn:microsoft.com/office/officeart/2005/8/layout/lProcess2"/>
    <dgm:cxn modelId="{8A155DA9-25A4-4709-907E-AD63D7E66A9D}" srcId="{46FB9F15-433E-488A-8547-AA2243F5D1D2}" destId="{290E9784-82FC-4616-88E6-6553CF24CE91}" srcOrd="2" destOrd="0" parTransId="{F79F49A7-9225-46D6-A095-C82322750E0A}" sibTransId="{09479559-D016-4266-B158-E32C1DBBE8D5}"/>
    <dgm:cxn modelId="{7FAB8BBC-F2FE-4DFE-8683-FAAED7160046}" type="presOf" srcId="{0D8ADD8E-FA77-4EBF-BDA9-1A3A85ED12D6}" destId="{52AC0923-BABE-44C7-B41E-17220236A8B6}" srcOrd="0" destOrd="0" presId="urn:microsoft.com/office/officeart/2005/8/layout/lProcess2"/>
    <dgm:cxn modelId="{7160D6BD-9F58-4F3F-B2E9-1EE200274388}" type="presOf" srcId="{290E9784-82FC-4616-88E6-6553CF24CE91}" destId="{AF3A3A54-2EDB-4324-8609-5BB3EF72C605}" srcOrd="0" destOrd="0" presId="urn:microsoft.com/office/officeart/2005/8/layout/lProcess2"/>
    <dgm:cxn modelId="{D6B610C6-270C-4295-B892-816FABC00864}" type="presOf" srcId="{E6B95C18-EE61-49B8-961A-D93D742C4F99}" destId="{C0098E48-214B-4DD2-A720-B4523D1E494A}" srcOrd="0" destOrd="0" presId="urn:microsoft.com/office/officeart/2005/8/layout/lProcess2"/>
    <dgm:cxn modelId="{A034C7CF-5FA3-47DC-B8C7-8D7B8C99100A}" type="presOf" srcId="{5987D494-1034-4C89-9732-D44061B3644D}" destId="{1F7A33F0-D23A-49CD-A45B-34B4A4430579}" srcOrd="0" destOrd="0" presId="urn:microsoft.com/office/officeart/2005/8/layout/lProcess2"/>
    <dgm:cxn modelId="{D50A3BD2-3A12-4122-84BB-B61CCB80480E}" srcId="{46FB9F15-433E-488A-8547-AA2243F5D1D2}" destId="{44354AE4-4F79-4169-989F-A25175542AD0}" srcOrd="0" destOrd="0" parTransId="{F5225B85-47B6-431D-BA41-19E5EF1D72E3}" sibTransId="{9602F150-6C21-4DE9-885A-0AF4A11707ED}"/>
    <dgm:cxn modelId="{C14474D9-A1F0-4100-B13C-246EA29DB392}" type="presOf" srcId="{46FB9F15-433E-488A-8547-AA2243F5D1D2}" destId="{255536BF-186D-46AC-A50E-F78AAC051FA7}" srcOrd="1" destOrd="0" presId="urn:microsoft.com/office/officeart/2005/8/layout/lProcess2"/>
    <dgm:cxn modelId="{B6C402E0-2858-418E-A69E-AD4CD0166AE4}" srcId="{33D1CF7C-1514-404F-9BFD-FC8DA48C0B6C}" destId="{46FB9F15-433E-488A-8547-AA2243F5D1D2}" srcOrd="1" destOrd="0" parTransId="{C984F305-07DB-4429-AE37-0211F136202A}" sibTransId="{EA9AB4E5-C2CC-4845-AFE9-2D7E99344143}"/>
    <dgm:cxn modelId="{E13856F0-F4D4-4107-8C41-BCFA5375D867}" srcId="{33D1CF7C-1514-404F-9BFD-FC8DA48C0B6C}" destId="{4002499F-2006-48B3-AC0D-4F4FCD40412B}" srcOrd="0" destOrd="0" parTransId="{1F4C239D-F0B8-40C1-8735-CC93E6D51C0D}" sibTransId="{C8B31D6B-C573-4C9A-B05B-860CF228ED66}"/>
    <dgm:cxn modelId="{E3B621F0-F4CA-4019-BBEF-40AA25E0C8DC}" type="presParOf" srcId="{66D32287-841D-44A1-81DE-C4E6D4FDCBCB}" destId="{2473F20A-A1D1-43D3-84CC-D15457A46D77}" srcOrd="0" destOrd="0" presId="urn:microsoft.com/office/officeart/2005/8/layout/lProcess2"/>
    <dgm:cxn modelId="{199D1741-BA8B-40A1-96B7-2D059057D273}" type="presParOf" srcId="{2473F20A-A1D1-43D3-84CC-D15457A46D77}" destId="{9D69EF26-3374-45AD-B935-5A52DC1B7536}" srcOrd="0" destOrd="0" presId="urn:microsoft.com/office/officeart/2005/8/layout/lProcess2"/>
    <dgm:cxn modelId="{2E2EEF15-9134-4EAC-9354-A7B7C3109B5D}" type="presParOf" srcId="{2473F20A-A1D1-43D3-84CC-D15457A46D77}" destId="{ED25D6BB-8A31-4841-B362-9FF47635C85A}" srcOrd="1" destOrd="0" presId="urn:microsoft.com/office/officeart/2005/8/layout/lProcess2"/>
    <dgm:cxn modelId="{CAF4641C-E3E7-40A2-8795-6CC5A9621D01}" type="presParOf" srcId="{2473F20A-A1D1-43D3-84CC-D15457A46D77}" destId="{36AB1D22-E28A-4EBF-B84A-2C098694B8C8}" srcOrd="2" destOrd="0" presId="urn:microsoft.com/office/officeart/2005/8/layout/lProcess2"/>
    <dgm:cxn modelId="{74D539DD-6CAE-48D5-A5B6-E4F2E3ADEA70}" type="presParOf" srcId="{36AB1D22-E28A-4EBF-B84A-2C098694B8C8}" destId="{AAAC91C2-439D-4EF0-908A-B19B1A4EC01A}" srcOrd="0" destOrd="0" presId="urn:microsoft.com/office/officeart/2005/8/layout/lProcess2"/>
    <dgm:cxn modelId="{2B561238-517B-4C99-BCBB-549A491EB300}" type="presParOf" srcId="{AAAC91C2-439D-4EF0-908A-B19B1A4EC01A}" destId="{C0098E48-214B-4DD2-A720-B4523D1E494A}" srcOrd="0" destOrd="0" presId="urn:microsoft.com/office/officeart/2005/8/layout/lProcess2"/>
    <dgm:cxn modelId="{5385BD4D-3848-4A21-A750-3871CB3CA99A}" type="presParOf" srcId="{AAAC91C2-439D-4EF0-908A-B19B1A4EC01A}" destId="{E0080493-87B3-4932-92E4-B174B5B95D3F}" srcOrd="1" destOrd="0" presId="urn:microsoft.com/office/officeart/2005/8/layout/lProcess2"/>
    <dgm:cxn modelId="{BEC32C85-EE78-427E-B0CC-07D01D92A60B}" type="presParOf" srcId="{AAAC91C2-439D-4EF0-908A-B19B1A4EC01A}" destId="{1F7A33F0-D23A-49CD-A45B-34B4A4430579}" srcOrd="2" destOrd="0" presId="urn:microsoft.com/office/officeart/2005/8/layout/lProcess2"/>
    <dgm:cxn modelId="{1F23D36C-EF9F-4E31-9A5E-23B9A0081906}" type="presParOf" srcId="{AAAC91C2-439D-4EF0-908A-B19B1A4EC01A}" destId="{CC6E13C7-2766-486D-8E65-3A4208696CD9}" srcOrd="3" destOrd="0" presId="urn:microsoft.com/office/officeart/2005/8/layout/lProcess2"/>
    <dgm:cxn modelId="{56096E31-EFE6-4E80-AA1C-08D3B99307CB}" type="presParOf" srcId="{AAAC91C2-439D-4EF0-908A-B19B1A4EC01A}" destId="{BBE6835E-D6D8-4A5E-85EB-2D6AC27C85DE}" srcOrd="4" destOrd="0" presId="urn:microsoft.com/office/officeart/2005/8/layout/lProcess2"/>
    <dgm:cxn modelId="{B6D50A71-EA61-4AE9-B174-5055D196A925}" type="presParOf" srcId="{66D32287-841D-44A1-81DE-C4E6D4FDCBCB}" destId="{383AC1BE-3621-4074-A32F-DFC306E50F8E}" srcOrd="1" destOrd="0" presId="urn:microsoft.com/office/officeart/2005/8/layout/lProcess2"/>
    <dgm:cxn modelId="{6917A876-35E6-437C-8C89-A28D69E94210}" type="presParOf" srcId="{66D32287-841D-44A1-81DE-C4E6D4FDCBCB}" destId="{6DD25EA6-42CA-4CED-99BE-95AC8CAF29EA}" srcOrd="2" destOrd="0" presId="urn:microsoft.com/office/officeart/2005/8/layout/lProcess2"/>
    <dgm:cxn modelId="{D3588F86-BBA4-4B94-A4A4-E67D56B311CB}" type="presParOf" srcId="{6DD25EA6-42CA-4CED-99BE-95AC8CAF29EA}" destId="{3ECBA71C-B3D5-43E7-BC8F-C5197305C2BB}" srcOrd="0" destOrd="0" presId="urn:microsoft.com/office/officeart/2005/8/layout/lProcess2"/>
    <dgm:cxn modelId="{978B41AA-8C6C-4025-84AE-A6CC06920E85}" type="presParOf" srcId="{6DD25EA6-42CA-4CED-99BE-95AC8CAF29EA}" destId="{255536BF-186D-46AC-A50E-F78AAC051FA7}" srcOrd="1" destOrd="0" presId="urn:microsoft.com/office/officeart/2005/8/layout/lProcess2"/>
    <dgm:cxn modelId="{8C1AD23C-500E-4688-A77D-691F1869EC83}" type="presParOf" srcId="{6DD25EA6-42CA-4CED-99BE-95AC8CAF29EA}" destId="{7E2736E0-3B23-4E46-95C6-1994022384ED}" srcOrd="2" destOrd="0" presId="urn:microsoft.com/office/officeart/2005/8/layout/lProcess2"/>
    <dgm:cxn modelId="{ADB5140D-C8A8-453E-8FA9-D46E38643787}" type="presParOf" srcId="{7E2736E0-3B23-4E46-95C6-1994022384ED}" destId="{284E6586-AEBF-473C-BC7F-1642D359F783}" srcOrd="0" destOrd="0" presId="urn:microsoft.com/office/officeart/2005/8/layout/lProcess2"/>
    <dgm:cxn modelId="{58AD4EAD-0080-4BD4-8D4D-2AAD0F9005C3}" type="presParOf" srcId="{284E6586-AEBF-473C-BC7F-1642D359F783}" destId="{38D10AF7-5726-46C1-B611-BF1B6FB21019}" srcOrd="0" destOrd="0" presId="urn:microsoft.com/office/officeart/2005/8/layout/lProcess2"/>
    <dgm:cxn modelId="{46774492-4AAC-4CED-B4CC-9D5C41F54B23}" type="presParOf" srcId="{284E6586-AEBF-473C-BC7F-1642D359F783}" destId="{4386FD83-BA5E-431A-BCFB-AF929E1BA5AC}" srcOrd="1" destOrd="0" presId="urn:microsoft.com/office/officeart/2005/8/layout/lProcess2"/>
    <dgm:cxn modelId="{231FE95A-4C17-43C1-BCD1-2A5BF7B022DA}" type="presParOf" srcId="{284E6586-AEBF-473C-BC7F-1642D359F783}" destId="{52AC0923-BABE-44C7-B41E-17220236A8B6}" srcOrd="2" destOrd="0" presId="urn:microsoft.com/office/officeart/2005/8/layout/lProcess2"/>
    <dgm:cxn modelId="{1CF5510A-2A53-44F6-9A31-C8DAF5EA4692}" type="presParOf" srcId="{284E6586-AEBF-473C-BC7F-1642D359F783}" destId="{61A7654F-BF07-40A3-84D9-D148AF97A611}" srcOrd="3" destOrd="0" presId="urn:microsoft.com/office/officeart/2005/8/layout/lProcess2"/>
    <dgm:cxn modelId="{761F793B-B772-4E91-8BF5-C9E4771C5624}" type="presParOf" srcId="{284E6586-AEBF-473C-BC7F-1642D359F783}" destId="{AF3A3A54-2EDB-4324-8609-5BB3EF72C605}" srcOrd="4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BC07954-83E7-44CA-B6F5-90A6CFAE411B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IN"/>
        </a:p>
      </dgm:t>
    </dgm:pt>
    <dgm:pt modelId="{A9694E4E-F98A-49E7-BB20-5E91A817FEB3}">
      <dgm:prSet/>
      <dgm:spPr/>
      <dgm:t>
        <a:bodyPr/>
        <a:lstStyle/>
        <a:p>
          <a:r>
            <a:rPr lang="en-US" b="1" i="0" baseline="0" dirty="0"/>
            <a:t>Example/Best Use Case:</a:t>
          </a:r>
          <a:r>
            <a:rPr lang="en-US" b="0" i="0" baseline="0" dirty="0"/>
            <a:t> Developing a system for a regulated industry (e.g., healthcare, government, or defense systems) with strict compliance needs and fixed, well-understood requirements. </a:t>
          </a:r>
          <a:endParaRPr lang="en-IN" dirty="0"/>
        </a:p>
      </dgm:t>
    </dgm:pt>
    <dgm:pt modelId="{25ED9B90-289D-4B9C-8A8C-1685096BFEDB}" type="parTrans" cxnId="{1769B59B-4F2D-4FF2-B784-C7AC0AABB336}">
      <dgm:prSet/>
      <dgm:spPr/>
      <dgm:t>
        <a:bodyPr/>
        <a:lstStyle/>
        <a:p>
          <a:endParaRPr lang="en-IN"/>
        </a:p>
      </dgm:t>
    </dgm:pt>
    <dgm:pt modelId="{59329130-77A9-4868-9915-4B22EC344FE5}" type="sibTrans" cxnId="{1769B59B-4F2D-4FF2-B784-C7AC0AABB336}">
      <dgm:prSet/>
      <dgm:spPr/>
      <dgm:t>
        <a:bodyPr/>
        <a:lstStyle/>
        <a:p>
          <a:endParaRPr lang="en-IN"/>
        </a:p>
      </dgm:t>
    </dgm:pt>
    <dgm:pt modelId="{C128DDAF-AE4D-4FF3-B740-F877C653E0B4}">
      <dgm:prSet/>
      <dgm:spPr/>
      <dgm:t>
        <a:bodyPr/>
        <a:lstStyle/>
        <a:p>
          <a:r>
            <a:rPr lang="en-US" b="1" i="0"/>
            <a:t>Payroll Management System</a:t>
          </a:r>
          <a:r>
            <a:rPr lang="en-US" b="0" i="0"/>
            <a:t>, where requirements are fixed and well-known.</a:t>
          </a:r>
          <a:endParaRPr lang="en-IN"/>
        </a:p>
      </dgm:t>
    </dgm:pt>
    <dgm:pt modelId="{00154973-3C27-444B-9B27-B7F81237C5ED}" type="parTrans" cxnId="{5366762C-17DA-429B-965A-02D79D39CE9C}">
      <dgm:prSet/>
      <dgm:spPr/>
      <dgm:t>
        <a:bodyPr/>
        <a:lstStyle/>
        <a:p>
          <a:endParaRPr lang="en-IN"/>
        </a:p>
      </dgm:t>
    </dgm:pt>
    <dgm:pt modelId="{C307DD7F-E382-44C4-B99B-FFE5A53538E8}" type="sibTrans" cxnId="{5366762C-17DA-429B-965A-02D79D39CE9C}">
      <dgm:prSet/>
      <dgm:spPr/>
      <dgm:t>
        <a:bodyPr/>
        <a:lstStyle/>
        <a:p>
          <a:endParaRPr lang="en-IN"/>
        </a:p>
      </dgm:t>
    </dgm:pt>
    <dgm:pt modelId="{B6A78BC7-0843-4367-9209-936AF4D5CB11}" type="pres">
      <dgm:prSet presAssocID="{3BC07954-83E7-44CA-B6F5-90A6CFAE411B}" presName="linear" presStyleCnt="0">
        <dgm:presLayoutVars>
          <dgm:animLvl val="lvl"/>
          <dgm:resizeHandles val="exact"/>
        </dgm:presLayoutVars>
      </dgm:prSet>
      <dgm:spPr/>
    </dgm:pt>
    <dgm:pt modelId="{56EEA779-BECB-4D8E-A294-E3FD3455D0E0}" type="pres">
      <dgm:prSet presAssocID="{A9694E4E-F98A-49E7-BB20-5E91A817FEB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D0CE65A-22F8-4267-B7D0-0DD440B76368}" type="pres">
      <dgm:prSet presAssocID="{59329130-77A9-4868-9915-4B22EC344FE5}" presName="spacer" presStyleCnt="0"/>
      <dgm:spPr/>
    </dgm:pt>
    <dgm:pt modelId="{425A5476-ACF5-45DF-A0C3-0857A3B22684}" type="pres">
      <dgm:prSet presAssocID="{C128DDAF-AE4D-4FF3-B740-F877C653E0B4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E649A512-C599-4217-9E64-5E87CB355DCC}" type="presOf" srcId="{3BC07954-83E7-44CA-B6F5-90A6CFAE411B}" destId="{B6A78BC7-0843-4367-9209-936AF4D5CB11}" srcOrd="0" destOrd="0" presId="urn:microsoft.com/office/officeart/2005/8/layout/vList2"/>
    <dgm:cxn modelId="{5366762C-17DA-429B-965A-02D79D39CE9C}" srcId="{3BC07954-83E7-44CA-B6F5-90A6CFAE411B}" destId="{C128DDAF-AE4D-4FF3-B740-F877C653E0B4}" srcOrd="1" destOrd="0" parTransId="{00154973-3C27-444B-9B27-B7F81237C5ED}" sibTransId="{C307DD7F-E382-44C4-B99B-FFE5A53538E8}"/>
    <dgm:cxn modelId="{720CD872-1BB9-42A0-8FEC-C464549B9782}" type="presOf" srcId="{A9694E4E-F98A-49E7-BB20-5E91A817FEB3}" destId="{56EEA779-BECB-4D8E-A294-E3FD3455D0E0}" srcOrd="0" destOrd="0" presId="urn:microsoft.com/office/officeart/2005/8/layout/vList2"/>
    <dgm:cxn modelId="{1769B59B-4F2D-4FF2-B784-C7AC0AABB336}" srcId="{3BC07954-83E7-44CA-B6F5-90A6CFAE411B}" destId="{A9694E4E-F98A-49E7-BB20-5E91A817FEB3}" srcOrd="0" destOrd="0" parTransId="{25ED9B90-289D-4B9C-8A8C-1685096BFEDB}" sibTransId="{59329130-77A9-4868-9915-4B22EC344FE5}"/>
    <dgm:cxn modelId="{CDE408E9-87BD-49FD-B26F-38132BCB4218}" type="presOf" srcId="{C128DDAF-AE4D-4FF3-B740-F877C653E0B4}" destId="{425A5476-ACF5-45DF-A0C3-0857A3B22684}" srcOrd="0" destOrd="0" presId="urn:microsoft.com/office/officeart/2005/8/layout/vList2"/>
    <dgm:cxn modelId="{55763633-95B6-4C5B-9D68-97AC32056A5E}" type="presParOf" srcId="{B6A78BC7-0843-4367-9209-936AF4D5CB11}" destId="{56EEA779-BECB-4D8E-A294-E3FD3455D0E0}" srcOrd="0" destOrd="0" presId="urn:microsoft.com/office/officeart/2005/8/layout/vList2"/>
    <dgm:cxn modelId="{B37D6D95-74A8-4537-AD23-9159F8FF4910}" type="presParOf" srcId="{B6A78BC7-0843-4367-9209-936AF4D5CB11}" destId="{DD0CE65A-22F8-4267-B7D0-0DD440B76368}" srcOrd="1" destOrd="0" presId="urn:microsoft.com/office/officeart/2005/8/layout/vList2"/>
    <dgm:cxn modelId="{3401A2E7-FA4B-4175-AC59-60F835D1698A}" type="presParOf" srcId="{B6A78BC7-0843-4367-9209-936AF4D5CB11}" destId="{425A5476-ACF5-45DF-A0C3-0857A3B22684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7C67E84-CA02-4EDE-ABE9-375B4AC98540}" type="doc">
      <dgm:prSet loTypeId="urn:microsoft.com/office/officeart/2005/8/layout/arrow4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6496EAA3-FCDE-4E2E-85A5-CAD284344C68}">
      <dgm:prSet/>
      <dgm:spPr/>
      <dgm:t>
        <a:bodyPr/>
        <a:lstStyle/>
        <a:p>
          <a:endParaRPr lang="en-IN"/>
        </a:p>
      </dgm:t>
    </dgm:pt>
    <dgm:pt modelId="{248E496C-8C44-459E-9B48-0A07AB22EAC7}" type="parTrans" cxnId="{D92EBB37-ED72-4145-9C16-7A7C21DDDF88}">
      <dgm:prSet/>
      <dgm:spPr/>
      <dgm:t>
        <a:bodyPr/>
        <a:lstStyle/>
        <a:p>
          <a:endParaRPr lang="en-IN"/>
        </a:p>
      </dgm:t>
    </dgm:pt>
    <dgm:pt modelId="{3D1E7C49-7404-4579-B15A-D0E9BAED18FA}" type="sibTrans" cxnId="{D92EBB37-ED72-4145-9C16-7A7C21DDDF88}">
      <dgm:prSet/>
      <dgm:spPr/>
      <dgm:t>
        <a:bodyPr/>
        <a:lstStyle/>
        <a:p>
          <a:endParaRPr lang="en-IN"/>
        </a:p>
      </dgm:t>
    </dgm:pt>
    <dgm:pt modelId="{97A7E906-CCEF-49E1-9066-B8F3B97679D1}">
      <dgm:prSet/>
      <dgm:spPr/>
      <dgm:t>
        <a:bodyPr/>
        <a:lstStyle/>
        <a:p>
          <a:endParaRPr lang="en-IN"/>
        </a:p>
      </dgm:t>
    </dgm:pt>
    <dgm:pt modelId="{63E1DCE6-CCBD-4B29-A321-8DE9F7B7B800}" type="parTrans" cxnId="{4C70E611-6D99-4FE3-9752-A5B8E93B69EF}">
      <dgm:prSet/>
      <dgm:spPr/>
      <dgm:t>
        <a:bodyPr/>
        <a:lstStyle/>
        <a:p>
          <a:endParaRPr lang="en-IN"/>
        </a:p>
      </dgm:t>
    </dgm:pt>
    <dgm:pt modelId="{D40DC802-2062-4CDE-BD22-D5134A486A8A}" type="sibTrans" cxnId="{4C70E611-6D99-4FE3-9752-A5B8E93B69EF}">
      <dgm:prSet/>
      <dgm:spPr/>
      <dgm:t>
        <a:bodyPr/>
        <a:lstStyle/>
        <a:p>
          <a:endParaRPr lang="en-IN"/>
        </a:p>
      </dgm:t>
    </dgm:pt>
    <dgm:pt modelId="{06E4C5D5-6B6F-40CC-8F51-1D77AA286EE7}">
      <dgm:prSet/>
      <dgm:spPr/>
      <dgm:t>
        <a:bodyPr/>
        <a:lstStyle/>
        <a:p>
          <a:endParaRPr lang="en-IN"/>
        </a:p>
      </dgm:t>
    </dgm:pt>
    <dgm:pt modelId="{0405C76B-1C0B-4076-B2B2-5780B87B91BB}" type="parTrans" cxnId="{F8695975-BAB1-4FD2-BD5A-CD106E0CB67B}">
      <dgm:prSet/>
      <dgm:spPr/>
      <dgm:t>
        <a:bodyPr/>
        <a:lstStyle/>
        <a:p>
          <a:endParaRPr lang="en-IN"/>
        </a:p>
      </dgm:t>
    </dgm:pt>
    <dgm:pt modelId="{2F7E04DB-128D-4BDB-A8A3-34D41C8D148C}" type="sibTrans" cxnId="{F8695975-BAB1-4FD2-BD5A-CD106E0CB67B}">
      <dgm:prSet/>
      <dgm:spPr/>
      <dgm:t>
        <a:bodyPr/>
        <a:lstStyle/>
        <a:p>
          <a:endParaRPr lang="en-IN"/>
        </a:p>
      </dgm:t>
    </dgm:pt>
    <dgm:pt modelId="{39D850DB-CAAF-4F99-8C86-464DF169F61B}">
      <dgm:prSet/>
      <dgm:spPr/>
      <dgm:t>
        <a:bodyPr/>
        <a:lstStyle/>
        <a:p>
          <a:endParaRPr lang="en-IN"/>
        </a:p>
      </dgm:t>
    </dgm:pt>
    <dgm:pt modelId="{776D0DDB-5CD6-4CE4-9CDD-AD6E06A3E29D}" type="parTrans" cxnId="{CCFE5D71-6826-4A30-96B5-CD30BD39AE75}">
      <dgm:prSet/>
      <dgm:spPr/>
      <dgm:t>
        <a:bodyPr/>
        <a:lstStyle/>
        <a:p>
          <a:endParaRPr lang="en-IN"/>
        </a:p>
      </dgm:t>
    </dgm:pt>
    <dgm:pt modelId="{BFEA16ED-4A9E-49F5-B55B-55863E0F0972}" type="sibTrans" cxnId="{CCFE5D71-6826-4A30-96B5-CD30BD39AE75}">
      <dgm:prSet/>
      <dgm:spPr/>
      <dgm:t>
        <a:bodyPr/>
        <a:lstStyle/>
        <a:p>
          <a:endParaRPr lang="en-IN"/>
        </a:p>
      </dgm:t>
    </dgm:pt>
    <dgm:pt modelId="{0EAD86AB-FE4A-4702-85C5-B4A05604520A}">
      <dgm:prSet/>
      <dgm:spPr/>
      <dgm:t>
        <a:bodyPr/>
        <a:lstStyle/>
        <a:p>
          <a:endParaRPr lang="en-IN"/>
        </a:p>
      </dgm:t>
    </dgm:pt>
    <dgm:pt modelId="{F03D0F35-A175-433D-8869-79AF6D2BCBD2}" type="parTrans" cxnId="{E36B53CC-A34F-459A-B078-0292BB82CC1A}">
      <dgm:prSet/>
      <dgm:spPr/>
      <dgm:t>
        <a:bodyPr/>
        <a:lstStyle/>
        <a:p>
          <a:endParaRPr lang="en-IN"/>
        </a:p>
      </dgm:t>
    </dgm:pt>
    <dgm:pt modelId="{C128A962-25A8-403B-ACA0-270D28427379}" type="sibTrans" cxnId="{E36B53CC-A34F-459A-B078-0292BB82CC1A}">
      <dgm:prSet/>
      <dgm:spPr/>
      <dgm:t>
        <a:bodyPr/>
        <a:lstStyle/>
        <a:p>
          <a:endParaRPr lang="en-IN"/>
        </a:p>
      </dgm:t>
    </dgm:pt>
    <dgm:pt modelId="{1006BD52-F00D-48A2-9FAD-7D4CE5F82B41}">
      <dgm:prSet/>
      <dgm:spPr/>
      <dgm:t>
        <a:bodyPr/>
        <a:lstStyle/>
        <a:p>
          <a:endParaRPr lang="en-IN"/>
        </a:p>
      </dgm:t>
    </dgm:pt>
    <dgm:pt modelId="{27090D82-F7F5-430F-851C-939DF99E4F06}" type="parTrans" cxnId="{E7C9906E-FB8D-44FA-950E-37D1995B45DB}">
      <dgm:prSet/>
      <dgm:spPr/>
      <dgm:t>
        <a:bodyPr/>
        <a:lstStyle/>
        <a:p>
          <a:endParaRPr lang="en-IN"/>
        </a:p>
      </dgm:t>
    </dgm:pt>
    <dgm:pt modelId="{7ED56F81-2298-478C-BD31-363E8ADA870E}" type="sibTrans" cxnId="{E7C9906E-FB8D-44FA-950E-37D1995B45DB}">
      <dgm:prSet/>
      <dgm:spPr/>
      <dgm:t>
        <a:bodyPr/>
        <a:lstStyle/>
        <a:p>
          <a:endParaRPr lang="en-IN"/>
        </a:p>
      </dgm:t>
    </dgm:pt>
    <dgm:pt modelId="{E467401D-F0CB-4DA1-8643-DDE8072CB95B}">
      <dgm:prSet/>
      <dgm:spPr/>
      <dgm:t>
        <a:bodyPr/>
        <a:lstStyle/>
        <a:p>
          <a:endParaRPr lang="en-IN"/>
        </a:p>
      </dgm:t>
    </dgm:pt>
    <dgm:pt modelId="{FEB105C5-2722-448B-B813-726389C27FAA}" type="parTrans" cxnId="{AE948F19-09F5-44BF-A222-6DA3A05C48E3}">
      <dgm:prSet/>
      <dgm:spPr/>
      <dgm:t>
        <a:bodyPr/>
        <a:lstStyle/>
        <a:p>
          <a:endParaRPr lang="en-IN"/>
        </a:p>
      </dgm:t>
    </dgm:pt>
    <dgm:pt modelId="{A52F210F-E08F-4ABD-BB83-22EA02E2E99C}" type="sibTrans" cxnId="{AE948F19-09F5-44BF-A222-6DA3A05C48E3}">
      <dgm:prSet/>
      <dgm:spPr/>
      <dgm:t>
        <a:bodyPr/>
        <a:lstStyle/>
        <a:p>
          <a:endParaRPr lang="en-IN"/>
        </a:p>
      </dgm:t>
    </dgm:pt>
    <dgm:pt modelId="{C55ADB32-0A9F-4990-9EDA-D308CAE2BE34}" type="pres">
      <dgm:prSet presAssocID="{47C67E84-CA02-4EDE-ABE9-375B4AC98540}" presName="compositeShape" presStyleCnt="0">
        <dgm:presLayoutVars>
          <dgm:chMax val="2"/>
          <dgm:dir/>
          <dgm:resizeHandles val="exact"/>
        </dgm:presLayoutVars>
      </dgm:prSet>
      <dgm:spPr/>
    </dgm:pt>
    <dgm:pt modelId="{36ED3E25-2A0B-4F7D-A007-DFD372D74710}" type="pres">
      <dgm:prSet presAssocID="{6496EAA3-FCDE-4E2E-85A5-CAD284344C68}" presName="upArrow" presStyleLbl="node1" presStyleIdx="0" presStyleCnt="2"/>
      <dgm:spPr/>
    </dgm:pt>
    <dgm:pt modelId="{147DC516-A4B5-4B11-9DA3-AEA62A483356}" type="pres">
      <dgm:prSet presAssocID="{6496EAA3-FCDE-4E2E-85A5-CAD284344C68}" presName="upArrowText" presStyleLbl="revTx" presStyleIdx="0" presStyleCnt="2">
        <dgm:presLayoutVars>
          <dgm:chMax val="0"/>
          <dgm:bulletEnabled val="1"/>
        </dgm:presLayoutVars>
      </dgm:prSet>
      <dgm:spPr/>
    </dgm:pt>
    <dgm:pt modelId="{DA0A1E4A-F5CC-4BE4-A588-05A1CAAA2658}" type="pres">
      <dgm:prSet presAssocID="{97A7E906-CCEF-49E1-9066-B8F3B97679D1}" presName="downArrow" presStyleLbl="node1" presStyleIdx="1" presStyleCnt="2"/>
      <dgm:spPr/>
    </dgm:pt>
    <dgm:pt modelId="{1856DCB3-99F0-406F-8885-D501DB09B891}" type="pres">
      <dgm:prSet presAssocID="{97A7E906-CCEF-49E1-9066-B8F3B97679D1}" presName="downArrowText" presStyleLbl="revTx" presStyleIdx="1" presStyleCnt="2">
        <dgm:presLayoutVars>
          <dgm:chMax val="0"/>
          <dgm:bulletEnabled val="1"/>
        </dgm:presLayoutVars>
      </dgm:prSet>
      <dgm:spPr/>
    </dgm:pt>
  </dgm:ptLst>
  <dgm:cxnLst>
    <dgm:cxn modelId="{4C70E611-6D99-4FE3-9752-A5B8E93B69EF}" srcId="{47C67E84-CA02-4EDE-ABE9-375B4AC98540}" destId="{97A7E906-CCEF-49E1-9066-B8F3B97679D1}" srcOrd="1" destOrd="0" parTransId="{63E1DCE6-CCBD-4B29-A321-8DE9F7B7B800}" sibTransId="{D40DC802-2062-4CDE-BD22-D5134A486A8A}"/>
    <dgm:cxn modelId="{AE948F19-09F5-44BF-A222-6DA3A05C48E3}" srcId="{47C67E84-CA02-4EDE-ABE9-375B4AC98540}" destId="{E467401D-F0CB-4DA1-8643-DDE8072CB95B}" srcOrd="2" destOrd="0" parTransId="{FEB105C5-2722-448B-B813-726389C27FAA}" sibTransId="{A52F210F-E08F-4ABD-BB83-22EA02E2E99C}"/>
    <dgm:cxn modelId="{EFF9091C-EF9A-4295-9D23-68F26958859F}" type="presOf" srcId="{47C67E84-CA02-4EDE-ABE9-375B4AC98540}" destId="{C55ADB32-0A9F-4990-9EDA-D308CAE2BE34}" srcOrd="0" destOrd="0" presId="urn:microsoft.com/office/officeart/2005/8/layout/arrow4"/>
    <dgm:cxn modelId="{A1108C34-13C6-4AA9-8C39-26F6F035BA84}" type="presOf" srcId="{97A7E906-CCEF-49E1-9066-B8F3B97679D1}" destId="{1856DCB3-99F0-406F-8885-D501DB09B891}" srcOrd="0" destOrd="0" presId="urn:microsoft.com/office/officeart/2005/8/layout/arrow4"/>
    <dgm:cxn modelId="{D92EBB37-ED72-4145-9C16-7A7C21DDDF88}" srcId="{47C67E84-CA02-4EDE-ABE9-375B4AC98540}" destId="{6496EAA3-FCDE-4E2E-85A5-CAD284344C68}" srcOrd="0" destOrd="0" parTransId="{248E496C-8C44-459E-9B48-0A07AB22EAC7}" sibTransId="{3D1E7C49-7404-4579-B15A-D0E9BAED18FA}"/>
    <dgm:cxn modelId="{E7C9906E-FB8D-44FA-950E-37D1995B45DB}" srcId="{47C67E84-CA02-4EDE-ABE9-375B4AC98540}" destId="{1006BD52-F00D-48A2-9FAD-7D4CE5F82B41}" srcOrd="6" destOrd="0" parTransId="{27090D82-F7F5-430F-851C-939DF99E4F06}" sibTransId="{7ED56F81-2298-478C-BD31-363E8ADA870E}"/>
    <dgm:cxn modelId="{CCFE5D71-6826-4A30-96B5-CD30BD39AE75}" srcId="{47C67E84-CA02-4EDE-ABE9-375B4AC98540}" destId="{39D850DB-CAAF-4F99-8C86-464DF169F61B}" srcOrd="4" destOrd="0" parTransId="{776D0DDB-5CD6-4CE4-9CDD-AD6E06A3E29D}" sibTransId="{BFEA16ED-4A9E-49F5-B55B-55863E0F0972}"/>
    <dgm:cxn modelId="{F8695975-BAB1-4FD2-BD5A-CD106E0CB67B}" srcId="{47C67E84-CA02-4EDE-ABE9-375B4AC98540}" destId="{06E4C5D5-6B6F-40CC-8F51-1D77AA286EE7}" srcOrd="3" destOrd="0" parTransId="{0405C76B-1C0B-4076-B2B2-5780B87B91BB}" sibTransId="{2F7E04DB-128D-4BDB-A8A3-34D41C8D148C}"/>
    <dgm:cxn modelId="{FEAB379F-C316-4F2E-BF04-8B61F4027FDA}" type="presOf" srcId="{6496EAA3-FCDE-4E2E-85A5-CAD284344C68}" destId="{147DC516-A4B5-4B11-9DA3-AEA62A483356}" srcOrd="0" destOrd="0" presId="urn:microsoft.com/office/officeart/2005/8/layout/arrow4"/>
    <dgm:cxn modelId="{E36B53CC-A34F-459A-B078-0292BB82CC1A}" srcId="{47C67E84-CA02-4EDE-ABE9-375B4AC98540}" destId="{0EAD86AB-FE4A-4702-85C5-B4A05604520A}" srcOrd="5" destOrd="0" parTransId="{F03D0F35-A175-433D-8869-79AF6D2BCBD2}" sibTransId="{C128A962-25A8-403B-ACA0-270D28427379}"/>
    <dgm:cxn modelId="{A08ED9A2-0B63-4BB2-B2F6-F3B8285AB21C}" type="presParOf" srcId="{C55ADB32-0A9F-4990-9EDA-D308CAE2BE34}" destId="{36ED3E25-2A0B-4F7D-A007-DFD372D74710}" srcOrd="0" destOrd="0" presId="urn:microsoft.com/office/officeart/2005/8/layout/arrow4"/>
    <dgm:cxn modelId="{B2DCD1BD-E29C-43D5-8129-6F49D06F9CD2}" type="presParOf" srcId="{C55ADB32-0A9F-4990-9EDA-D308CAE2BE34}" destId="{147DC516-A4B5-4B11-9DA3-AEA62A483356}" srcOrd="1" destOrd="0" presId="urn:microsoft.com/office/officeart/2005/8/layout/arrow4"/>
    <dgm:cxn modelId="{D3B345D9-F4CE-4965-9B30-ABE911783428}" type="presParOf" srcId="{C55ADB32-0A9F-4990-9EDA-D308CAE2BE34}" destId="{DA0A1E4A-F5CC-4BE4-A588-05A1CAAA2658}" srcOrd="2" destOrd="0" presId="urn:microsoft.com/office/officeart/2005/8/layout/arrow4"/>
    <dgm:cxn modelId="{105B4770-6792-4210-AFA7-C74A0CF2D4BE}" type="presParOf" srcId="{C55ADB32-0A9F-4990-9EDA-D308CAE2BE34}" destId="{1856DCB3-99F0-406F-8885-D501DB09B891}" srcOrd="3" destOrd="0" presId="urn:microsoft.com/office/officeart/2005/8/layout/arrow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7A096B1-D80F-4392-B4BC-A607DDB0CE25}" type="doc">
      <dgm:prSet loTypeId="urn:microsoft.com/office/officeart/2005/8/layout/cycle1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AF367AEF-3377-49E9-9BDE-38DED5289D44}">
      <dgm:prSet custT="1"/>
      <dgm:spPr/>
      <dgm:t>
        <a:bodyPr/>
        <a:lstStyle/>
        <a:p>
          <a:r>
            <a:rPr lang="en-US" sz="1400" b="1" i="0" baseline="0" dirty="0">
              <a:solidFill>
                <a:schemeClr val="bg2"/>
              </a:solidFill>
            </a:rPr>
            <a:t>High security risk (fraud, phishing, data theft)</a:t>
          </a:r>
          <a:endParaRPr lang="en-IN" sz="1400" b="1" dirty="0">
            <a:solidFill>
              <a:schemeClr val="bg2"/>
            </a:solidFill>
          </a:endParaRPr>
        </a:p>
      </dgm:t>
    </dgm:pt>
    <dgm:pt modelId="{7DBBC401-AECE-428C-90CD-847502756CEB}" type="parTrans" cxnId="{0142D219-E68C-44E4-A6E7-C8197ED0FBE6}">
      <dgm:prSet/>
      <dgm:spPr/>
      <dgm:t>
        <a:bodyPr/>
        <a:lstStyle/>
        <a:p>
          <a:endParaRPr lang="en-IN">
            <a:solidFill>
              <a:schemeClr val="bg2"/>
            </a:solidFill>
          </a:endParaRPr>
        </a:p>
      </dgm:t>
    </dgm:pt>
    <dgm:pt modelId="{A8FA9F4B-DF9A-4C14-8339-6A144F8FBBE9}" type="sibTrans" cxnId="{0142D219-E68C-44E4-A6E7-C8197ED0FBE6}">
      <dgm:prSet/>
      <dgm:spPr/>
      <dgm:t>
        <a:bodyPr/>
        <a:lstStyle/>
        <a:p>
          <a:endParaRPr lang="en-IN">
            <a:solidFill>
              <a:schemeClr val="bg2"/>
            </a:solidFill>
          </a:endParaRPr>
        </a:p>
      </dgm:t>
    </dgm:pt>
    <dgm:pt modelId="{E84589FA-F3E8-4C79-B2A2-F43C13F5EA3D}">
      <dgm:prSet custT="1"/>
      <dgm:spPr/>
      <dgm:t>
        <a:bodyPr/>
        <a:lstStyle/>
        <a:p>
          <a:r>
            <a:rPr lang="en-US" sz="1400" b="1" i="0" baseline="0">
              <a:solidFill>
                <a:schemeClr val="bg2"/>
              </a:solidFill>
            </a:rPr>
            <a:t>Network failures or bank downtime</a:t>
          </a:r>
          <a:endParaRPr lang="en-IN" sz="1400" b="1" dirty="0">
            <a:solidFill>
              <a:schemeClr val="bg2"/>
            </a:solidFill>
          </a:endParaRPr>
        </a:p>
      </dgm:t>
    </dgm:pt>
    <dgm:pt modelId="{C15AAE9A-9930-452D-A681-26E6A1158330}" type="parTrans" cxnId="{88D4D098-5EAB-48D3-8BB6-8B50A6B5715D}">
      <dgm:prSet/>
      <dgm:spPr/>
      <dgm:t>
        <a:bodyPr/>
        <a:lstStyle/>
        <a:p>
          <a:endParaRPr lang="en-IN">
            <a:solidFill>
              <a:schemeClr val="bg2"/>
            </a:solidFill>
          </a:endParaRPr>
        </a:p>
      </dgm:t>
    </dgm:pt>
    <dgm:pt modelId="{00B9CD81-A1B9-433A-98D5-CFA24A5C53B3}" type="sibTrans" cxnId="{88D4D098-5EAB-48D3-8BB6-8B50A6B5715D}">
      <dgm:prSet/>
      <dgm:spPr/>
      <dgm:t>
        <a:bodyPr/>
        <a:lstStyle/>
        <a:p>
          <a:endParaRPr lang="en-IN">
            <a:solidFill>
              <a:schemeClr val="bg2"/>
            </a:solidFill>
          </a:endParaRPr>
        </a:p>
      </dgm:t>
    </dgm:pt>
    <dgm:pt modelId="{8B40BE0D-981D-4E26-B402-98792F7F471C}">
      <dgm:prSet custT="1"/>
      <dgm:spPr/>
      <dgm:t>
        <a:bodyPr/>
        <a:lstStyle/>
        <a:p>
          <a:r>
            <a:rPr lang="en-US" sz="1400" b="1" i="0" baseline="0">
              <a:solidFill>
                <a:schemeClr val="bg2"/>
              </a:solidFill>
            </a:rPr>
            <a:t>Handling failed or pending transactions</a:t>
          </a:r>
          <a:endParaRPr lang="en-IN" sz="1400" b="1">
            <a:solidFill>
              <a:schemeClr val="bg2"/>
            </a:solidFill>
          </a:endParaRPr>
        </a:p>
      </dgm:t>
    </dgm:pt>
    <dgm:pt modelId="{36171848-E23A-45CE-9CEC-E37B10DBA0B7}" type="parTrans" cxnId="{152DF938-7FE5-4035-AFAB-81B075C9BA8C}">
      <dgm:prSet/>
      <dgm:spPr/>
      <dgm:t>
        <a:bodyPr/>
        <a:lstStyle/>
        <a:p>
          <a:endParaRPr lang="en-IN">
            <a:solidFill>
              <a:schemeClr val="bg2"/>
            </a:solidFill>
          </a:endParaRPr>
        </a:p>
      </dgm:t>
    </dgm:pt>
    <dgm:pt modelId="{90ECD0B7-401F-4D77-BFC6-A8FA4B25403D}" type="sibTrans" cxnId="{152DF938-7FE5-4035-AFAB-81B075C9BA8C}">
      <dgm:prSet/>
      <dgm:spPr/>
      <dgm:t>
        <a:bodyPr/>
        <a:lstStyle/>
        <a:p>
          <a:endParaRPr lang="en-IN">
            <a:solidFill>
              <a:schemeClr val="bg2"/>
            </a:solidFill>
          </a:endParaRPr>
        </a:p>
      </dgm:t>
    </dgm:pt>
    <dgm:pt modelId="{EF70F260-8886-489F-94E7-8B24D00AD7A7}">
      <dgm:prSet custT="1"/>
      <dgm:spPr/>
      <dgm:t>
        <a:bodyPr/>
        <a:lstStyle/>
        <a:p>
          <a:r>
            <a:rPr lang="en-US" sz="1400" b="1" i="0" baseline="0">
              <a:solidFill>
                <a:schemeClr val="bg2"/>
              </a:solidFill>
            </a:rPr>
            <a:t>Managing refunds and reversals</a:t>
          </a:r>
          <a:endParaRPr lang="en-IN" sz="1400" b="1">
            <a:solidFill>
              <a:schemeClr val="bg2"/>
            </a:solidFill>
          </a:endParaRPr>
        </a:p>
      </dgm:t>
    </dgm:pt>
    <dgm:pt modelId="{352D0A1E-EE4B-433B-86FB-33CEAD2D011E}" type="parTrans" cxnId="{EE859898-6BEF-4613-8A55-D2D16F350294}">
      <dgm:prSet/>
      <dgm:spPr/>
      <dgm:t>
        <a:bodyPr/>
        <a:lstStyle/>
        <a:p>
          <a:endParaRPr lang="en-IN">
            <a:solidFill>
              <a:schemeClr val="bg2"/>
            </a:solidFill>
          </a:endParaRPr>
        </a:p>
      </dgm:t>
    </dgm:pt>
    <dgm:pt modelId="{D95A6682-2854-4C04-A411-CB5720745EFE}" type="sibTrans" cxnId="{EE859898-6BEF-4613-8A55-D2D16F350294}">
      <dgm:prSet/>
      <dgm:spPr/>
      <dgm:t>
        <a:bodyPr/>
        <a:lstStyle/>
        <a:p>
          <a:endParaRPr lang="en-IN">
            <a:solidFill>
              <a:schemeClr val="bg2"/>
            </a:solidFill>
          </a:endParaRPr>
        </a:p>
      </dgm:t>
    </dgm:pt>
    <dgm:pt modelId="{BDD27DD4-733F-456E-ACA7-BC7D7B3D1FBA}">
      <dgm:prSet custT="1"/>
      <dgm:spPr/>
      <dgm:t>
        <a:bodyPr/>
        <a:lstStyle/>
        <a:p>
          <a:r>
            <a:rPr lang="en-US" sz="1400" b="1" i="0" baseline="0">
              <a:solidFill>
                <a:schemeClr val="bg2"/>
              </a:solidFill>
            </a:rPr>
            <a:t>Payment gateway dependency</a:t>
          </a:r>
          <a:endParaRPr lang="en-IN" sz="1400" b="1">
            <a:solidFill>
              <a:schemeClr val="bg2"/>
            </a:solidFill>
          </a:endParaRPr>
        </a:p>
      </dgm:t>
    </dgm:pt>
    <dgm:pt modelId="{E14C2A58-803E-473B-A10F-CBA16638C393}" type="parTrans" cxnId="{7573264F-E69A-49D0-8FA9-17DDC3E3D4D5}">
      <dgm:prSet/>
      <dgm:spPr/>
      <dgm:t>
        <a:bodyPr/>
        <a:lstStyle/>
        <a:p>
          <a:endParaRPr lang="en-IN">
            <a:solidFill>
              <a:schemeClr val="bg2"/>
            </a:solidFill>
          </a:endParaRPr>
        </a:p>
      </dgm:t>
    </dgm:pt>
    <dgm:pt modelId="{D73B05B5-2E7B-4241-93EB-7AD732498877}" type="sibTrans" cxnId="{7573264F-E69A-49D0-8FA9-17DDC3E3D4D5}">
      <dgm:prSet/>
      <dgm:spPr/>
      <dgm:t>
        <a:bodyPr/>
        <a:lstStyle/>
        <a:p>
          <a:endParaRPr lang="en-IN">
            <a:solidFill>
              <a:schemeClr val="bg2"/>
            </a:solidFill>
          </a:endParaRPr>
        </a:p>
      </dgm:t>
    </dgm:pt>
    <dgm:pt modelId="{AC413447-438B-477C-8135-806773738F8F}">
      <dgm:prSet custT="1"/>
      <dgm:spPr/>
      <dgm:t>
        <a:bodyPr/>
        <a:lstStyle/>
        <a:p>
          <a:r>
            <a:rPr lang="en-US" sz="1400" b="1" i="0" baseline="0" dirty="0">
              <a:solidFill>
                <a:schemeClr val="bg2"/>
              </a:solidFill>
            </a:rPr>
            <a:t>High concurrency requirement</a:t>
          </a:r>
          <a:endParaRPr lang="en-IN" sz="1400" b="1" dirty="0">
            <a:solidFill>
              <a:schemeClr val="bg2"/>
            </a:solidFill>
          </a:endParaRPr>
        </a:p>
      </dgm:t>
    </dgm:pt>
    <dgm:pt modelId="{54CC21EC-49F3-499D-98B2-1F66C3EDB90F}" type="parTrans" cxnId="{3DE9D040-6C8C-40F2-BDCE-FE4F1E4C39E7}">
      <dgm:prSet/>
      <dgm:spPr/>
      <dgm:t>
        <a:bodyPr/>
        <a:lstStyle/>
        <a:p>
          <a:endParaRPr lang="en-IN">
            <a:solidFill>
              <a:schemeClr val="bg2"/>
            </a:solidFill>
          </a:endParaRPr>
        </a:p>
      </dgm:t>
    </dgm:pt>
    <dgm:pt modelId="{79856F72-0DCB-4C3E-A8C4-BD9B74132520}" type="sibTrans" cxnId="{3DE9D040-6C8C-40F2-BDCE-FE4F1E4C39E7}">
      <dgm:prSet/>
      <dgm:spPr/>
      <dgm:t>
        <a:bodyPr/>
        <a:lstStyle/>
        <a:p>
          <a:endParaRPr lang="en-IN">
            <a:solidFill>
              <a:schemeClr val="bg2"/>
            </a:solidFill>
          </a:endParaRPr>
        </a:p>
      </dgm:t>
    </dgm:pt>
    <dgm:pt modelId="{5FB84167-D565-4615-9E33-F46DA962A595}" type="pres">
      <dgm:prSet presAssocID="{C7A096B1-D80F-4392-B4BC-A607DDB0CE25}" presName="cycle" presStyleCnt="0">
        <dgm:presLayoutVars>
          <dgm:dir/>
          <dgm:resizeHandles val="exact"/>
        </dgm:presLayoutVars>
      </dgm:prSet>
      <dgm:spPr/>
    </dgm:pt>
    <dgm:pt modelId="{5C73E248-2384-41A5-B713-F09F145B5409}" type="pres">
      <dgm:prSet presAssocID="{AF367AEF-3377-49E9-9BDE-38DED5289D44}" presName="dummy" presStyleCnt="0"/>
      <dgm:spPr/>
    </dgm:pt>
    <dgm:pt modelId="{3D891B3F-02E0-44D0-8A54-A27549F89300}" type="pres">
      <dgm:prSet presAssocID="{AF367AEF-3377-49E9-9BDE-38DED5289D44}" presName="node" presStyleLbl="revTx" presStyleIdx="0" presStyleCnt="6" custScaleX="216185">
        <dgm:presLayoutVars>
          <dgm:bulletEnabled val="1"/>
        </dgm:presLayoutVars>
      </dgm:prSet>
      <dgm:spPr/>
    </dgm:pt>
    <dgm:pt modelId="{DA24FDC7-64BB-4869-A6BB-926934F5E094}" type="pres">
      <dgm:prSet presAssocID="{A8FA9F4B-DF9A-4C14-8339-6A144F8FBBE9}" presName="sibTrans" presStyleLbl="node1" presStyleIdx="0" presStyleCnt="6"/>
      <dgm:spPr/>
    </dgm:pt>
    <dgm:pt modelId="{BC32DD7B-C890-4765-B670-E0CE5855736C}" type="pres">
      <dgm:prSet presAssocID="{E84589FA-F3E8-4C79-B2A2-F43C13F5EA3D}" presName="dummy" presStyleCnt="0"/>
      <dgm:spPr/>
    </dgm:pt>
    <dgm:pt modelId="{F62E67F5-C94D-4A4B-9E60-25369DB66958}" type="pres">
      <dgm:prSet presAssocID="{E84589FA-F3E8-4C79-B2A2-F43C13F5EA3D}" presName="node" presStyleLbl="revTx" presStyleIdx="1" presStyleCnt="6" custScaleX="137078">
        <dgm:presLayoutVars>
          <dgm:bulletEnabled val="1"/>
        </dgm:presLayoutVars>
      </dgm:prSet>
      <dgm:spPr/>
    </dgm:pt>
    <dgm:pt modelId="{E3A4D377-0EBF-4D1D-91C1-6416F80F5464}" type="pres">
      <dgm:prSet presAssocID="{00B9CD81-A1B9-433A-98D5-CFA24A5C53B3}" presName="sibTrans" presStyleLbl="node1" presStyleIdx="1" presStyleCnt="6"/>
      <dgm:spPr/>
    </dgm:pt>
    <dgm:pt modelId="{0711D3F9-1795-4833-9569-6D3FFE5DF3A3}" type="pres">
      <dgm:prSet presAssocID="{8B40BE0D-981D-4E26-B402-98792F7F471C}" presName="dummy" presStyleCnt="0"/>
      <dgm:spPr/>
    </dgm:pt>
    <dgm:pt modelId="{54431DA9-4DCC-4C96-AA09-24D36B51805E}" type="pres">
      <dgm:prSet presAssocID="{8B40BE0D-981D-4E26-B402-98792F7F471C}" presName="node" presStyleLbl="revTx" presStyleIdx="2" presStyleCnt="6" custScaleX="137078">
        <dgm:presLayoutVars>
          <dgm:bulletEnabled val="1"/>
        </dgm:presLayoutVars>
      </dgm:prSet>
      <dgm:spPr/>
    </dgm:pt>
    <dgm:pt modelId="{BB84B5A5-7549-4B64-9FB1-7540411807A8}" type="pres">
      <dgm:prSet presAssocID="{90ECD0B7-401F-4D77-BFC6-A8FA4B25403D}" presName="sibTrans" presStyleLbl="node1" presStyleIdx="2" presStyleCnt="6"/>
      <dgm:spPr/>
    </dgm:pt>
    <dgm:pt modelId="{C1A96F08-1353-49A3-A89A-68CF4AB11DFB}" type="pres">
      <dgm:prSet presAssocID="{EF70F260-8886-489F-94E7-8B24D00AD7A7}" presName="dummy" presStyleCnt="0"/>
      <dgm:spPr/>
    </dgm:pt>
    <dgm:pt modelId="{2D0D71FC-49D3-46FE-88C9-B3E75F2D8727}" type="pres">
      <dgm:prSet presAssocID="{EF70F260-8886-489F-94E7-8B24D00AD7A7}" presName="node" presStyleLbl="revTx" presStyleIdx="3" presStyleCnt="6" custScaleX="137078">
        <dgm:presLayoutVars>
          <dgm:bulletEnabled val="1"/>
        </dgm:presLayoutVars>
      </dgm:prSet>
      <dgm:spPr/>
    </dgm:pt>
    <dgm:pt modelId="{12976ECF-C05C-4EEE-AF71-26B980AC6D4F}" type="pres">
      <dgm:prSet presAssocID="{D95A6682-2854-4C04-A411-CB5720745EFE}" presName="sibTrans" presStyleLbl="node1" presStyleIdx="3" presStyleCnt="6"/>
      <dgm:spPr/>
    </dgm:pt>
    <dgm:pt modelId="{888A7999-37A0-4609-B1B8-E1B4DB417277}" type="pres">
      <dgm:prSet presAssocID="{BDD27DD4-733F-456E-ACA7-BC7D7B3D1FBA}" presName="dummy" presStyleCnt="0"/>
      <dgm:spPr/>
    </dgm:pt>
    <dgm:pt modelId="{62D1DACB-3AF4-4228-9A1A-2BBD678856D1}" type="pres">
      <dgm:prSet presAssocID="{BDD27DD4-733F-456E-ACA7-BC7D7B3D1FBA}" presName="node" presStyleLbl="revTx" presStyleIdx="4" presStyleCnt="6" custScaleX="137078">
        <dgm:presLayoutVars>
          <dgm:bulletEnabled val="1"/>
        </dgm:presLayoutVars>
      </dgm:prSet>
      <dgm:spPr/>
    </dgm:pt>
    <dgm:pt modelId="{B5C2521B-D50B-44E4-85A9-24FA2F005494}" type="pres">
      <dgm:prSet presAssocID="{D73B05B5-2E7B-4241-93EB-7AD732498877}" presName="sibTrans" presStyleLbl="node1" presStyleIdx="4" presStyleCnt="6"/>
      <dgm:spPr/>
    </dgm:pt>
    <dgm:pt modelId="{2E1E3904-0B38-4288-A78A-ECEDCBC21931}" type="pres">
      <dgm:prSet presAssocID="{AC413447-438B-477C-8135-806773738F8F}" presName="dummy" presStyleCnt="0"/>
      <dgm:spPr/>
    </dgm:pt>
    <dgm:pt modelId="{6C0D3377-D2A4-4DE2-ACA4-B6A6491A2C46}" type="pres">
      <dgm:prSet presAssocID="{AC413447-438B-477C-8135-806773738F8F}" presName="node" presStyleLbl="revTx" presStyleIdx="5" presStyleCnt="6" custScaleX="137078">
        <dgm:presLayoutVars>
          <dgm:bulletEnabled val="1"/>
        </dgm:presLayoutVars>
      </dgm:prSet>
      <dgm:spPr/>
    </dgm:pt>
    <dgm:pt modelId="{12DFB4E3-6EF2-465D-8C16-8D2AB93970EC}" type="pres">
      <dgm:prSet presAssocID="{79856F72-0DCB-4C3E-A8C4-BD9B74132520}" presName="sibTrans" presStyleLbl="node1" presStyleIdx="5" presStyleCnt="6"/>
      <dgm:spPr/>
    </dgm:pt>
  </dgm:ptLst>
  <dgm:cxnLst>
    <dgm:cxn modelId="{E7760B03-506C-446D-AAFF-2586E53E5B08}" type="presOf" srcId="{EF70F260-8886-489F-94E7-8B24D00AD7A7}" destId="{2D0D71FC-49D3-46FE-88C9-B3E75F2D8727}" srcOrd="0" destOrd="0" presId="urn:microsoft.com/office/officeart/2005/8/layout/cycle1"/>
    <dgm:cxn modelId="{87F6E30F-258E-46FD-B415-88843716B820}" type="presOf" srcId="{BDD27DD4-733F-456E-ACA7-BC7D7B3D1FBA}" destId="{62D1DACB-3AF4-4228-9A1A-2BBD678856D1}" srcOrd="0" destOrd="0" presId="urn:microsoft.com/office/officeart/2005/8/layout/cycle1"/>
    <dgm:cxn modelId="{72D90814-31DC-4DB0-A63A-8F06FFE0793D}" type="presOf" srcId="{79856F72-0DCB-4C3E-A8C4-BD9B74132520}" destId="{12DFB4E3-6EF2-465D-8C16-8D2AB93970EC}" srcOrd="0" destOrd="0" presId="urn:microsoft.com/office/officeart/2005/8/layout/cycle1"/>
    <dgm:cxn modelId="{CA0E3714-2D49-4716-80CC-06A7DB56C783}" type="presOf" srcId="{E84589FA-F3E8-4C79-B2A2-F43C13F5EA3D}" destId="{F62E67F5-C94D-4A4B-9E60-25369DB66958}" srcOrd="0" destOrd="0" presId="urn:microsoft.com/office/officeart/2005/8/layout/cycle1"/>
    <dgm:cxn modelId="{0142D219-E68C-44E4-A6E7-C8197ED0FBE6}" srcId="{C7A096B1-D80F-4392-B4BC-A607DDB0CE25}" destId="{AF367AEF-3377-49E9-9BDE-38DED5289D44}" srcOrd="0" destOrd="0" parTransId="{7DBBC401-AECE-428C-90CD-847502756CEB}" sibTransId="{A8FA9F4B-DF9A-4C14-8339-6A144F8FBBE9}"/>
    <dgm:cxn modelId="{5527F61C-2B8C-4267-987B-BF75FECB09CD}" type="presOf" srcId="{8B40BE0D-981D-4E26-B402-98792F7F471C}" destId="{54431DA9-4DCC-4C96-AA09-24D36B51805E}" srcOrd="0" destOrd="0" presId="urn:microsoft.com/office/officeart/2005/8/layout/cycle1"/>
    <dgm:cxn modelId="{0DCBAA33-3C7A-4904-B845-601B39670D25}" type="presOf" srcId="{90ECD0B7-401F-4D77-BFC6-A8FA4B25403D}" destId="{BB84B5A5-7549-4B64-9FB1-7540411807A8}" srcOrd="0" destOrd="0" presId="urn:microsoft.com/office/officeart/2005/8/layout/cycle1"/>
    <dgm:cxn modelId="{152DF938-7FE5-4035-AFAB-81B075C9BA8C}" srcId="{C7A096B1-D80F-4392-B4BC-A607DDB0CE25}" destId="{8B40BE0D-981D-4E26-B402-98792F7F471C}" srcOrd="2" destOrd="0" parTransId="{36171848-E23A-45CE-9CEC-E37B10DBA0B7}" sibTransId="{90ECD0B7-401F-4D77-BFC6-A8FA4B25403D}"/>
    <dgm:cxn modelId="{3DE9D040-6C8C-40F2-BDCE-FE4F1E4C39E7}" srcId="{C7A096B1-D80F-4392-B4BC-A607DDB0CE25}" destId="{AC413447-438B-477C-8135-806773738F8F}" srcOrd="5" destOrd="0" parTransId="{54CC21EC-49F3-499D-98B2-1F66C3EDB90F}" sibTransId="{79856F72-0DCB-4C3E-A8C4-BD9B74132520}"/>
    <dgm:cxn modelId="{09F2C160-AFEC-4D83-BA1D-D19655316A32}" type="presOf" srcId="{D73B05B5-2E7B-4241-93EB-7AD732498877}" destId="{B5C2521B-D50B-44E4-85A9-24FA2F005494}" srcOrd="0" destOrd="0" presId="urn:microsoft.com/office/officeart/2005/8/layout/cycle1"/>
    <dgm:cxn modelId="{EFBC6848-D04D-4CAA-BC70-5E61ED4E6A13}" type="presOf" srcId="{D95A6682-2854-4C04-A411-CB5720745EFE}" destId="{12976ECF-C05C-4EEE-AF71-26B980AC6D4F}" srcOrd="0" destOrd="0" presId="urn:microsoft.com/office/officeart/2005/8/layout/cycle1"/>
    <dgm:cxn modelId="{7573264F-E69A-49D0-8FA9-17DDC3E3D4D5}" srcId="{C7A096B1-D80F-4392-B4BC-A607DDB0CE25}" destId="{BDD27DD4-733F-456E-ACA7-BC7D7B3D1FBA}" srcOrd="4" destOrd="0" parTransId="{E14C2A58-803E-473B-A10F-CBA16638C393}" sibTransId="{D73B05B5-2E7B-4241-93EB-7AD732498877}"/>
    <dgm:cxn modelId="{A74C5B82-5FF4-4075-A9D8-9F883F721FC1}" type="presOf" srcId="{AF367AEF-3377-49E9-9BDE-38DED5289D44}" destId="{3D891B3F-02E0-44D0-8A54-A27549F89300}" srcOrd="0" destOrd="0" presId="urn:microsoft.com/office/officeart/2005/8/layout/cycle1"/>
    <dgm:cxn modelId="{EE859898-6BEF-4613-8A55-D2D16F350294}" srcId="{C7A096B1-D80F-4392-B4BC-A607DDB0CE25}" destId="{EF70F260-8886-489F-94E7-8B24D00AD7A7}" srcOrd="3" destOrd="0" parTransId="{352D0A1E-EE4B-433B-86FB-33CEAD2D011E}" sibTransId="{D95A6682-2854-4C04-A411-CB5720745EFE}"/>
    <dgm:cxn modelId="{88D4D098-5EAB-48D3-8BB6-8B50A6B5715D}" srcId="{C7A096B1-D80F-4392-B4BC-A607DDB0CE25}" destId="{E84589FA-F3E8-4C79-B2A2-F43C13F5EA3D}" srcOrd="1" destOrd="0" parTransId="{C15AAE9A-9930-452D-A681-26E6A1158330}" sibTransId="{00B9CD81-A1B9-433A-98D5-CFA24A5C53B3}"/>
    <dgm:cxn modelId="{61416CCB-3CB7-4FDC-BB18-ADA9E0091FE3}" type="presOf" srcId="{A8FA9F4B-DF9A-4C14-8339-6A144F8FBBE9}" destId="{DA24FDC7-64BB-4869-A6BB-926934F5E094}" srcOrd="0" destOrd="0" presId="urn:microsoft.com/office/officeart/2005/8/layout/cycle1"/>
    <dgm:cxn modelId="{2B5255D3-97FA-4CC3-9DAD-0F5CFE2020F3}" type="presOf" srcId="{00B9CD81-A1B9-433A-98D5-CFA24A5C53B3}" destId="{E3A4D377-0EBF-4D1D-91C1-6416F80F5464}" srcOrd="0" destOrd="0" presId="urn:microsoft.com/office/officeart/2005/8/layout/cycle1"/>
    <dgm:cxn modelId="{EB08B4EB-91A3-4CD2-B88F-68B8974C3826}" type="presOf" srcId="{AC413447-438B-477C-8135-806773738F8F}" destId="{6C0D3377-D2A4-4DE2-ACA4-B6A6491A2C46}" srcOrd="0" destOrd="0" presId="urn:microsoft.com/office/officeart/2005/8/layout/cycle1"/>
    <dgm:cxn modelId="{B19653F2-8ACE-489C-BC28-5395D81943D2}" type="presOf" srcId="{C7A096B1-D80F-4392-B4BC-A607DDB0CE25}" destId="{5FB84167-D565-4615-9E33-F46DA962A595}" srcOrd="0" destOrd="0" presId="urn:microsoft.com/office/officeart/2005/8/layout/cycle1"/>
    <dgm:cxn modelId="{D0C620F5-B24C-48C1-8E10-AA2F16995D42}" type="presParOf" srcId="{5FB84167-D565-4615-9E33-F46DA962A595}" destId="{5C73E248-2384-41A5-B713-F09F145B5409}" srcOrd="0" destOrd="0" presId="urn:microsoft.com/office/officeart/2005/8/layout/cycle1"/>
    <dgm:cxn modelId="{D3D77226-6C24-4CF1-9D2B-E10C5DE44461}" type="presParOf" srcId="{5FB84167-D565-4615-9E33-F46DA962A595}" destId="{3D891B3F-02E0-44D0-8A54-A27549F89300}" srcOrd="1" destOrd="0" presId="urn:microsoft.com/office/officeart/2005/8/layout/cycle1"/>
    <dgm:cxn modelId="{B5F20261-7A3C-4AD4-A187-58FE6FF7E49C}" type="presParOf" srcId="{5FB84167-D565-4615-9E33-F46DA962A595}" destId="{DA24FDC7-64BB-4869-A6BB-926934F5E094}" srcOrd="2" destOrd="0" presId="urn:microsoft.com/office/officeart/2005/8/layout/cycle1"/>
    <dgm:cxn modelId="{9F1CCFE5-0DA6-4FF6-93AE-E83CCE080340}" type="presParOf" srcId="{5FB84167-D565-4615-9E33-F46DA962A595}" destId="{BC32DD7B-C890-4765-B670-E0CE5855736C}" srcOrd="3" destOrd="0" presId="urn:microsoft.com/office/officeart/2005/8/layout/cycle1"/>
    <dgm:cxn modelId="{2EAD175F-5F81-4063-AA67-F53A0BF66DA8}" type="presParOf" srcId="{5FB84167-D565-4615-9E33-F46DA962A595}" destId="{F62E67F5-C94D-4A4B-9E60-25369DB66958}" srcOrd="4" destOrd="0" presId="urn:microsoft.com/office/officeart/2005/8/layout/cycle1"/>
    <dgm:cxn modelId="{4AE60D56-6527-4DB5-B748-5F2AB0084830}" type="presParOf" srcId="{5FB84167-D565-4615-9E33-F46DA962A595}" destId="{E3A4D377-0EBF-4D1D-91C1-6416F80F5464}" srcOrd="5" destOrd="0" presId="urn:microsoft.com/office/officeart/2005/8/layout/cycle1"/>
    <dgm:cxn modelId="{9C5DBF53-DA65-4447-91DF-1FD7FC0526FA}" type="presParOf" srcId="{5FB84167-D565-4615-9E33-F46DA962A595}" destId="{0711D3F9-1795-4833-9569-6D3FFE5DF3A3}" srcOrd="6" destOrd="0" presId="urn:microsoft.com/office/officeart/2005/8/layout/cycle1"/>
    <dgm:cxn modelId="{340195D7-720E-4EDC-8356-723896734724}" type="presParOf" srcId="{5FB84167-D565-4615-9E33-F46DA962A595}" destId="{54431DA9-4DCC-4C96-AA09-24D36B51805E}" srcOrd="7" destOrd="0" presId="urn:microsoft.com/office/officeart/2005/8/layout/cycle1"/>
    <dgm:cxn modelId="{0374D3D6-995D-4B89-8785-742D2795AAB2}" type="presParOf" srcId="{5FB84167-D565-4615-9E33-F46DA962A595}" destId="{BB84B5A5-7549-4B64-9FB1-7540411807A8}" srcOrd="8" destOrd="0" presId="urn:microsoft.com/office/officeart/2005/8/layout/cycle1"/>
    <dgm:cxn modelId="{37CC0A90-A971-4E4B-8A06-6F29D8BDC324}" type="presParOf" srcId="{5FB84167-D565-4615-9E33-F46DA962A595}" destId="{C1A96F08-1353-49A3-A89A-68CF4AB11DFB}" srcOrd="9" destOrd="0" presId="urn:microsoft.com/office/officeart/2005/8/layout/cycle1"/>
    <dgm:cxn modelId="{69D7DD80-AB7F-429B-9E25-989082162568}" type="presParOf" srcId="{5FB84167-D565-4615-9E33-F46DA962A595}" destId="{2D0D71FC-49D3-46FE-88C9-B3E75F2D8727}" srcOrd="10" destOrd="0" presId="urn:microsoft.com/office/officeart/2005/8/layout/cycle1"/>
    <dgm:cxn modelId="{8E5BC686-8028-4145-85D8-9B94D8F7AD8B}" type="presParOf" srcId="{5FB84167-D565-4615-9E33-F46DA962A595}" destId="{12976ECF-C05C-4EEE-AF71-26B980AC6D4F}" srcOrd="11" destOrd="0" presId="urn:microsoft.com/office/officeart/2005/8/layout/cycle1"/>
    <dgm:cxn modelId="{0548FE7E-2F6E-4A31-8F64-C5B9D4D19E5F}" type="presParOf" srcId="{5FB84167-D565-4615-9E33-F46DA962A595}" destId="{888A7999-37A0-4609-B1B8-E1B4DB417277}" srcOrd="12" destOrd="0" presId="urn:microsoft.com/office/officeart/2005/8/layout/cycle1"/>
    <dgm:cxn modelId="{5E9D5BFA-5AA7-42EF-B09C-D11CC19AD9BC}" type="presParOf" srcId="{5FB84167-D565-4615-9E33-F46DA962A595}" destId="{62D1DACB-3AF4-4228-9A1A-2BBD678856D1}" srcOrd="13" destOrd="0" presId="urn:microsoft.com/office/officeart/2005/8/layout/cycle1"/>
    <dgm:cxn modelId="{5F5AEF84-B33F-449B-AE56-AA9061316970}" type="presParOf" srcId="{5FB84167-D565-4615-9E33-F46DA962A595}" destId="{B5C2521B-D50B-44E4-85A9-24FA2F005494}" srcOrd="14" destOrd="0" presId="urn:microsoft.com/office/officeart/2005/8/layout/cycle1"/>
    <dgm:cxn modelId="{FC4D8BAD-ED3B-46EB-87B6-B57A99388F26}" type="presParOf" srcId="{5FB84167-D565-4615-9E33-F46DA962A595}" destId="{2E1E3904-0B38-4288-A78A-ECEDCBC21931}" srcOrd="15" destOrd="0" presId="urn:microsoft.com/office/officeart/2005/8/layout/cycle1"/>
    <dgm:cxn modelId="{263F9049-BCC1-4217-9F79-539C7B00AD7C}" type="presParOf" srcId="{5FB84167-D565-4615-9E33-F46DA962A595}" destId="{6C0D3377-D2A4-4DE2-ACA4-B6A6491A2C46}" srcOrd="16" destOrd="0" presId="urn:microsoft.com/office/officeart/2005/8/layout/cycle1"/>
    <dgm:cxn modelId="{1167EADA-FF8C-4A59-8BE5-1AB8BAA5146F}" type="presParOf" srcId="{5FB84167-D565-4615-9E33-F46DA962A595}" destId="{12DFB4E3-6EF2-465D-8C16-8D2AB93970EC}" srcOrd="17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A99E750-491D-490B-8C47-93AEBD38B28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449C19E7-876E-4468-A9FD-AEBB10575A47}">
      <dgm:prSet/>
      <dgm:spPr/>
      <dgm:t>
        <a:bodyPr/>
        <a:lstStyle/>
        <a:p>
          <a:r>
            <a:rPr lang="en-US" b="0" i="0" baseline="0"/>
            <a:t>Prevents financial losses</a:t>
          </a:r>
          <a:endParaRPr lang="en-IN"/>
        </a:p>
      </dgm:t>
    </dgm:pt>
    <dgm:pt modelId="{136A01C6-A6F6-471C-93FB-0B7664B5152B}" type="parTrans" cxnId="{429610B6-03E0-4EFE-A4C6-BE00B8B18822}">
      <dgm:prSet/>
      <dgm:spPr/>
      <dgm:t>
        <a:bodyPr/>
        <a:lstStyle/>
        <a:p>
          <a:endParaRPr lang="en-IN"/>
        </a:p>
      </dgm:t>
    </dgm:pt>
    <dgm:pt modelId="{BAD3C953-2FC2-48DE-AF35-2E0833B94B09}" type="sibTrans" cxnId="{429610B6-03E0-4EFE-A4C6-BE00B8B18822}">
      <dgm:prSet/>
      <dgm:spPr/>
      <dgm:t>
        <a:bodyPr/>
        <a:lstStyle/>
        <a:p>
          <a:endParaRPr lang="en-IN"/>
        </a:p>
      </dgm:t>
    </dgm:pt>
    <dgm:pt modelId="{26A03CF2-6CF2-4AC8-BED0-0ED7695438FC}">
      <dgm:prSet/>
      <dgm:spPr/>
      <dgm:t>
        <a:bodyPr/>
        <a:lstStyle/>
        <a:p>
          <a:r>
            <a:rPr lang="en-US" b="0" i="0" baseline="0"/>
            <a:t>Ensures user trust and system reliability</a:t>
          </a:r>
          <a:endParaRPr lang="en-IN"/>
        </a:p>
      </dgm:t>
    </dgm:pt>
    <dgm:pt modelId="{D4AB8CDC-0C22-442A-9F2F-4DA660F8373F}" type="parTrans" cxnId="{83BCB7D8-BF9A-4319-9B8C-41E229C2CA22}">
      <dgm:prSet/>
      <dgm:spPr/>
      <dgm:t>
        <a:bodyPr/>
        <a:lstStyle/>
        <a:p>
          <a:endParaRPr lang="en-IN"/>
        </a:p>
      </dgm:t>
    </dgm:pt>
    <dgm:pt modelId="{F9B9F1F2-D439-4FD1-818F-14758FE1529F}" type="sibTrans" cxnId="{83BCB7D8-BF9A-4319-9B8C-41E229C2CA22}">
      <dgm:prSet/>
      <dgm:spPr/>
      <dgm:t>
        <a:bodyPr/>
        <a:lstStyle/>
        <a:p>
          <a:endParaRPr lang="en-IN"/>
        </a:p>
      </dgm:t>
    </dgm:pt>
    <dgm:pt modelId="{5EE5FBB1-6B51-4490-B7FF-21FE09E70A5B}">
      <dgm:prSet/>
      <dgm:spPr/>
      <dgm:t>
        <a:bodyPr/>
        <a:lstStyle/>
        <a:p>
          <a:r>
            <a:rPr lang="en-US" b="0" i="0" baseline="0"/>
            <a:t>Ensures legal and financial compliance</a:t>
          </a:r>
          <a:endParaRPr lang="en-IN"/>
        </a:p>
      </dgm:t>
    </dgm:pt>
    <dgm:pt modelId="{D180A59B-3A58-44D3-90E5-879DE7C13025}" type="parTrans" cxnId="{C48181DC-8354-422E-AF87-E9F597006A33}">
      <dgm:prSet/>
      <dgm:spPr/>
      <dgm:t>
        <a:bodyPr/>
        <a:lstStyle/>
        <a:p>
          <a:endParaRPr lang="en-IN"/>
        </a:p>
      </dgm:t>
    </dgm:pt>
    <dgm:pt modelId="{01B390A0-2A4B-41F0-AD08-F04D3A6FA621}" type="sibTrans" cxnId="{C48181DC-8354-422E-AF87-E9F597006A33}">
      <dgm:prSet/>
      <dgm:spPr/>
      <dgm:t>
        <a:bodyPr/>
        <a:lstStyle/>
        <a:p>
          <a:endParaRPr lang="en-IN"/>
        </a:p>
      </dgm:t>
    </dgm:pt>
    <dgm:pt modelId="{79FDC038-0E57-4DEA-B948-014E5A2418AB}">
      <dgm:prSet/>
      <dgm:spPr/>
      <dgm:t>
        <a:bodyPr/>
        <a:lstStyle/>
        <a:p>
          <a:r>
            <a:rPr lang="en-US" b="0" i="0" baseline="0"/>
            <a:t>Helps design secure transaction flow</a:t>
          </a:r>
          <a:endParaRPr lang="en-IN"/>
        </a:p>
      </dgm:t>
    </dgm:pt>
    <dgm:pt modelId="{6270D93D-F341-475E-9D1E-1F66EE8058D4}" type="parTrans" cxnId="{E9FB2951-C1AF-4251-814C-3BEE11E39EED}">
      <dgm:prSet/>
      <dgm:spPr/>
      <dgm:t>
        <a:bodyPr/>
        <a:lstStyle/>
        <a:p>
          <a:endParaRPr lang="en-IN"/>
        </a:p>
      </dgm:t>
    </dgm:pt>
    <dgm:pt modelId="{17DDB819-429F-4C07-B3EC-22959CC3942A}" type="sibTrans" cxnId="{E9FB2951-C1AF-4251-814C-3BEE11E39EED}">
      <dgm:prSet/>
      <dgm:spPr/>
      <dgm:t>
        <a:bodyPr/>
        <a:lstStyle/>
        <a:p>
          <a:endParaRPr lang="en-IN"/>
        </a:p>
      </dgm:t>
    </dgm:pt>
    <dgm:pt modelId="{839A8B89-FFE7-42EA-BE29-26F0EFF35C1B}">
      <dgm:prSet/>
      <dgm:spPr/>
      <dgm:t>
        <a:bodyPr/>
        <a:lstStyle/>
        <a:p>
          <a:r>
            <a:rPr lang="en-US" b="0" i="0" baseline="0"/>
            <a:t>Improves overall user experience</a:t>
          </a:r>
          <a:endParaRPr lang="en-IN"/>
        </a:p>
      </dgm:t>
    </dgm:pt>
    <dgm:pt modelId="{BBA0D344-80D7-40F4-8E2B-9D31F0D165A1}" type="parTrans" cxnId="{7767AE32-FDC4-48B2-8B57-BD1AD1EA3ED9}">
      <dgm:prSet/>
      <dgm:spPr/>
      <dgm:t>
        <a:bodyPr/>
        <a:lstStyle/>
        <a:p>
          <a:endParaRPr lang="en-IN"/>
        </a:p>
      </dgm:t>
    </dgm:pt>
    <dgm:pt modelId="{CFD53EFA-B8C7-4B0E-99BE-7599276881FD}" type="sibTrans" cxnId="{7767AE32-FDC4-48B2-8B57-BD1AD1EA3ED9}">
      <dgm:prSet/>
      <dgm:spPr/>
      <dgm:t>
        <a:bodyPr/>
        <a:lstStyle/>
        <a:p>
          <a:endParaRPr lang="en-IN"/>
        </a:p>
      </dgm:t>
    </dgm:pt>
    <dgm:pt modelId="{574A0AD3-B3BD-4BC6-B416-3BB92EF5825B}" type="pres">
      <dgm:prSet presAssocID="{CA99E750-491D-490B-8C47-93AEBD38B280}" presName="linear" presStyleCnt="0">
        <dgm:presLayoutVars>
          <dgm:animLvl val="lvl"/>
          <dgm:resizeHandles val="exact"/>
        </dgm:presLayoutVars>
      </dgm:prSet>
      <dgm:spPr/>
    </dgm:pt>
    <dgm:pt modelId="{0536573A-CD1B-49E9-8B83-DD9EFBF42AA3}" type="pres">
      <dgm:prSet presAssocID="{449C19E7-876E-4468-A9FD-AEBB10575A4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75B60D1-6DEF-4300-963B-90C98C866713}" type="pres">
      <dgm:prSet presAssocID="{BAD3C953-2FC2-48DE-AF35-2E0833B94B09}" presName="spacer" presStyleCnt="0"/>
      <dgm:spPr/>
    </dgm:pt>
    <dgm:pt modelId="{DFC3A449-9A08-4A44-A22A-6F7728A56B4E}" type="pres">
      <dgm:prSet presAssocID="{26A03CF2-6CF2-4AC8-BED0-0ED7695438FC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DADE7B1-9EBC-4A9F-BE66-CE6154D83D16}" type="pres">
      <dgm:prSet presAssocID="{F9B9F1F2-D439-4FD1-818F-14758FE1529F}" presName="spacer" presStyleCnt="0"/>
      <dgm:spPr/>
    </dgm:pt>
    <dgm:pt modelId="{B359F1F2-8F33-4AEB-8C1E-059C0FD9A4C0}" type="pres">
      <dgm:prSet presAssocID="{5EE5FBB1-6B51-4490-B7FF-21FE09E70A5B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9513D423-0F7C-4C97-B29E-8533312B718F}" type="pres">
      <dgm:prSet presAssocID="{01B390A0-2A4B-41F0-AD08-F04D3A6FA621}" presName="spacer" presStyleCnt="0"/>
      <dgm:spPr/>
    </dgm:pt>
    <dgm:pt modelId="{11CF3A04-DC5E-45DC-9CCA-14E03D10CC23}" type="pres">
      <dgm:prSet presAssocID="{79FDC038-0E57-4DEA-B948-014E5A2418AB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985B6E3E-A630-42DB-8F8D-A059DD44D4C1}" type="pres">
      <dgm:prSet presAssocID="{17DDB819-429F-4C07-B3EC-22959CC3942A}" presName="spacer" presStyleCnt="0"/>
      <dgm:spPr/>
    </dgm:pt>
    <dgm:pt modelId="{A8104459-DB3D-4CE2-998D-50AC3301EF99}" type="pres">
      <dgm:prSet presAssocID="{839A8B89-FFE7-42EA-BE29-26F0EFF35C1B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767AE32-FDC4-48B2-8B57-BD1AD1EA3ED9}" srcId="{CA99E750-491D-490B-8C47-93AEBD38B280}" destId="{839A8B89-FFE7-42EA-BE29-26F0EFF35C1B}" srcOrd="4" destOrd="0" parTransId="{BBA0D344-80D7-40F4-8E2B-9D31F0D165A1}" sibTransId="{CFD53EFA-B8C7-4B0E-99BE-7599276881FD}"/>
    <dgm:cxn modelId="{35401B35-929D-4756-8DD8-F7E5F7336D8C}" type="presOf" srcId="{839A8B89-FFE7-42EA-BE29-26F0EFF35C1B}" destId="{A8104459-DB3D-4CE2-998D-50AC3301EF99}" srcOrd="0" destOrd="0" presId="urn:microsoft.com/office/officeart/2005/8/layout/vList2"/>
    <dgm:cxn modelId="{C98B2E49-FD84-4B68-9EE2-267A904715C8}" type="presOf" srcId="{CA99E750-491D-490B-8C47-93AEBD38B280}" destId="{574A0AD3-B3BD-4BC6-B416-3BB92EF5825B}" srcOrd="0" destOrd="0" presId="urn:microsoft.com/office/officeart/2005/8/layout/vList2"/>
    <dgm:cxn modelId="{20D5874B-D709-48C8-8E63-AFB1418CA7A1}" type="presOf" srcId="{5EE5FBB1-6B51-4490-B7FF-21FE09E70A5B}" destId="{B359F1F2-8F33-4AEB-8C1E-059C0FD9A4C0}" srcOrd="0" destOrd="0" presId="urn:microsoft.com/office/officeart/2005/8/layout/vList2"/>
    <dgm:cxn modelId="{E9FB2951-C1AF-4251-814C-3BEE11E39EED}" srcId="{CA99E750-491D-490B-8C47-93AEBD38B280}" destId="{79FDC038-0E57-4DEA-B948-014E5A2418AB}" srcOrd="3" destOrd="0" parTransId="{6270D93D-F341-475E-9D1E-1F66EE8058D4}" sibTransId="{17DDB819-429F-4C07-B3EC-22959CC3942A}"/>
    <dgm:cxn modelId="{6EBEFD54-3AEE-4BF2-8103-A898B4CC9A5E}" type="presOf" srcId="{449C19E7-876E-4468-A9FD-AEBB10575A47}" destId="{0536573A-CD1B-49E9-8B83-DD9EFBF42AA3}" srcOrd="0" destOrd="0" presId="urn:microsoft.com/office/officeart/2005/8/layout/vList2"/>
    <dgm:cxn modelId="{24721FA2-F4F5-43CF-B21F-AAFEE334BA57}" type="presOf" srcId="{26A03CF2-6CF2-4AC8-BED0-0ED7695438FC}" destId="{DFC3A449-9A08-4A44-A22A-6F7728A56B4E}" srcOrd="0" destOrd="0" presId="urn:microsoft.com/office/officeart/2005/8/layout/vList2"/>
    <dgm:cxn modelId="{429610B6-03E0-4EFE-A4C6-BE00B8B18822}" srcId="{CA99E750-491D-490B-8C47-93AEBD38B280}" destId="{449C19E7-876E-4468-A9FD-AEBB10575A47}" srcOrd="0" destOrd="0" parTransId="{136A01C6-A6F6-471C-93FB-0B7664B5152B}" sibTransId="{BAD3C953-2FC2-48DE-AF35-2E0833B94B09}"/>
    <dgm:cxn modelId="{6790AAC4-E66D-4BBD-93CD-A705D5F8EEEE}" type="presOf" srcId="{79FDC038-0E57-4DEA-B948-014E5A2418AB}" destId="{11CF3A04-DC5E-45DC-9CCA-14E03D10CC23}" srcOrd="0" destOrd="0" presId="urn:microsoft.com/office/officeart/2005/8/layout/vList2"/>
    <dgm:cxn modelId="{83BCB7D8-BF9A-4319-9B8C-41E229C2CA22}" srcId="{CA99E750-491D-490B-8C47-93AEBD38B280}" destId="{26A03CF2-6CF2-4AC8-BED0-0ED7695438FC}" srcOrd="1" destOrd="0" parTransId="{D4AB8CDC-0C22-442A-9F2F-4DA660F8373F}" sibTransId="{F9B9F1F2-D439-4FD1-818F-14758FE1529F}"/>
    <dgm:cxn modelId="{C48181DC-8354-422E-AF87-E9F597006A33}" srcId="{CA99E750-491D-490B-8C47-93AEBD38B280}" destId="{5EE5FBB1-6B51-4490-B7FF-21FE09E70A5B}" srcOrd="2" destOrd="0" parTransId="{D180A59B-3A58-44D3-90E5-879DE7C13025}" sibTransId="{01B390A0-2A4B-41F0-AD08-F04D3A6FA621}"/>
    <dgm:cxn modelId="{23980F24-F2F6-4969-B4CE-6F29693BEBE4}" type="presParOf" srcId="{574A0AD3-B3BD-4BC6-B416-3BB92EF5825B}" destId="{0536573A-CD1B-49E9-8B83-DD9EFBF42AA3}" srcOrd="0" destOrd="0" presId="urn:microsoft.com/office/officeart/2005/8/layout/vList2"/>
    <dgm:cxn modelId="{C48969AB-8982-4654-9755-A83EC89FD65A}" type="presParOf" srcId="{574A0AD3-B3BD-4BC6-B416-3BB92EF5825B}" destId="{075B60D1-6DEF-4300-963B-90C98C866713}" srcOrd="1" destOrd="0" presId="urn:microsoft.com/office/officeart/2005/8/layout/vList2"/>
    <dgm:cxn modelId="{BACE7067-E690-4D96-B251-3F6D1B508825}" type="presParOf" srcId="{574A0AD3-B3BD-4BC6-B416-3BB92EF5825B}" destId="{DFC3A449-9A08-4A44-A22A-6F7728A56B4E}" srcOrd="2" destOrd="0" presId="urn:microsoft.com/office/officeart/2005/8/layout/vList2"/>
    <dgm:cxn modelId="{3CB86CC3-CAF9-4B27-B08D-74FD586D1EA1}" type="presParOf" srcId="{574A0AD3-B3BD-4BC6-B416-3BB92EF5825B}" destId="{EDADE7B1-9EBC-4A9F-BE66-CE6154D83D16}" srcOrd="3" destOrd="0" presId="urn:microsoft.com/office/officeart/2005/8/layout/vList2"/>
    <dgm:cxn modelId="{47AD596B-10B9-4273-BF64-845D65F428CA}" type="presParOf" srcId="{574A0AD3-B3BD-4BC6-B416-3BB92EF5825B}" destId="{B359F1F2-8F33-4AEB-8C1E-059C0FD9A4C0}" srcOrd="4" destOrd="0" presId="urn:microsoft.com/office/officeart/2005/8/layout/vList2"/>
    <dgm:cxn modelId="{76765F8A-F60F-4053-85A3-EB3968711203}" type="presParOf" srcId="{574A0AD3-B3BD-4BC6-B416-3BB92EF5825B}" destId="{9513D423-0F7C-4C97-B29E-8533312B718F}" srcOrd="5" destOrd="0" presId="urn:microsoft.com/office/officeart/2005/8/layout/vList2"/>
    <dgm:cxn modelId="{4C3828C2-C5CB-444F-854C-0744169B8AC6}" type="presParOf" srcId="{574A0AD3-B3BD-4BC6-B416-3BB92EF5825B}" destId="{11CF3A04-DC5E-45DC-9CCA-14E03D10CC23}" srcOrd="6" destOrd="0" presId="urn:microsoft.com/office/officeart/2005/8/layout/vList2"/>
    <dgm:cxn modelId="{107E9452-37E9-4822-A1C6-1E7EDFDEFE3B}" type="presParOf" srcId="{574A0AD3-B3BD-4BC6-B416-3BB92EF5825B}" destId="{985B6E3E-A630-42DB-8F8D-A059DD44D4C1}" srcOrd="7" destOrd="0" presId="urn:microsoft.com/office/officeart/2005/8/layout/vList2"/>
    <dgm:cxn modelId="{5E62BB51-FCAF-4638-BE16-68FF6B8359F5}" type="presParOf" srcId="{574A0AD3-B3BD-4BC6-B416-3BB92EF5825B}" destId="{A8104459-DB3D-4CE2-998D-50AC3301EF9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0E72C22-9CFB-481C-A4BD-11E06C72643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8A8F314B-95B4-4E73-8449-81E70FA04796}">
      <dgm:prSet/>
      <dgm:spPr/>
      <dgm:t>
        <a:bodyPr/>
        <a:lstStyle/>
        <a:p>
          <a:r>
            <a:rPr lang="en-US" b="0" i="0" baseline="0"/>
            <a:t>Functional requirement specification</a:t>
          </a:r>
          <a:endParaRPr lang="en-IN"/>
        </a:p>
      </dgm:t>
    </dgm:pt>
    <dgm:pt modelId="{D73204B8-DC8F-4AA5-88DD-005B952296D4}" type="parTrans" cxnId="{376F46DC-0CE4-485C-9F66-48FB6855822D}">
      <dgm:prSet/>
      <dgm:spPr/>
      <dgm:t>
        <a:bodyPr/>
        <a:lstStyle/>
        <a:p>
          <a:endParaRPr lang="en-IN"/>
        </a:p>
      </dgm:t>
    </dgm:pt>
    <dgm:pt modelId="{528D9BCE-FE6D-49B4-9EB9-6DAEA9199DF6}" type="sibTrans" cxnId="{376F46DC-0CE4-485C-9F66-48FB6855822D}">
      <dgm:prSet/>
      <dgm:spPr/>
      <dgm:t>
        <a:bodyPr/>
        <a:lstStyle/>
        <a:p>
          <a:endParaRPr lang="en-IN"/>
        </a:p>
      </dgm:t>
    </dgm:pt>
    <dgm:pt modelId="{7BC7CD1A-38CE-454B-840E-A3F390613F2B}">
      <dgm:prSet/>
      <dgm:spPr/>
      <dgm:t>
        <a:bodyPr/>
        <a:lstStyle/>
        <a:p>
          <a:r>
            <a:rPr lang="en-US" b="0" i="0" baseline="0"/>
            <a:t>Non-functional requirement document</a:t>
          </a:r>
          <a:endParaRPr lang="en-IN"/>
        </a:p>
      </dgm:t>
    </dgm:pt>
    <dgm:pt modelId="{F0845796-BF79-4D8B-B0EC-0061E18B2DA0}" type="parTrans" cxnId="{1A828499-CB79-4FE3-8D4B-8988ED8F427A}">
      <dgm:prSet/>
      <dgm:spPr/>
      <dgm:t>
        <a:bodyPr/>
        <a:lstStyle/>
        <a:p>
          <a:endParaRPr lang="en-IN"/>
        </a:p>
      </dgm:t>
    </dgm:pt>
    <dgm:pt modelId="{99DEBC97-FD03-481A-8C71-B2ADF63B43D6}" type="sibTrans" cxnId="{1A828499-CB79-4FE3-8D4B-8988ED8F427A}">
      <dgm:prSet/>
      <dgm:spPr/>
      <dgm:t>
        <a:bodyPr/>
        <a:lstStyle/>
        <a:p>
          <a:endParaRPr lang="en-IN"/>
        </a:p>
      </dgm:t>
    </dgm:pt>
    <dgm:pt modelId="{F81BDE83-068D-4CD9-BCA3-94E4D992228D}">
      <dgm:prSet/>
      <dgm:spPr/>
      <dgm:t>
        <a:bodyPr/>
        <a:lstStyle/>
        <a:p>
          <a:r>
            <a:rPr lang="en-US" b="0" i="0" baseline="0"/>
            <a:t>Use case diagrams</a:t>
          </a:r>
          <a:endParaRPr lang="en-IN"/>
        </a:p>
      </dgm:t>
    </dgm:pt>
    <dgm:pt modelId="{6E2E67F2-C1A7-4770-A4CB-0608E6384E1A}" type="parTrans" cxnId="{A99309CC-BACE-4C10-8D2C-F752A05860F0}">
      <dgm:prSet/>
      <dgm:spPr/>
      <dgm:t>
        <a:bodyPr/>
        <a:lstStyle/>
        <a:p>
          <a:endParaRPr lang="en-IN"/>
        </a:p>
      </dgm:t>
    </dgm:pt>
    <dgm:pt modelId="{AF502CCE-368A-4E9A-9136-65ABC4C2975C}" type="sibTrans" cxnId="{A99309CC-BACE-4C10-8D2C-F752A05860F0}">
      <dgm:prSet/>
      <dgm:spPr/>
      <dgm:t>
        <a:bodyPr/>
        <a:lstStyle/>
        <a:p>
          <a:endParaRPr lang="en-IN"/>
        </a:p>
      </dgm:t>
    </dgm:pt>
    <dgm:pt modelId="{8FC06ED8-9306-49CA-9D57-CD6E8F2B8346}">
      <dgm:prSet/>
      <dgm:spPr/>
      <dgm:t>
        <a:bodyPr/>
        <a:lstStyle/>
        <a:p>
          <a:r>
            <a:rPr lang="en-US" b="0" i="0" baseline="0"/>
            <a:t>Data flow diagrams</a:t>
          </a:r>
          <a:endParaRPr lang="en-IN"/>
        </a:p>
      </dgm:t>
    </dgm:pt>
    <dgm:pt modelId="{609F4D15-87D2-4F30-A2F2-7E6E59943490}" type="parTrans" cxnId="{695897E2-C930-4461-A11E-F4AEAD74F62E}">
      <dgm:prSet/>
      <dgm:spPr/>
      <dgm:t>
        <a:bodyPr/>
        <a:lstStyle/>
        <a:p>
          <a:endParaRPr lang="en-IN"/>
        </a:p>
      </dgm:t>
    </dgm:pt>
    <dgm:pt modelId="{B29D2FFB-6B85-46A6-801C-1ABB6DC45DE5}" type="sibTrans" cxnId="{695897E2-C930-4461-A11E-F4AEAD74F62E}">
      <dgm:prSet/>
      <dgm:spPr/>
      <dgm:t>
        <a:bodyPr/>
        <a:lstStyle/>
        <a:p>
          <a:endParaRPr lang="en-IN"/>
        </a:p>
      </dgm:t>
    </dgm:pt>
    <dgm:pt modelId="{1EF7ED5C-B1D5-4674-AFFA-9409A3F5FA66}">
      <dgm:prSet/>
      <dgm:spPr/>
      <dgm:t>
        <a:bodyPr/>
        <a:lstStyle/>
        <a:p>
          <a:r>
            <a:rPr lang="en-US" b="0" i="0" baseline="0"/>
            <a:t>User interface mockups</a:t>
          </a:r>
          <a:endParaRPr lang="en-IN"/>
        </a:p>
      </dgm:t>
    </dgm:pt>
    <dgm:pt modelId="{5EC18D00-BA01-4E98-A83B-E2CCCD94169A}" type="parTrans" cxnId="{330C8716-544D-4515-AC46-73719EDDAFCC}">
      <dgm:prSet/>
      <dgm:spPr/>
      <dgm:t>
        <a:bodyPr/>
        <a:lstStyle/>
        <a:p>
          <a:endParaRPr lang="en-IN"/>
        </a:p>
      </dgm:t>
    </dgm:pt>
    <dgm:pt modelId="{E71AF406-AF10-4EDA-BD53-5F70B4FB1BB8}" type="sibTrans" cxnId="{330C8716-544D-4515-AC46-73719EDDAFCC}">
      <dgm:prSet/>
      <dgm:spPr/>
      <dgm:t>
        <a:bodyPr/>
        <a:lstStyle/>
        <a:p>
          <a:endParaRPr lang="en-IN"/>
        </a:p>
      </dgm:t>
    </dgm:pt>
    <dgm:pt modelId="{87B59CB9-845E-4BDC-B615-35F21E0C02FE}">
      <dgm:prSet/>
      <dgm:spPr/>
      <dgm:t>
        <a:bodyPr/>
        <a:lstStyle/>
        <a:p>
          <a:r>
            <a:rPr lang="en-US" b="0" i="0" baseline="0"/>
            <a:t>Risk assessment report</a:t>
          </a:r>
          <a:endParaRPr lang="en-IN"/>
        </a:p>
      </dgm:t>
    </dgm:pt>
    <dgm:pt modelId="{B5D3B55A-A997-4BC7-9F7A-3F35B6416EA7}" type="parTrans" cxnId="{9D7A1E65-AA62-4237-89A5-00417A691C8D}">
      <dgm:prSet/>
      <dgm:spPr/>
      <dgm:t>
        <a:bodyPr/>
        <a:lstStyle/>
        <a:p>
          <a:endParaRPr lang="en-IN"/>
        </a:p>
      </dgm:t>
    </dgm:pt>
    <dgm:pt modelId="{A3F4686A-9389-43FA-AD76-DFF06C0E8896}" type="sibTrans" cxnId="{9D7A1E65-AA62-4237-89A5-00417A691C8D}">
      <dgm:prSet/>
      <dgm:spPr/>
      <dgm:t>
        <a:bodyPr/>
        <a:lstStyle/>
        <a:p>
          <a:endParaRPr lang="en-IN"/>
        </a:p>
      </dgm:t>
    </dgm:pt>
    <dgm:pt modelId="{83B0E9CF-00D6-43FA-9BAF-CB5DA56F93FB}">
      <dgm:prSet/>
      <dgm:spPr/>
      <dgm:t>
        <a:bodyPr/>
        <a:lstStyle/>
        <a:p>
          <a:r>
            <a:rPr lang="en-US" b="0" i="0" baseline="0"/>
            <a:t>Final SRS document</a:t>
          </a:r>
          <a:endParaRPr lang="en-IN"/>
        </a:p>
      </dgm:t>
    </dgm:pt>
    <dgm:pt modelId="{A9EDC56E-E9F2-493B-8D01-4D8C7712E756}" type="parTrans" cxnId="{67733F9B-0151-4C32-B217-C3CB4A3C3895}">
      <dgm:prSet/>
      <dgm:spPr/>
      <dgm:t>
        <a:bodyPr/>
        <a:lstStyle/>
        <a:p>
          <a:endParaRPr lang="en-IN"/>
        </a:p>
      </dgm:t>
    </dgm:pt>
    <dgm:pt modelId="{1D9844A6-41E7-4EA8-B853-0C3D544F69B4}" type="sibTrans" cxnId="{67733F9B-0151-4C32-B217-C3CB4A3C3895}">
      <dgm:prSet/>
      <dgm:spPr/>
      <dgm:t>
        <a:bodyPr/>
        <a:lstStyle/>
        <a:p>
          <a:endParaRPr lang="en-IN"/>
        </a:p>
      </dgm:t>
    </dgm:pt>
    <dgm:pt modelId="{12F8CEF5-61F4-4BEA-851B-EEDCB5436FE6}" type="pres">
      <dgm:prSet presAssocID="{00E72C22-9CFB-481C-A4BD-11E06C72643E}" presName="linear" presStyleCnt="0">
        <dgm:presLayoutVars>
          <dgm:animLvl val="lvl"/>
          <dgm:resizeHandles val="exact"/>
        </dgm:presLayoutVars>
      </dgm:prSet>
      <dgm:spPr/>
    </dgm:pt>
    <dgm:pt modelId="{2EBCC6A8-59C1-45E4-8BC7-D372F4C17E16}" type="pres">
      <dgm:prSet presAssocID="{8A8F314B-95B4-4E73-8449-81E70FA04796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1FC0543B-61C2-401B-9EFC-26CA8995D0C4}" type="pres">
      <dgm:prSet presAssocID="{528D9BCE-FE6D-49B4-9EB9-6DAEA9199DF6}" presName="spacer" presStyleCnt="0"/>
      <dgm:spPr/>
    </dgm:pt>
    <dgm:pt modelId="{9342E40E-BB9E-4FEF-9827-2747662C3456}" type="pres">
      <dgm:prSet presAssocID="{7BC7CD1A-38CE-454B-840E-A3F390613F2B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8219E217-4285-490E-A18F-E701078DC5D7}" type="pres">
      <dgm:prSet presAssocID="{99DEBC97-FD03-481A-8C71-B2ADF63B43D6}" presName="spacer" presStyleCnt="0"/>
      <dgm:spPr/>
    </dgm:pt>
    <dgm:pt modelId="{CAC244BE-A6C3-4E0B-B902-B0C761D5A2AC}" type="pres">
      <dgm:prSet presAssocID="{F81BDE83-068D-4CD9-BCA3-94E4D992228D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D4661945-A276-4100-901E-75A66A113085}" type="pres">
      <dgm:prSet presAssocID="{AF502CCE-368A-4E9A-9136-65ABC4C2975C}" presName="spacer" presStyleCnt="0"/>
      <dgm:spPr/>
    </dgm:pt>
    <dgm:pt modelId="{8D828C2B-A841-405C-93D3-E41E45A7CD56}" type="pres">
      <dgm:prSet presAssocID="{8FC06ED8-9306-49CA-9D57-CD6E8F2B8346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8377116E-AB2A-486E-B65E-FB2B307E113F}" type="pres">
      <dgm:prSet presAssocID="{B29D2FFB-6B85-46A6-801C-1ABB6DC45DE5}" presName="spacer" presStyleCnt="0"/>
      <dgm:spPr/>
    </dgm:pt>
    <dgm:pt modelId="{348F4E3B-492D-45BF-98CF-B12B84A8EA22}" type="pres">
      <dgm:prSet presAssocID="{1EF7ED5C-B1D5-4674-AFFA-9409A3F5FA66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F3EC53B8-16A0-4346-80C4-234AC3F8545B}" type="pres">
      <dgm:prSet presAssocID="{E71AF406-AF10-4EDA-BD53-5F70B4FB1BB8}" presName="spacer" presStyleCnt="0"/>
      <dgm:spPr/>
    </dgm:pt>
    <dgm:pt modelId="{D26C366B-AF46-4628-A453-F4E5F6451535}" type="pres">
      <dgm:prSet presAssocID="{87B59CB9-845E-4BDC-B615-35F21E0C02FE}" presName="parentText" presStyleLbl="node1" presStyleIdx="5" presStyleCnt="7" custLinFactNeighborX="-185" custLinFactNeighborY="79375">
        <dgm:presLayoutVars>
          <dgm:chMax val="0"/>
          <dgm:bulletEnabled val="1"/>
        </dgm:presLayoutVars>
      </dgm:prSet>
      <dgm:spPr/>
    </dgm:pt>
    <dgm:pt modelId="{0CF07614-2434-44EE-827C-548920CE9262}" type="pres">
      <dgm:prSet presAssocID="{A3F4686A-9389-43FA-AD76-DFF06C0E8896}" presName="spacer" presStyleCnt="0"/>
      <dgm:spPr/>
    </dgm:pt>
    <dgm:pt modelId="{0DCE159B-3A25-4295-AD35-6354541E88ED}" type="pres">
      <dgm:prSet presAssocID="{83B0E9CF-00D6-43FA-9BAF-CB5DA56F93FB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330C8716-544D-4515-AC46-73719EDDAFCC}" srcId="{00E72C22-9CFB-481C-A4BD-11E06C72643E}" destId="{1EF7ED5C-B1D5-4674-AFFA-9409A3F5FA66}" srcOrd="4" destOrd="0" parTransId="{5EC18D00-BA01-4E98-A83B-E2CCCD94169A}" sibTransId="{E71AF406-AF10-4EDA-BD53-5F70B4FB1BB8}"/>
    <dgm:cxn modelId="{A10A2132-C1CD-477F-9D68-6C5ECA893D08}" type="presOf" srcId="{F81BDE83-068D-4CD9-BCA3-94E4D992228D}" destId="{CAC244BE-A6C3-4E0B-B902-B0C761D5A2AC}" srcOrd="0" destOrd="0" presId="urn:microsoft.com/office/officeart/2005/8/layout/vList2"/>
    <dgm:cxn modelId="{9D7A1E65-AA62-4237-89A5-00417A691C8D}" srcId="{00E72C22-9CFB-481C-A4BD-11E06C72643E}" destId="{87B59CB9-845E-4BDC-B615-35F21E0C02FE}" srcOrd="5" destOrd="0" parTransId="{B5D3B55A-A997-4BC7-9F7A-3F35B6416EA7}" sibTransId="{A3F4686A-9389-43FA-AD76-DFF06C0E8896}"/>
    <dgm:cxn modelId="{F2BAE26E-9850-4CB5-ABDD-56996E36EC5E}" type="presOf" srcId="{7BC7CD1A-38CE-454B-840E-A3F390613F2B}" destId="{9342E40E-BB9E-4FEF-9827-2747662C3456}" srcOrd="0" destOrd="0" presId="urn:microsoft.com/office/officeart/2005/8/layout/vList2"/>
    <dgm:cxn modelId="{6D068551-3CCB-4F1C-9E0E-C7D8C2954A95}" type="presOf" srcId="{00E72C22-9CFB-481C-A4BD-11E06C72643E}" destId="{12F8CEF5-61F4-4BEA-851B-EEDCB5436FE6}" srcOrd="0" destOrd="0" presId="urn:microsoft.com/office/officeart/2005/8/layout/vList2"/>
    <dgm:cxn modelId="{38179C59-48C6-48F3-B68F-E7D52BAB29F3}" type="presOf" srcId="{8A8F314B-95B4-4E73-8449-81E70FA04796}" destId="{2EBCC6A8-59C1-45E4-8BC7-D372F4C17E16}" srcOrd="0" destOrd="0" presId="urn:microsoft.com/office/officeart/2005/8/layout/vList2"/>
    <dgm:cxn modelId="{1A828499-CB79-4FE3-8D4B-8988ED8F427A}" srcId="{00E72C22-9CFB-481C-A4BD-11E06C72643E}" destId="{7BC7CD1A-38CE-454B-840E-A3F390613F2B}" srcOrd="1" destOrd="0" parTransId="{F0845796-BF79-4D8B-B0EC-0061E18B2DA0}" sibTransId="{99DEBC97-FD03-481A-8C71-B2ADF63B43D6}"/>
    <dgm:cxn modelId="{67733F9B-0151-4C32-B217-C3CB4A3C3895}" srcId="{00E72C22-9CFB-481C-A4BD-11E06C72643E}" destId="{83B0E9CF-00D6-43FA-9BAF-CB5DA56F93FB}" srcOrd="6" destOrd="0" parTransId="{A9EDC56E-E9F2-493B-8D01-4D8C7712E756}" sibTransId="{1D9844A6-41E7-4EA8-B853-0C3D544F69B4}"/>
    <dgm:cxn modelId="{959C97AF-B3BD-4FE8-8AA7-A84D4CD48C5B}" type="presOf" srcId="{87B59CB9-845E-4BDC-B615-35F21E0C02FE}" destId="{D26C366B-AF46-4628-A453-F4E5F6451535}" srcOrd="0" destOrd="0" presId="urn:microsoft.com/office/officeart/2005/8/layout/vList2"/>
    <dgm:cxn modelId="{5DA7ECBA-3082-44EA-A7CB-FA0B778D757E}" type="presOf" srcId="{8FC06ED8-9306-49CA-9D57-CD6E8F2B8346}" destId="{8D828C2B-A841-405C-93D3-E41E45A7CD56}" srcOrd="0" destOrd="0" presId="urn:microsoft.com/office/officeart/2005/8/layout/vList2"/>
    <dgm:cxn modelId="{09CA67CB-259B-4D0E-90E4-28DC81F563B3}" type="presOf" srcId="{83B0E9CF-00D6-43FA-9BAF-CB5DA56F93FB}" destId="{0DCE159B-3A25-4295-AD35-6354541E88ED}" srcOrd="0" destOrd="0" presId="urn:microsoft.com/office/officeart/2005/8/layout/vList2"/>
    <dgm:cxn modelId="{A99309CC-BACE-4C10-8D2C-F752A05860F0}" srcId="{00E72C22-9CFB-481C-A4BD-11E06C72643E}" destId="{F81BDE83-068D-4CD9-BCA3-94E4D992228D}" srcOrd="2" destOrd="0" parTransId="{6E2E67F2-C1A7-4770-A4CB-0608E6384E1A}" sibTransId="{AF502CCE-368A-4E9A-9136-65ABC4C2975C}"/>
    <dgm:cxn modelId="{376F46DC-0CE4-485C-9F66-48FB6855822D}" srcId="{00E72C22-9CFB-481C-A4BD-11E06C72643E}" destId="{8A8F314B-95B4-4E73-8449-81E70FA04796}" srcOrd="0" destOrd="0" parTransId="{D73204B8-DC8F-4AA5-88DD-005B952296D4}" sibTransId="{528D9BCE-FE6D-49B4-9EB9-6DAEA9199DF6}"/>
    <dgm:cxn modelId="{695897E2-C930-4461-A11E-F4AEAD74F62E}" srcId="{00E72C22-9CFB-481C-A4BD-11E06C72643E}" destId="{8FC06ED8-9306-49CA-9D57-CD6E8F2B8346}" srcOrd="3" destOrd="0" parTransId="{609F4D15-87D2-4F30-A2F2-7E6E59943490}" sibTransId="{B29D2FFB-6B85-46A6-801C-1ABB6DC45DE5}"/>
    <dgm:cxn modelId="{DB3D77E4-5D04-4A73-814F-B68AFF6FC05E}" type="presOf" srcId="{1EF7ED5C-B1D5-4674-AFFA-9409A3F5FA66}" destId="{348F4E3B-492D-45BF-98CF-B12B84A8EA22}" srcOrd="0" destOrd="0" presId="urn:microsoft.com/office/officeart/2005/8/layout/vList2"/>
    <dgm:cxn modelId="{3D143A9A-A7DE-4725-B92F-56B2CF837EA3}" type="presParOf" srcId="{12F8CEF5-61F4-4BEA-851B-EEDCB5436FE6}" destId="{2EBCC6A8-59C1-45E4-8BC7-D372F4C17E16}" srcOrd="0" destOrd="0" presId="urn:microsoft.com/office/officeart/2005/8/layout/vList2"/>
    <dgm:cxn modelId="{4DBF1D10-A2C1-4A60-BD25-6A1A1C197541}" type="presParOf" srcId="{12F8CEF5-61F4-4BEA-851B-EEDCB5436FE6}" destId="{1FC0543B-61C2-401B-9EFC-26CA8995D0C4}" srcOrd="1" destOrd="0" presId="urn:microsoft.com/office/officeart/2005/8/layout/vList2"/>
    <dgm:cxn modelId="{D16C3729-FDBD-4AC2-AA51-6F9631964426}" type="presParOf" srcId="{12F8CEF5-61F4-4BEA-851B-EEDCB5436FE6}" destId="{9342E40E-BB9E-4FEF-9827-2747662C3456}" srcOrd="2" destOrd="0" presId="urn:microsoft.com/office/officeart/2005/8/layout/vList2"/>
    <dgm:cxn modelId="{8578F746-B63F-4D8E-AACB-6F1AF3DD48F2}" type="presParOf" srcId="{12F8CEF5-61F4-4BEA-851B-EEDCB5436FE6}" destId="{8219E217-4285-490E-A18F-E701078DC5D7}" srcOrd="3" destOrd="0" presId="urn:microsoft.com/office/officeart/2005/8/layout/vList2"/>
    <dgm:cxn modelId="{101024C0-940A-43C7-8B05-DB66326E5DF6}" type="presParOf" srcId="{12F8CEF5-61F4-4BEA-851B-EEDCB5436FE6}" destId="{CAC244BE-A6C3-4E0B-B902-B0C761D5A2AC}" srcOrd="4" destOrd="0" presId="urn:microsoft.com/office/officeart/2005/8/layout/vList2"/>
    <dgm:cxn modelId="{E667BECC-494C-48B9-8EA7-5E487913C04C}" type="presParOf" srcId="{12F8CEF5-61F4-4BEA-851B-EEDCB5436FE6}" destId="{D4661945-A276-4100-901E-75A66A113085}" srcOrd="5" destOrd="0" presId="urn:microsoft.com/office/officeart/2005/8/layout/vList2"/>
    <dgm:cxn modelId="{5BE38069-BD02-4A5D-B28D-50B821D0D28B}" type="presParOf" srcId="{12F8CEF5-61F4-4BEA-851B-EEDCB5436FE6}" destId="{8D828C2B-A841-405C-93D3-E41E45A7CD56}" srcOrd="6" destOrd="0" presId="urn:microsoft.com/office/officeart/2005/8/layout/vList2"/>
    <dgm:cxn modelId="{731F4DC3-8D40-4A9E-A32E-6E5DDB1BDB02}" type="presParOf" srcId="{12F8CEF5-61F4-4BEA-851B-EEDCB5436FE6}" destId="{8377116E-AB2A-486E-B65E-FB2B307E113F}" srcOrd="7" destOrd="0" presId="urn:microsoft.com/office/officeart/2005/8/layout/vList2"/>
    <dgm:cxn modelId="{8CA2621D-6B56-4C1B-9D02-3B5727139CFD}" type="presParOf" srcId="{12F8CEF5-61F4-4BEA-851B-EEDCB5436FE6}" destId="{348F4E3B-492D-45BF-98CF-B12B84A8EA22}" srcOrd="8" destOrd="0" presId="urn:microsoft.com/office/officeart/2005/8/layout/vList2"/>
    <dgm:cxn modelId="{DEDC2071-696F-436C-AE07-8C0A17718870}" type="presParOf" srcId="{12F8CEF5-61F4-4BEA-851B-EEDCB5436FE6}" destId="{F3EC53B8-16A0-4346-80C4-234AC3F8545B}" srcOrd="9" destOrd="0" presId="urn:microsoft.com/office/officeart/2005/8/layout/vList2"/>
    <dgm:cxn modelId="{C369D711-F984-4DA4-99BA-657D9343A3B0}" type="presParOf" srcId="{12F8CEF5-61F4-4BEA-851B-EEDCB5436FE6}" destId="{D26C366B-AF46-4628-A453-F4E5F6451535}" srcOrd="10" destOrd="0" presId="urn:microsoft.com/office/officeart/2005/8/layout/vList2"/>
    <dgm:cxn modelId="{C3AC91EF-9705-41D6-9396-925E796B2663}" type="presParOf" srcId="{12F8CEF5-61F4-4BEA-851B-EEDCB5436FE6}" destId="{0CF07614-2434-44EE-827C-548920CE9262}" srcOrd="11" destOrd="0" presId="urn:microsoft.com/office/officeart/2005/8/layout/vList2"/>
    <dgm:cxn modelId="{F4761E92-8A20-42A6-B496-535F7B44D5E9}" type="presParOf" srcId="{12F8CEF5-61F4-4BEA-851B-EEDCB5436FE6}" destId="{0DCE159B-3A25-4295-AD35-6354541E88ED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9D2F2A8-00EE-4121-BA34-109D2AB5DEE4}" type="doc">
      <dgm:prSet loTypeId="urn:microsoft.com/office/officeart/2005/8/layout/venn1" loCatId="relationship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IN"/>
        </a:p>
      </dgm:t>
    </dgm:pt>
    <dgm:pt modelId="{1264019C-AB5F-458D-94B8-8D8FC056EAAF}">
      <dgm:prSet/>
      <dgm:spPr/>
      <dgm:t>
        <a:bodyPr/>
        <a:lstStyle/>
        <a:p>
          <a:r>
            <a:rPr lang="en-IN" b="1">
              <a:solidFill>
                <a:schemeClr val="bg2"/>
              </a:solidFill>
            </a:rPr>
            <a:t>• Correct.</a:t>
          </a:r>
        </a:p>
      </dgm:t>
    </dgm:pt>
    <dgm:pt modelId="{8A263200-24E5-4DEC-A95B-270975CA4746}" type="parTrans" cxnId="{4E8DCE83-6B1E-4050-9590-818570E9C9FF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96221AA2-24A0-4A6E-8C84-872151A4A429}" type="sibTrans" cxnId="{4E8DCE83-6B1E-4050-9590-818570E9C9FF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7DD3044D-3575-41A4-BF2D-D68C1F28A75F}">
      <dgm:prSet/>
      <dgm:spPr/>
      <dgm:t>
        <a:bodyPr/>
        <a:lstStyle/>
        <a:p>
          <a:r>
            <a:rPr lang="en-IN" b="1">
              <a:solidFill>
                <a:schemeClr val="bg2"/>
              </a:solidFill>
            </a:rPr>
            <a:t>• Complete.</a:t>
          </a:r>
        </a:p>
      </dgm:t>
    </dgm:pt>
    <dgm:pt modelId="{6E029AE7-B67D-49E5-A235-80EE7857B85A}" type="parTrans" cxnId="{99EBCDBA-66E0-4E89-9004-C733B91AB064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78AC07CF-99BA-479F-89B4-B31036260B64}" type="sibTrans" cxnId="{99EBCDBA-66E0-4E89-9004-C733B91AB064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CF2927DF-C437-40F3-B4A8-3A5E6E2559A7}">
      <dgm:prSet/>
      <dgm:spPr/>
      <dgm:t>
        <a:bodyPr/>
        <a:lstStyle/>
        <a:p>
          <a:r>
            <a:rPr lang="en-IN" b="1">
              <a:solidFill>
                <a:schemeClr val="bg2"/>
              </a:solidFill>
            </a:rPr>
            <a:t>• Consistent.</a:t>
          </a:r>
        </a:p>
      </dgm:t>
    </dgm:pt>
    <dgm:pt modelId="{5F02A671-6366-4EE5-8758-897E987EB147}" type="parTrans" cxnId="{33736A03-F7E1-4A94-8CDB-DFAD95D7F15D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D924056F-6B01-4805-8AA7-43C3E06CE5AC}" type="sibTrans" cxnId="{33736A03-F7E1-4A94-8CDB-DFAD95D7F15D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8B83D014-E4DB-4F1A-B278-AA1517628676}">
      <dgm:prSet/>
      <dgm:spPr/>
      <dgm:t>
        <a:bodyPr/>
        <a:lstStyle/>
        <a:p>
          <a:r>
            <a:rPr lang="en-IN" b="1">
              <a:solidFill>
                <a:schemeClr val="bg2"/>
              </a:solidFill>
            </a:rPr>
            <a:t>• Unambiguous.</a:t>
          </a:r>
        </a:p>
      </dgm:t>
    </dgm:pt>
    <dgm:pt modelId="{F7F5A404-C742-4AF0-B5AD-6AC502E85F62}" type="parTrans" cxnId="{3EF6D99D-3182-40AF-BE60-CA6919D742BB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820BAD04-0ACF-40FA-87DD-A6528D5EB5A6}" type="sibTrans" cxnId="{3EF6D99D-3182-40AF-BE60-CA6919D742BB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01E5C0C2-17FC-4D37-AA1D-E5EC0B15FD77}">
      <dgm:prSet/>
      <dgm:spPr/>
      <dgm:t>
        <a:bodyPr/>
        <a:lstStyle/>
        <a:p>
          <a:r>
            <a:rPr lang="en-IN" b="1">
              <a:solidFill>
                <a:schemeClr val="bg2"/>
              </a:solidFill>
            </a:rPr>
            <a:t>• Verifiable.</a:t>
          </a:r>
        </a:p>
      </dgm:t>
    </dgm:pt>
    <dgm:pt modelId="{3B9D3127-9B40-40AA-AD82-D4679A031B9C}" type="parTrans" cxnId="{5AF54E2D-9701-405C-991B-1E2B736E321C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7F9903CF-63F4-4403-8F51-EE563971B15B}" type="sibTrans" cxnId="{5AF54E2D-9701-405C-991B-1E2B736E321C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9502CFA6-62F0-494A-99F2-108209CDE585}">
      <dgm:prSet/>
      <dgm:spPr/>
      <dgm:t>
        <a:bodyPr/>
        <a:lstStyle/>
        <a:p>
          <a:r>
            <a:rPr lang="en-IN" b="1">
              <a:solidFill>
                <a:schemeClr val="bg2"/>
              </a:solidFill>
            </a:rPr>
            <a:t>• Modifiable.</a:t>
          </a:r>
        </a:p>
      </dgm:t>
    </dgm:pt>
    <dgm:pt modelId="{1A979D88-D6F7-4CB8-BD9C-3C44F4A12A4E}" type="parTrans" cxnId="{C3BF7645-D9B0-41E3-AE4F-1ECA09E1177F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0341E5D6-8F96-40EA-B956-27D706C8022C}" type="sibTrans" cxnId="{C3BF7645-D9B0-41E3-AE4F-1ECA09E1177F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3411448E-8A98-4CB6-9ABC-A01B8E03D6AD}">
      <dgm:prSet/>
      <dgm:spPr/>
      <dgm:t>
        <a:bodyPr/>
        <a:lstStyle/>
        <a:p>
          <a:r>
            <a:rPr lang="en-IN" b="1" dirty="0">
              <a:solidFill>
                <a:schemeClr val="bg2"/>
              </a:solidFill>
            </a:rPr>
            <a:t>• Traceable.</a:t>
          </a:r>
        </a:p>
      </dgm:t>
    </dgm:pt>
    <dgm:pt modelId="{13A6269A-3E08-4996-88B9-EE6B88F6457C}" type="parTrans" cxnId="{08549155-4472-41DB-BB39-C3F9D9713261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988AD892-01F5-4179-AEAB-E8CAF668C78E}" type="sibTrans" cxnId="{08549155-4472-41DB-BB39-C3F9D9713261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16EFBEC2-EA99-47B0-ABEF-760DCCE06E3E}">
      <dgm:prSet/>
      <dgm:spPr/>
      <dgm:t>
        <a:bodyPr/>
        <a:lstStyle/>
        <a:p>
          <a:endParaRPr lang="en-IN"/>
        </a:p>
      </dgm:t>
    </dgm:pt>
    <dgm:pt modelId="{432941BA-82EE-472E-8D5E-31442989ACC3}" type="parTrans" cxnId="{00DB81C3-120C-4011-B855-41D421A166AB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1BB970D6-EC62-4117-ACBF-4B35D355BD9C}" type="sibTrans" cxnId="{00DB81C3-120C-4011-B855-41D421A166AB}">
      <dgm:prSet/>
      <dgm:spPr/>
      <dgm:t>
        <a:bodyPr/>
        <a:lstStyle/>
        <a:p>
          <a:endParaRPr lang="en-IN" b="1">
            <a:solidFill>
              <a:schemeClr val="bg2"/>
            </a:solidFill>
          </a:endParaRPr>
        </a:p>
      </dgm:t>
    </dgm:pt>
    <dgm:pt modelId="{122C2D83-3165-45A5-A4CF-D5065DC95C20}" type="pres">
      <dgm:prSet presAssocID="{F9D2F2A8-00EE-4121-BA34-109D2AB5DEE4}" presName="compositeShape" presStyleCnt="0">
        <dgm:presLayoutVars>
          <dgm:chMax val="7"/>
          <dgm:dir/>
          <dgm:resizeHandles val="exact"/>
        </dgm:presLayoutVars>
      </dgm:prSet>
      <dgm:spPr/>
    </dgm:pt>
    <dgm:pt modelId="{AE32CB0F-D009-4338-99D1-FB46314943F0}" type="pres">
      <dgm:prSet presAssocID="{1264019C-AB5F-458D-94B8-8D8FC056EAAF}" presName="circ1" presStyleLbl="vennNode1" presStyleIdx="0" presStyleCnt="7"/>
      <dgm:spPr/>
    </dgm:pt>
    <dgm:pt modelId="{322DAA5D-E6D9-4EEB-934E-043ED16F29C2}" type="pres">
      <dgm:prSet presAssocID="{1264019C-AB5F-458D-94B8-8D8FC056EAAF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332537D7-1064-4219-A28E-7FCFFBA5290B}" type="pres">
      <dgm:prSet presAssocID="{7DD3044D-3575-41A4-BF2D-D68C1F28A75F}" presName="circ2" presStyleLbl="vennNode1" presStyleIdx="1" presStyleCnt="7"/>
      <dgm:spPr/>
    </dgm:pt>
    <dgm:pt modelId="{19A9E765-33FB-443B-AA9A-E6630E6DA2AB}" type="pres">
      <dgm:prSet presAssocID="{7DD3044D-3575-41A4-BF2D-D68C1F28A75F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FA3D45B-5EFC-4F67-A2F4-FF10E593E489}" type="pres">
      <dgm:prSet presAssocID="{CF2927DF-C437-40F3-B4A8-3A5E6E2559A7}" presName="circ3" presStyleLbl="vennNode1" presStyleIdx="2" presStyleCnt="7"/>
      <dgm:spPr/>
    </dgm:pt>
    <dgm:pt modelId="{0D1B6D21-E881-47F8-9711-13EF5D2B54F8}" type="pres">
      <dgm:prSet presAssocID="{CF2927DF-C437-40F3-B4A8-3A5E6E2559A7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8C951A60-C564-48BA-845D-5895D61909B9}" type="pres">
      <dgm:prSet presAssocID="{8B83D014-E4DB-4F1A-B278-AA1517628676}" presName="circ4" presStyleLbl="vennNode1" presStyleIdx="3" presStyleCnt="7"/>
      <dgm:spPr/>
    </dgm:pt>
    <dgm:pt modelId="{2B2BE9F5-D1AF-4CCE-A522-F568F3396BD7}" type="pres">
      <dgm:prSet presAssocID="{8B83D014-E4DB-4F1A-B278-AA1517628676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0839418-614A-4AEA-B80E-98A725E1D9BD}" type="pres">
      <dgm:prSet presAssocID="{01E5C0C2-17FC-4D37-AA1D-E5EC0B15FD77}" presName="circ5" presStyleLbl="vennNode1" presStyleIdx="4" presStyleCnt="7"/>
      <dgm:spPr/>
    </dgm:pt>
    <dgm:pt modelId="{56DA4363-EBA6-46AB-AAA3-57C16160A34A}" type="pres">
      <dgm:prSet presAssocID="{01E5C0C2-17FC-4D37-AA1D-E5EC0B15FD77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710A02-D336-4E20-BFE1-B8B03562C519}" type="pres">
      <dgm:prSet presAssocID="{9502CFA6-62F0-494A-99F2-108209CDE585}" presName="circ6" presStyleLbl="vennNode1" presStyleIdx="5" presStyleCnt="7"/>
      <dgm:spPr/>
    </dgm:pt>
    <dgm:pt modelId="{4D686AFB-F177-4F67-8737-B3BEC5494A02}" type="pres">
      <dgm:prSet presAssocID="{9502CFA6-62F0-494A-99F2-108209CDE585}" presName="circ6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F2B265F1-BFCC-4A3A-832E-B2D415144E9E}" type="pres">
      <dgm:prSet presAssocID="{3411448E-8A98-4CB6-9ABC-A01B8E03D6AD}" presName="circ7" presStyleLbl="vennNode1" presStyleIdx="6" presStyleCnt="7"/>
      <dgm:spPr/>
    </dgm:pt>
    <dgm:pt modelId="{5DFADEA4-10B7-4295-81F3-89C72B05F003}" type="pres">
      <dgm:prSet presAssocID="{3411448E-8A98-4CB6-9ABC-A01B8E03D6AD}" presName="circ7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33736A03-F7E1-4A94-8CDB-DFAD95D7F15D}" srcId="{F9D2F2A8-00EE-4121-BA34-109D2AB5DEE4}" destId="{CF2927DF-C437-40F3-B4A8-3A5E6E2559A7}" srcOrd="2" destOrd="0" parTransId="{5F02A671-6366-4EE5-8758-897E987EB147}" sibTransId="{D924056F-6B01-4805-8AA7-43C3E06CE5AC}"/>
    <dgm:cxn modelId="{E211F21F-1433-4A24-8C84-3A4F13AC4291}" type="presOf" srcId="{9502CFA6-62F0-494A-99F2-108209CDE585}" destId="{4D686AFB-F177-4F67-8737-B3BEC5494A02}" srcOrd="0" destOrd="0" presId="urn:microsoft.com/office/officeart/2005/8/layout/venn1"/>
    <dgm:cxn modelId="{5AF54E2D-9701-405C-991B-1E2B736E321C}" srcId="{F9D2F2A8-00EE-4121-BA34-109D2AB5DEE4}" destId="{01E5C0C2-17FC-4D37-AA1D-E5EC0B15FD77}" srcOrd="4" destOrd="0" parTransId="{3B9D3127-9B40-40AA-AD82-D4679A031B9C}" sibTransId="{7F9903CF-63F4-4403-8F51-EE563971B15B}"/>
    <dgm:cxn modelId="{C3BF7645-D9B0-41E3-AE4F-1ECA09E1177F}" srcId="{F9D2F2A8-00EE-4121-BA34-109D2AB5DEE4}" destId="{9502CFA6-62F0-494A-99F2-108209CDE585}" srcOrd="5" destOrd="0" parTransId="{1A979D88-D6F7-4CB8-BD9C-3C44F4A12A4E}" sibTransId="{0341E5D6-8F96-40EA-B956-27D706C8022C}"/>
    <dgm:cxn modelId="{EBFC9A4F-F771-40AE-AFB4-6142BCDB1128}" type="presOf" srcId="{7DD3044D-3575-41A4-BF2D-D68C1F28A75F}" destId="{19A9E765-33FB-443B-AA9A-E6630E6DA2AB}" srcOrd="0" destOrd="0" presId="urn:microsoft.com/office/officeart/2005/8/layout/venn1"/>
    <dgm:cxn modelId="{08549155-4472-41DB-BB39-C3F9D9713261}" srcId="{F9D2F2A8-00EE-4121-BA34-109D2AB5DEE4}" destId="{3411448E-8A98-4CB6-9ABC-A01B8E03D6AD}" srcOrd="6" destOrd="0" parTransId="{13A6269A-3E08-4996-88B9-EE6B88F6457C}" sibTransId="{988AD892-01F5-4179-AEAB-E8CAF668C78E}"/>
    <dgm:cxn modelId="{2360077B-9920-4C83-8119-1C585E19EACC}" type="presOf" srcId="{CF2927DF-C437-40F3-B4A8-3A5E6E2559A7}" destId="{0D1B6D21-E881-47F8-9711-13EF5D2B54F8}" srcOrd="0" destOrd="0" presId="urn:microsoft.com/office/officeart/2005/8/layout/venn1"/>
    <dgm:cxn modelId="{4E8DCE83-6B1E-4050-9590-818570E9C9FF}" srcId="{F9D2F2A8-00EE-4121-BA34-109D2AB5DEE4}" destId="{1264019C-AB5F-458D-94B8-8D8FC056EAAF}" srcOrd="0" destOrd="0" parTransId="{8A263200-24E5-4DEC-A95B-270975CA4746}" sibTransId="{96221AA2-24A0-4A6E-8C84-872151A4A429}"/>
    <dgm:cxn modelId="{07B3B385-A583-4F13-9353-4A724204ECAD}" type="presOf" srcId="{F9D2F2A8-00EE-4121-BA34-109D2AB5DEE4}" destId="{122C2D83-3165-45A5-A4CF-D5065DC95C20}" srcOrd="0" destOrd="0" presId="urn:microsoft.com/office/officeart/2005/8/layout/venn1"/>
    <dgm:cxn modelId="{0A08B88D-549F-474C-B9B2-CC51F190EE88}" type="presOf" srcId="{3411448E-8A98-4CB6-9ABC-A01B8E03D6AD}" destId="{5DFADEA4-10B7-4295-81F3-89C72B05F003}" srcOrd="0" destOrd="0" presId="urn:microsoft.com/office/officeart/2005/8/layout/venn1"/>
    <dgm:cxn modelId="{3EF6D99D-3182-40AF-BE60-CA6919D742BB}" srcId="{F9D2F2A8-00EE-4121-BA34-109D2AB5DEE4}" destId="{8B83D014-E4DB-4F1A-B278-AA1517628676}" srcOrd="3" destOrd="0" parTransId="{F7F5A404-C742-4AF0-B5AD-6AC502E85F62}" sibTransId="{820BAD04-0ACF-40FA-87DD-A6528D5EB5A6}"/>
    <dgm:cxn modelId="{AB3EF6B5-CA59-48BF-9181-D2127286B54E}" type="presOf" srcId="{8B83D014-E4DB-4F1A-B278-AA1517628676}" destId="{2B2BE9F5-D1AF-4CCE-A522-F568F3396BD7}" srcOrd="0" destOrd="0" presId="urn:microsoft.com/office/officeart/2005/8/layout/venn1"/>
    <dgm:cxn modelId="{05EA34B6-FCD7-4169-B373-7FEE71664569}" type="presOf" srcId="{1264019C-AB5F-458D-94B8-8D8FC056EAAF}" destId="{322DAA5D-E6D9-4EEB-934E-043ED16F29C2}" srcOrd="0" destOrd="0" presId="urn:microsoft.com/office/officeart/2005/8/layout/venn1"/>
    <dgm:cxn modelId="{99EBCDBA-66E0-4E89-9004-C733B91AB064}" srcId="{F9D2F2A8-00EE-4121-BA34-109D2AB5DEE4}" destId="{7DD3044D-3575-41A4-BF2D-D68C1F28A75F}" srcOrd="1" destOrd="0" parTransId="{6E029AE7-B67D-49E5-A235-80EE7857B85A}" sibTransId="{78AC07CF-99BA-479F-89B4-B31036260B64}"/>
    <dgm:cxn modelId="{00DB81C3-120C-4011-B855-41D421A166AB}" srcId="{F9D2F2A8-00EE-4121-BA34-109D2AB5DEE4}" destId="{16EFBEC2-EA99-47B0-ABEF-760DCCE06E3E}" srcOrd="7" destOrd="0" parTransId="{432941BA-82EE-472E-8D5E-31442989ACC3}" sibTransId="{1BB970D6-EC62-4117-ACBF-4B35D355BD9C}"/>
    <dgm:cxn modelId="{64E403E8-3E47-4ED3-93EC-5B1619D1328C}" type="presOf" srcId="{01E5C0C2-17FC-4D37-AA1D-E5EC0B15FD77}" destId="{56DA4363-EBA6-46AB-AAA3-57C16160A34A}" srcOrd="0" destOrd="0" presId="urn:microsoft.com/office/officeart/2005/8/layout/venn1"/>
    <dgm:cxn modelId="{9B6CEE55-B25D-4D5B-8863-30EE90C32F81}" type="presParOf" srcId="{122C2D83-3165-45A5-A4CF-D5065DC95C20}" destId="{AE32CB0F-D009-4338-99D1-FB46314943F0}" srcOrd="0" destOrd="0" presId="urn:microsoft.com/office/officeart/2005/8/layout/venn1"/>
    <dgm:cxn modelId="{11E69E6C-D0A7-4A73-B463-031A549F63F6}" type="presParOf" srcId="{122C2D83-3165-45A5-A4CF-D5065DC95C20}" destId="{322DAA5D-E6D9-4EEB-934E-043ED16F29C2}" srcOrd="1" destOrd="0" presId="urn:microsoft.com/office/officeart/2005/8/layout/venn1"/>
    <dgm:cxn modelId="{0790A94E-3614-4124-B4F4-141755A49F67}" type="presParOf" srcId="{122C2D83-3165-45A5-A4CF-D5065DC95C20}" destId="{332537D7-1064-4219-A28E-7FCFFBA5290B}" srcOrd="2" destOrd="0" presId="urn:microsoft.com/office/officeart/2005/8/layout/venn1"/>
    <dgm:cxn modelId="{C2525A42-A7C4-4E65-AD92-55D6119D78D8}" type="presParOf" srcId="{122C2D83-3165-45A5-A4CF-D5065DC95C20}" destId="{19A9E765-33FB-443B-AA9A-E6630E6DA2AB}" srcOrd="3" destOrd="0" presId="urn:microsoft.com/office/officeart/2005/8/layout/venn1"/>
    <dgm:cxn modelId="{1B787FB6-E1D1-432D-8819-7BD09AA78A6B}" type="presParOf" srcId="{122C2D83-3165-45A5-A4CF-D5065DC95C20}" destId="{2FA3D45B-5EFC-4F67-A2F4-FF10E593E489}" srcOrd="4" destOrd="0" presId="urn:microsoft.com/office/officeart/2005/8/layout/venn1"/>
    <dgm:cxn modelId="{C1957923-9C69-4FA3-95A4-D0979E959B1B}" type="presParOf" srcId="{122C2D83-3165-45A5-A4CF-D5065DC95C20}" destId="{0D1B6D21-E881-47F8-9711-13EF5D2B54F8}" srcOrd="5" destOrd="0" presId="urn:microsoft.com/office/officeart/2005/8/layout/venn1"/>
    <dgm:cxn modelId="{45583780-B450-4B13-98F6-7D7AD96C1548}" type="presParOf" srcId="{122C2D83-3165-45A5-A4CF-D5065DC95C20}" destId="{8C951A60-C564-48BA-845D-5895D61909B9}" srcOrd="6" destOrd="0" presId="urn:microsoft.com/office/officeart/2005/8/layout/venn1"/>
    <dgm:cxn modelId="{DA9113B9-FC75-4F60-B7CE-9C1C05B97146}" type="presParOf" srcId="{122C2D83-3165-45A5-A4CF-D5065DC95C20}" destId="{2B2BE9F5-D1AF-4CCE-A522-F568F3396BD7}" srcOrd="7" destOrd="0" presId="urn:microsoft.com/office/officeart/2005/8/layout/venn1"/>
    <dgm:cxn modelId="{CF984D6A-830D-4480-95A3-AE8830CE5586}" type="presParOf" srcId="{122C2D83-3165-45A5-A4CF-D5065DC95C20}" destId="{10839418-614A-4AEA-B80E-98A725E1D9BD}" srcOrd="8" destOrd="0" presId="urn:microsoft.com/office/officeart/2005/8/layout/venn1"/>
    <dgm:cxn modelId="{D2CD3C70-ADF2-4150-8263-86027FF6BB43}" type="presParOf" srcId="{122C2D83-3165-45A5-A4CF-D5065DC95C20}" destId="{56DA4363-EBA6-46AB-AAA3-57C16160A34A}" srcOrd="9" destOrd="0" presId="urn:microsoft.com/office/officeart/2005/8/layout/venn1"/>
    <dgm:cxn modelId="{5C5FF211-AC3F-477D-AD58-BABE0EF9AD42}" type="presParOf" srcId="{122C2D83-3165-45A5-A4CF-D5065DC95C20}" destId="{65710A02-D336-4E20-BFE1-B8B03562C519}" srcOrd="10" destOrd="0" presId="urn:microsoft.com/office/officeart/2005/8/layout/venn1"/>
    <dgm:cxn modelId="{EFA5304A-CBCE-4910-B414-C3F8004A18DC}" type="presParOf" srcId="{122C2D83-3165-45A5-A4CF-D5065DC95C20}" destId="{4D686AFB-F177-4F67-8737-B3BEC5494A02}" srcOrd="11" destOrd="0" presId="urn:microsoft.com/office/officeart/2005/8/layout/venn1"/>
    <dgm:cxn modelId="{EF684F22-EE19-4793-A445-4EF4FE1774A9}" type="presParOf" srcId="{122C2D83-3165-45A5-A4CF-D5065DC95C20}" destId="{F2B265F1-BFCC-4A3A-832E-B2D415144E9E}" srcOrd="12" destOrd="0" presId="urn:microsoft.com/office/officeart/2005/8/layout/venn1"/>
    <dgm:cxn modelId="{0526DE36-849E-4019-B114-4B74C386729A}" type="presParOf" srcId="{122C2D83-3165-45A5-A4CF-D5065DC95C20}" destId="{5DFADEA4-10B7-4295-81F3-89C72B05F003}" srcOrd="13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69EF26-3374-45AD-B935-5A52DC1B7536}">
      <dsp:nvSpPr>
        <dsp:cNvPr id="0" name=""/>
        <dsp:cNvSpPr/>
      </dsp:nvSpPr>
      <dsp:spPr>
        <a:xfrm>
          <a:off x="4129" y="0"/>
          <a:ext cx="3972816" cy="2916882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i="0" kern="1200"/>
            <a:t>Advantages</a:t>
          </a:r>
          <a:endParaRPr lang="en-IN" sz="4000" kern="1200"/>
        </a:p>
      </dsp:txBody>
      <dsp:txXfrm>
        <a:off x="4129" y="0"/>
        <a:ext cx="3972816" cy="875064"/>
      </dsp:txXfrm>
    </dsp:sp>
    <dsp:sp modelId="{C0098E48-214B-4DD2-A720-B4523D1E494A}">
      <dsp:nvSpPr>
        <dsp:cNvPr id="0" name=""/>
        <dsp:cNvSpPr/>
      </dsp:nvSpPr>
      <dsp:spPr>
        <a:xfrm>
          <a:off x="401411" y="875313"/>
          <a:ext cx="3178253" cy="57305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Simple and easy to understand</a:t>
          </a:r>
          <a:endParaRPr lang="en-IN" sz="1700" kern="1200"/>
        </a:p>
      </dsp:txBody>
      <dsp:txXfrm>
        <a:off x="418195" y="892097"/>
        <a:ext cx="3144685" cy="539482"/>
      </dsp:txXfrm>
    </dsp:sp>
    <dsp:sp modelId="{1F7A33F0-D23A-49CD-A45B-34B4A4430579}">
      <dsp:nvSpPr>
        <dsp:cNvPr id="0" name=""/>
        <dsp:cNvSpPr/>
      </dsp:nvSpPr>
      <dsp:spPr>
        <a:xfrm>
          <a:off x="401411" y="1536525"/>
          <a:ext cx="3178253" cy="573050"/>
        </a:xfrm>
        <a:prstGeom prst="roundRect">
          <a:avLst>
            <a:gd name="adj" fmla="val 10000"/>
          </a:avLst>
        </a:prstGeom>
        <a:solidFill>
          <a:schemeClr val="accent5">
            <a:hueOff val="-2506181"/>
            <a:satOff val="7567"/>
            <a:lumOff val="105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Well-structured documentation</a:t>
          </a:r>
          <a:endParaRPr lang="en-IN" sz="1700" kern="1200"/>
        </a:p>
      </dsp:txBody>
      <dsp:txXfrm>
        <a:off x="418195" y="1553309"/>
        <a:ext cx="3144685" cy="539482"/>
      </dsp:txXfrm>
    </dsp:sp>
    <dsp:sp modelId="{BBE6835E-D6D8-4A5E-85EB-2D6AC27C85DE}">
      <dsp:nvSpPr>
        <dsp:cNvPr id="0" name=""/>
        <dsp:cNvSpPr/>
      </dsp:nvSpPr>
      <dsp:spPr>
        <a:xfrm>
          <a:off x="401411" y="2197738"/>
          <a:ext cx="3178253" cy="573050"/>
        </a:xfrm>
        <a:prstGeom prst="roundRect">
          <a:avLst>
            <a:gd name="adj" fmla="val 10000"/>
          </a:avLst>
        </a:prstGeom>
        <a:solidFill>
          <a:schemeClr val="accent5">
            <a:hueOff val="-5012362"/>
            <a:satOff val="15134"/>
            <a:lumOff val="210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Suitable for projects with stable requirements</a:t>
          </a:r>
          <a:endParaRPr lang="en-IN" sz="1700" kern="1200"/>
        </a:p>
      </dsp:txBody>
      <dsp:txXfrm>
        <a:off x="418195" y="2214522"/>
        <a:ext cx="3144685" cy="539482"/>
      </dsp:txXfrm>
    </dsp:sp>
    <dsp:sp modelId="{3ECBA71C-B3D5-43E7-BC8F-C5197305C2BB}">
      <dsp:nvSpPr>
        <dsp:cNvPr id="0" name=""/>
        <dsp:cNvSpPr/>
      </dsp:nvSpPr>
      <dsp:spPr>
        <a:xfrm>
          <a:off x="4274908" y="0"/>
          <a:ext cx="3972816" cy="2916882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i="0" kern="1200"/>
            <a:t>Disadvantages</a:t>
          </a:r>
          <a:endParaRPr lang="en-IN" sz="4000" kern="1200"/>
        </a:p>
      </dsp:txBody>
      <dsp:txXfrm>
        <a:off x="4274908" y="0"/>
        <a:ext cx="3972816" cy="875064"/>
      </dsp:txXfrm>
    </dsp:sp>
    <dsp:sp modelId="{38D10AF7-5726-46C1-B611-BF1B6FB21019}">
      <dsp:nvSpPr>
        <dsp:cNvPr id="0" name=""/>
        <dsp:cNvSpPr/>
      </dsp:nvSpPr>
      <dsp:spPr>
        <a:xfrm>
          <a:off x="4672189" y="875313"/>
          <a:ext cx="3178253" cy="573050"/>
        </a:xfrm>
        <a:prstGeom prst="roundRect">
          <a:avLst>
            <a:gd name="adj" fmla="val 10000"/>
          </a:avLst>
        </a:prstGeom>
        <a:solidFill>
          <a:schemeClr val="accent5">
            <a:hueOff val="-7518543"/>
            <a:satOff val="22700"/>
            <a:lumOff val="3164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No customer feedback during development</a:t>
          </a:r>
          <a:endParaRPr lang="en-IN" sz="1700" kern="1200"/>
        </a:p>
      </dsp:txBody>
      <dsp:txXfrm>
        <a:off x="4688973" y="892097"/>
        <a:ext cx="3144685" cy="539482"/>
      </dsp:txXfrm>
    </dsp:sp>
    <dsp:sp modelId="{52AC0923-BABE-44C7-B41E-17220236A8B6}">
      <dsp:nvSpPr>
        <dsp:cNvPr id="0" name=""/>
        <dsp:cNvSpPr/>
      </dsp:nvSpPr>
      <dsp:spPr>
        <a:xfrm>
          <a:off x="4672189" y="1536525"/>
          <a:ext cx="3178253" cy="573050"/>
        </a:xfrm>
        <a:prstGeom prst="roundRect">
          <a:avLst>
            <a:gd name="adj" fmla="val 10000"/>
          </a:avLst>
        </a:prstGeom>
        <a:solidFill>
          <a:schemeClr val="accent5">
            <a:hueOff val="-10024723"/>
            <a:satOff val="30267"/>
            <a:lumOff val="4219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Difficult to make changes</a:t>
          </a:r>
          <a:endParaRPr lang="en-IN" sz="1700" kern="1200"/>
        </a:p>
      </dsp:txBody>
      <dsp:txXfrm>
        <a:off x="4688973" y="1553309"/>
        <a:ext cx="3144685" cy="539482"/>
      </dsp:txXfrm>
    </dsp:sp>
    <dsp:sp modelId="{AF3A3A54-2EDB-4324-8609-5BB3EF72C605}">
      <dsp:nvSpPr>
        <dsp:cNvPr id="0" name=""/>
        <dsp:cNvSpPr/>
      </dsp:nvSpPr>
      <dsp:spPr>
        <a:xfrm>
          <a:off x="4672189" y="2197738"/>
          <a:ext cx="3178253" cy="573050"/>
        </a:xfrm>
        <a:prstGeom prst="roundRect">
          <a:avLst>
            <a:gd name="adj" fmla="val 10000"/>
          </a:avLst>
        </a:prstGeom>
        <a:solidFill>
          <a:schemeClr val="accent5">
            <a:hueOff val="-12530904"/>
            <a:satOff val="37834"/>
            <a:lumOff val="5274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Late testing increases risk</a:t>
          </a:r>
          <a:endParaRPr lang="en-IN" sz="1700" kern="1200"/>
        </a:p>
      </dsp:txBody>
      <dsp:txXfrm>
        <a:off x="4688973" y="2214522"/>
        <a:ext cx="3144685" cy="5394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EEA779-BECB-4D8E-A294-E3FD3455D0E0}">
      <dsp:nvSpPr>
        <dsp:cNvPr id="0" name=""/>
        <dsp:cNvSpPr/>
      </dsp:nvSpPr>
      <dsp:spPr>
        <a:xfrm>
          <a:off x="0" y="25561"/>
          <a:ext cx="8251855" cy="10998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/>
            <a:t>Example/Best Use Case:</a:t>
          </a:r>
          <a:r>
            <a:rPr lang="en-US" sz="2000" b="0" i="0" kern="1200" baseline="0" dirty="0"/>
            <a:t> Developing a system for a regulated industry (e.g., healthcare, government, or defense systems) with strict compliance needs and fixed, well-understood requirements. </a:t>
          </a:r>
          <a:endParaRPr lang="en-IN" sz="2000" kern="1200" dirty="0"/>
        </a:p>
      </dsp:txBody>
      <dsp:txXfrm>
        <a:off x="53688" y="79249"/>
        <a:ext cx="8144479" cy="992424"/>
      </dsp:txXfrm>
    </dsp:sp>
    <dsp:sp modelId="{425A5476-ACF5-45DF-A0C3-0857A3B22684}">
      <dsp:nvSpPr>
        <dsp:cNvPr id="0" name=""/>
        <dsp:cNvSpPr/>
      </dsp:nvSpPr>
      <dsp:spPr>
        <a:xfrm>
          <a:off x="0" y="1182962"/>
          <a:ext cx="8251855" cy="1099800"/>
        </a:xfrm>
        <a:prstGeom prst="roundRect">
          <a:avLst/>
        </a:prstGeom>
        <a:solidFill>
          <a:schemeClr val="accent5">
            <a:hueOff val="-12530904"/>
            <a:satOff val="37834"/>
            <a:lumOff val="5274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/>
            <a:t>Payroll Management System</a:t>
          </a:r>
          <a:r>
            <a:rPr lang="en-US" sz="2000" b="0" i="0" kern="1200"/>
            <a:t>, where requirements are fixed and well-known.</a:t>
          </a:r>
          <a:endParaRPr lang="en-IN" sz="2000" kern="1200"/>
        </a:p>
      </dsp:txBody>
      <dsp:txXfrm>
        <a:off x="53688" y="1236650"/>
        <a:ext cx="8144479" cy="9924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ED3E25-2A0B-4F7D-A007-DFD372D74710}">
      <dsp:nvSpPr>
        <dsp:cNvPr id="0" name=""/>
        <dsp:cNvSpPr/>
      </dsp:nvSpPr>
      <dsp:spPr>
        <a:xfrm>
          <a:off x="599695" y="0"/>
          <a:ext cx="1538472" cy="1153854"/>
        </a:xfrm>
        <a:prstGeom prst="upArrow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7DC516-A4B5-4B11-9DA3-AEA62A483356}">
      <dsp:nvSpPr>
        <dsp:cNvPr id="0" name=""/>
        <dsp:cNvSpPr/>
      </dsp:nvSpPr>
      <dsp:spPr>
        <a:xfrm>
          <a:off x="2184322" y="0"/>
          <a:ext cx="4130712" cy="1153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4048" tIns="0" rIns="384048" bIns="384048" numCol="1" spcCol="1270" anchor="ctr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400" kern="1200"/>
        </a:p>
      </dsp:txBody>
      <dsp:txXfrm>
        <a:off x="2184322" y="0"/>
        <a:ext cx="4130712" cy="1153854"/>
      </dsp:txXfrm>
    </dsp:sp>
    <dsp:sp modelId="{DA0A1E4A-F5CC-4BE4-A588-05A1CAAA2658}">
      <dsp:nvSpPr>
        <dsp:cNvPr id="0" name=""/>
        <dsp:cNvSpPr/>
      </dsp:nvSpPr>
      <dsp:spPr>
        <a:xfrm>
          <a:off x="1061237" y="1250008"/>
          <a:ext cx="1538472" cy="1153854"/>
        </a:xfrm>
        <a:prstGeom prst="downArrow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56DCB3-99F0-406F-8885-D501DB09B891}">
      <dsp:nvSpPr>
        <dsp:cNvPr id="0" name=""/>
        <dsp:cNvSpPr/>
      </dsp:nvSpPr>
      <dsp:spPr>
        <a:xfrm>
          <a:off x="2645863" y="1250008"/>
          <a:ext cx="4130712" cy="1153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4048" tIns="0" rIns="384048" bIns="384048" numCol="1" spcCol="1270" anchor="ctr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400" kern="1200"/>
        </a:p>
      </dsp:txBody>
      <dsp:txXfrm>
        <a:off x="2645863" y="1250008"/>
        <a:ext cx="4130712" cy="115385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891B3F-02E0-44D0-8A54-A27549F89300}">
      <dsp:nvSpPr>
        <dsp:cNvPr id="0" name=""/>
        <dsp:cNvSpPr/>
      </dsp:nvSpPr>
      <dsp:spPr>
        <a:xfrm>
          <a:off x="4040532" y="8090"/>
          <a:ext cx="1530408" cy="7079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 dirty="0">
              <a:solidFill>
                <a:schemeClr val="bg2"/>
              </a:solidFill>
            </a:rPr>
            <a:t>High security risk (fraud, phishing, data theft)</a:t>
          </a:r>
          <a:endParaRPr lang="en-IN" sz="1400" b="1" kern="1200" dirty="0">
            <a:solidFill>
              <a:schemeClr val="bg2"/>
            </a:solidFill>
          </a:endParaRPr>
        </a:p>
      </dsp:txBody>
      <dsp:txXfrm>
        <a:off x="4040532" y="8090"/>
        <a:ext cx="1530408" cy="707916"/>
      </dsp:txXfrm>
    </dsp:sp>
    <dsp:sp modelId="{DA24FDC7-64BB-4869-A6BB-926934F5E094}">
      <dsp:nvSpPr>
        <dsp:cNvPr id="0" name=""/>
        <dsp:cNvSpPr/>
      </dsp:nvSpPr>
      <dsp:spPr>
        <a:xfrm>
          <a:off x="2287278" y="918"/>
          <a:ext cx="3457642" cy="3457642"/>
        </a:xfrm>
        <a:prstGeom prst="circularArrow">
          <a:avLst>
            <a:gd name="adj1" fmla="val 3992"/>
            <a:gd name="adj2" fmla="val 250465"/>
            <a:gd name="adj3" fmla="val 20572442"/>
            <a:gd name="adj4" fmla="val 19203989"/>
            <a:gd name="adj5" fmla="val 4658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2E67F5-C94D-4A4B-9E60-25369DB66958}">
      <dsp:nvSpPr>
        <dsp:cNvPr id="0" name=""/>
        <dsp:cNvSpPr/>
      </dsp:nvSpPr>
      <dsp:spPr>
        <a:xfrm>
          <a:off x="5110175" y="1375781"/>
          <a:ext cx="970397" cy="7079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>
              <a:solidFill>
                <a:schemeClr val="bg2"/>
              </a:solidFill>
            </a:rPr>
            <a:t>Network failures or bank downtime</a:t>
          </a:r>
          <a:endParaRPr lang="en-IN" sz="1400" b="1" kern="1200" dirty="0">
            <a:solidFill>
              <a:schemeClr val="bg2"/>
            </a:solidFill>
          </a:endParaRPr>
        </a:p>
      </dsp:txBody>
      <dsp:txXfrm>
        <a:off x="5110175" y="1375781"/>
        <a:ext cx="970397" cy="707916"/>
      </dsp:txXfrm>
    </dsp:sp>
    <dsp:sp modelId="{E3A4D377-0EBF-4D1D-91C1-6416F80F5464}">
      <dsp:nvSpPr>
        <dsp:cNvPr id="0" name=""/>
        <dsp:cNvSpPr/>
      </dsp:nvSpPr>
      <dsp:spPr>
        <a:xfrm>
          <a:off x="2287278" y="918"/>
          <a:ext cx="3457642" cy="3457642"/>
        </a:xfrm>
        <a:prstGeom prst="circularArrow">
          <a:avLst>
            <a:gd name="adj1" fmla="val 3992"/>
            <a:gd name="adj2" fmla="val 250465"/>
            <a:gd name="adj3" fmla="val 2145546"/>
            <a:gd name="adj4" fmla="val 777093"/>
            <a:gd name="adj5" fmla="val 4658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431DA9-4DCC-4C96-AA09-24D36B51805E}">
      <dsp:nvSpPr>
        <dsp:cNvPr id="0" name=""/>
        <dsp:cNvSpPr/>
      </dsp:nvSpPr>
      <dsp:spPr>
        <a:xfrm>
          <a:off x="4320538" y="2743473"/>
          <a:ext cx="970397" cy="7079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>
              <a:solidFill>
                <a:schemeClr val="bg2"/>
              </a:solidFill>
            </a:rPr>
            <a:t>Handling failed or pending transactions</a:t>
          </a:r>
          <a:endParaRPr lang="en-IN" sz="1400" b="1" kern="1200">
            <a:solidFill>
              <a:schemeClr val="bg2"/>
            </a:solidFill>
          </a:endParaRPr>
        </a:p>
      </dsp:txBody>
      <dsp:txXfrm>
        <a:off x="4320538" y="2743473"/>
        <a:ext cx="970397" cy="707916"/>
      </dsp:txXfrm>
    </dsp:sp>
    <dsp:sp modelId="{BB84B5A5-7549-4B64-9FB1-7540411807A8}">
      <dsp:nvSpPr>
        <dsp:cNvPr id="0" name=""/>
        <dsp:cNvSpPr/>
      </dsp:nvSpPr>
      <dsp:spPr>
        <a:xfrm>
          <a:off x="2287278" y="918"/>
          <a:ext cx="3457642" cy="3457642"/>
        </a:xfrm>
        <a:prstGeom prst="circularArrow">
          <a:avLst>
            <a:gd name="adj1" fmla="val 3992"/>
            <a:gd name="adj2" fmla="val 250465"/>
            <a:gd name="adj3" fmla="val 5816408"/>
            <a:gd name="adj4" fmla="val 4733127"/>
            <a:gd name="adj5" fmla="val 4658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0D71FC-49D3-46FE-88C9-B3E75F2D8727}">
      <dsp:nvSpPr>
        <dsp:cNvPr id="0" name=""/>
        <dsp:cNvSpPr/>
      </dsp:nvSpPr>
      <dsp:spPr>
        <a:xfrm>
          <a:off x="2741264" y="2743473"/>
          <a:ext cx="970397" cy="7079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>
              <a:solidFill>
                <a:schemeClr val="bg2"/>
              </a:solidFill>
            </a:rPr>
            <a:t>Managing refunds and reversals</a:t>
          </a:r>
          <a:endParaRPr lang="en-IN" sz="1400" b="1" kern="1200">
            <a:solidFill>
              <a:schemeClr val="bg2"/>
            </a:solidFill>
          </a:endParaRPr>
        </a:p>
      </dsp:txBody>
      <dsp:txXfrm>
        <a:off x="2741264" y="2743473"/>
        <a:ext cx="970397" cy="707916"/>
      </dsp:txXfrm>
    </dsp:sp>
    <dsp:sp modelId="{12976ECF-C05C-4EEE-AF71-26B980AC6D4F}">
      <dsp:nvSpPr>
        <dsp:cNvPr id="0" name=""/>
        <dsp:cNvSpPr/>
      </dsp:nvSpPr>
      <dsp:spPr>
        <a:xfrm>
          <a:off x="2287278" y="918"/>
          <a:ext cx="3457642" cy="3457642"/>
        </a:xfrm>
        <a:prstGeom prst="circularArrow">
          <a:avLst>
            <a:gd name="adj1" fmla="val 3992"/>
            <a:gd name="adj2" fmla="val 250465"/>
            <a:gd name="adj3" fmla="val 9772442"/>
            <a:gd name="adj4" fmla="val 8403989"/>
            <a:gd name="adj5" fmla="val 4658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D1DACB-3AF4-4228-9A1A-2BBD678856D1}">
      <dsp:nvSpPr>
        <dsp:cNvPr id="0" name=""/>
        <dsp:cNvSpPr/>
      </dsp:nvSpPr>
      <dsp:spPr>
        <a:xfrm>
          <a:off x="1951627" y="1375781"/>
          <a:ext cx="970397" cy="7079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>
              <a:solidFill>
                <a:schemeClr val="bg2"/>
              </a:solidFill>
            </a:rPr>
            <a:t>Payment gateway dependency</a:t>
          </a:r>
          <a:endParaRPr lang="en-IN" sz="1400" b="1" kern="1200">
            <a:solidFill>
              <a:schemeClr val="bg2"/>
            </a:solidFill>
          </a:endParaRPr>
        </a:p>
      </dsp:txBody>
      <dsp:txXfrm>
        <a:off x="1951627" y="1375781"/>
        <a:ext cx="970397" cy="707916"/>
      </dsp:txXfrm>
    </dsp:sp>
    <dsp:sp modelId="{B5C2521B-D50B-44E4-85A9-24FA2F005494}">
      <dsp:nvSpPr>
        <dsp:cNvPr id="0" name=""/>
        <dsp:cNvSpPr/>
      </dsp:nvSpPr>
      <dsp:spPr>
        <a:xfrm>
          <a:off x="2287278" y="918"/>
          <a:ext cx="3457642" cy="3457642"/>
        </a:xfrm>
        <a:prstGeom prst="circularArrow">
          <a:avLst>
            <a:gd name="adj1" fmla="val 3992"/>
            <a:gd name="adj2" fmla="val 250465"/>
            <a:gd name="adj3" fmla="val 12945546"/>
            <a:gd name="adj4" fmla="val 11577093"/>
            <a:gd name="adj5" fmla="val 4658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0D3377-D2A4-4DE2-ACA4-B6A6491A2C46}">
      <dsp:nvSpPr>
        <dsp:cNvPr id="0" name=""/>
        <dsp:cNvSpPr/>
      </dsp:nvSpPr>
      <dsp:spPr>
        <a:xfrm>
          <a:off x="2741264" y="8090"/>
          <a:ext cx="970397" cy="7079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 dirty="0">
              <a:solidFill>
                <a:schemeClr val="bg2"/>
              </a:solidFill>
            </a:rPr>
            <a:t>High concurrency requirement</a:t>
          </a:r>
          <a:endParaRPr lang="en-IN" sz="1400" b="1" kern="1200" dirty="0">
            <a:solidFill>
              <a:schemeClr val="bg2"/>
            </a:solidFill>
          </a:endParaRPr>
        </a:p>
      </dsp:txBody>
      <dsp:txXfrm>
        <a:off x="2741264" y="8090"/>
        <a:ext cx="970397" cy="707916"/>
      </dsp:txXfrm>
    </dsp:sp>
    <dsp:sp modelId="{12DFB4E3-6EF2-465D-8C16-8D2AB93970EC}">
      <dsp:nvSpPr>
        <dsp:cNvPr id="0" name=""/>
        <dsp:cNvSpPr/>
      </dsp:nvSpPr>
      <dsp:spPr>
        <a:xfrm>
          <a:off x="2287278" y="918"/>
          <a:ext cx="3457642" cy="3457642"/>
        </a:xfrm>
        <a:prstGeom prst="circularArrow">
          <a:avLst>
            <a:gd name="adj1" fmla="val 3992"/>
            <a:gd name="adj2" fmla="val 250465"/>
            <a:gd name="adj3" fmla="val 16002722"/>
            <a:gd name="adj4" fmla="val 15533127"/>
            <a:gd name="adj5" fmla="val 4658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36573A-CD1B-49E9-8B83-DD9EFBF42AA3}">
      <dsp:nvSpPr>
        <dsp:cNvPr id="0" name=""/>
        <dsp:cNvSpPr/>
      </dsp:nvSpPr>
      <dsp:spPr>
        <a:xfrm>
          <a:off x="0" y="57713"/>
          <a:ext cx="829056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Prevents financial losses</a:t>
          </a:r>
          <a:endParaRPr lang="en-IN" sz="2400" kern="1200"/>
        </a:p>
      </dsp:txBody>
      <dsp:txXfrm>
        <a:off x="28100" y="85813"/>
        <a:ext cx="8234360" cy="519439"/>
      </dsp:txXfrm>
    </dsp:sp>
    <dsp:sp modelId="{DFC3A449-9A08-4A44-A22A-6F7728A56B4E}">
      <dsp:nvSpPr>
        <dsp:cNvPr id="0" name=""/>
        <dsp:cNvSpPr/>
      </dsp:nvSpPr>
      <dsp:spPr>
        <a:xfrm>
          <a:off x="0" y="702473"/>
          <a:ext cx="829056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Ensures user trust and system reliability</a:t>
          </a:r>
          <a:endParaRPr lang="en-IN" sz="2400" kern="1200"/>
        </a:p>
      </dsp:txBody>
      <dsp:txXfrm>
        <a:off x="28100" y="730573"/>
        <a:ext cx="8234360" cy="519439"/>
      </dsp:txXfrm>
    </dsp:sp>
    <dsp:sp modelId="{B359F1F2-8F33-4AEB-8C1E-059C0FD9A4C0}">
      <dsp:nvSpPr>
        <dsp:cNvPr id="0" name=""/>
        <dsp:cNvSpPr/>
      </dsp:nvSpPr>
      <dsp:spPr>
        <a:xfrm>
          <a:off x="0" y="1347233"/>
          <a:ext cx="829056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Ensures legal and financial compliance</a:t>
          </a:r>
          <a:endParaRPr lang="en-IN" sz="2400" kern="1200"/>
        </a:p>
      </dsp:txBody>
      <dsp:txXfrm>
        <a:off x="28100" y="1375333"/>
        <a:ext cx="8234360" cy="519439"/>
      </dsp:txXfrm>
    </dsp:sp>
    <dsp:sp modelId="{11CF3A04-DC5E-45DC-9CCA-14E03D10CC23}">
      <dsp:nvSpPr>
        <dsp:cNvPr id="0" name=""/>
        <dsp:cNvSpPr/>
      </dsp:nvSpPr>
      <dsp:spPr>
        <a:xfrm>
          <a:off x="0" y="1991993"/>
          <a:ext cx="829056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Helps design secure transaction flow</a:t>
          </a:r>
          <a:endParaRPr lang="en-IN" sz="2400" kern="1200"/>
        </a:p>
      </dsp:txBody>
      <dsp:txXfrm>
        <a:off x="28100" y="2020093"/>
        <a:ext cx="8234360" cy="519439"/>
      </dsp:txXfrm>
    </dsp:sp>
    <dsp:sp modelId="{A8104459-DB3D-4CE2-998D-50AC3301EF99}">
      <dsp:nvSpPr>
        <dsp:cNvPr id="0" name=""/>
        <dsp:cNvSpPr/>
      </dsp:nvSpPr>
      <dsp:spPr>
        <a:xfrm>
          <a:off x="0" y="2636753"/>
          <a:ext cx="829056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Improves overall user experience</a:t>
          </a:r>
          <a:endParaRPr lang="en-IN" sz="2400" kern="1200"/>
        </a:p>
      </dsp:txBody>
      <dsp:txXfrm>
        <a:off x="28100" y="2664853"/>
        <a:ext cx="8234360" cy="51943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BCC6A8-59C1-45E4-8BC7-D372F4C17E16}">
      <dsp:nvSpPr>
        <dsp:cNvPr id="0" name=""/>
        <dsp:cNvSpPr/>
      </dsp:nvSpPr>
      <dsp:spPr>
        <a:xfrm>
          <a:off x="0" y="51711"/>
          <a:ext cx="7498080" cy="335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Functional requirement specification</a:t>
          </a:r>
          <a:endParaRPr lang="en-IN" sz="1400" kern="1200"/>
        </a:p>
      </dsp:txBody>
      <dsp:txXfrm>
        <a:off x="16392" y="68103"/>
        <a:ext cx="7465296" cy="303006"/>
      </dsp:txXfrm>
    </dsp:sp>
    <dsp:sp modelId="{9342E40E-BB9E-4FEF-9827-2747662C3456}">
      <dsp:nvSpPr>
        <dsp:cNvPr id="0" name=""/>
        <dsp:cNvSpPr/>
      </dsp:nvSpPr>
      <dsp:spPr>
        <a:xfrm>
          <a:off x="0" y="427821"/>
          <a:ext cx="7498080" cy="335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Non-functional requirement document</a:t>
          </a:r>
          <a:endParaRPr lang="en-IN" sz="1400" kern="1200"/>
        </a:p>
      </dsp:txBody>
      <dsp:txXfrm>
        <a:off x="16392" y="444213"/>
        <a:ext cx="7465296" cy="303006"/>
      </dsp:txXfrm>
    </dsp:sp>
    <dsp:sp modelId="{CAC244BE-A6C3-4E0B-B902-B0C761D5A2AC}">
      <dsp:nvSpPr>
        <dsp:cNvPr id="0" name=""/>
        <dsp:cNvSpPr/>
      </dsp:nvSpPr>
      <dsp:spPr>
        <a:xfrm>
          <a:off x="0" y="803931"/>
          <a:ext cx="7498080" cy="335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Use case diagrams</a:t>
          </a:r>
          <a:endParaRPr lang="en-IN" sz="1400" kern="1200"/>
        </a:p>
      </dsp:txBody>
      <dsp:txXfrm>
        <a:off x="16392" y="820323"/>
        <a:ext cx="7465296" cy="303006"/>
      </dsp:txXfrm>
    </dsp:sp>
    <dsp:sp modelId="{8D828C2B-A841-405C-93D3-E41E45A7CD56}">
      <dsp:nvSpPr>
        <dsp:cNvPr id="0" name=""/>
        <dsp:cNvSpPr/>
      </dsp:nvSpPr>
      <dsp:spPr>
        <a:xfrm>
          <a:off x="0" y="1180041"/>
          <a:ext cx="7498080" cy="335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Data flow diagrams</a:t>
          </a:r>
          <a:endParaRPr lang="en-IN" sz="1400" kern="1200"/>
        </a:p>
      </dsp:txBody>
      <dsp:txXfrm>
        <a:off x="16392" y="1196433"/>
        <a:ext cx="7465296" cy="303006"/>
      </dsp:txXfrm>
    </dsp:sp>
    <dsp:sp modelId="{348F4E3B-492D-45BF-98CF-B12B84A8EA22}">
      <dsp:nvSpPr>
        <dsp:cNvPr id="0" name=""/>
        <dsp:cNvSpPr/>
      </dsp:nvSpPr>
      <dsp:spPr>
        <a:xfrm>
          <a:off x="0" y="1556151"/>
          <a:ext cx="7498080" cy="335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User interface mockups</a:t>
          </a:r>
          <a:endParaRPr lang="en-IN" sz="1400" kern="1200"/>
        </a:p>
      </dsp:txBody>
      <dsp:txXfrm>
        <a:off x="16392" y="1572543"/>
        <a:ext cx="7465296" cy="303006"/>
      </dsp:txXfrm>
    </dsp:sp>
    <dsp:sp modelId="{D26C366B-AF46-4628-A453-F4E5F6451535}">
      <dsp:nvSpPr>
        <dsp:cNvPr id="0" name=""/>
        <dsp:cNvSpPr/>
      </dsp:nvSpPr>
      <dsp:spPr>
        <a:xfrm>
          <a:off x="0" y="1964265"/>
          <a:ext cx="7498080" cy="335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Risk assessment report</a:t>
          </a:r>
          <a:endParaRPr lang="en-IN" sz="1400" kern="1200"/>
        </a:p>
      </dsp:txBody>
      <dsp:txXfrm>
        <a:off x="16392" y="1980657"/>
        <a:ext cx="7465296" cy="303006"/>
      </dsp:txXfrm>
    </dsp:sp>
    <dsp:sp modelId="{0DCE159B-3A25-4295-AD35-6354541E88ED}">
      <dsp:nvSpPr>
        <dsp:cNvPr id="0" name=""/>
        <dsp:cNvSpPr/>
      </dsp:nvSpPr>
      <dsp:spPr>
        <a:xfrm>
          <a:off x="0" y="2308371"/>
          <a:ext cx="7498080" cy="3357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Final SRS document</a:t>
          </a:r>
          <a:endParaRPr lang="en-IN" sz="1400" kern="1200"/>
        </a:p>
      </dsp:txBody>
      <dsp:txXfrm>
        <a:off x="16392" y="2324763"/>
        <a:ext cx="7465296" cy="30300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32CB0F-D009-4338-99D1-FB46314943F0}">
      <dsp:nvSpPr>
        <dsp:cNvPr id="0" name=""/>
        <dsp:cNvSpPr/>
      </dsp:nvSpPr>
      <dsp:spPr>
        <a:xfrm>
          <a:off x="2532529" y="864232"/>
          <a:ext cx="1107140" cy="1107276"/>
        </a:xfrm>
        <a:prstGeom prst="ellipse">
          <a:avLst/>
        </a:prstGeom>
        <a:solidFill>
          <a:schemeClr val="accent5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322DAA5D-E6D9-4EEB-934E-043ED16F29C2}">
      <dsp:nvSpPr>
        <dsp:cNvPr id="0" name=""/>
        <dsp:cNvSpPr/>
      </dsp:nvSpPr>
      <dsp:spPr>
        <a:xfrm>
          <a:off x="2451800" y="0"/>
          <a:ext cx="1268599" cy="67889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>
              <a:solidFill>
                <a:schemeClr val="bg2"/>
              </a:solidFill>
            </a:rPr>
            <a:t>• Correct.</a:t>
          </a:r>
        </a:p>
      </dsp:txBody>
      <dsp:txXfrm>
        <a:off x="2451800" y="0"/>
        <a:ext cx="1268599" cy="678894"/>
      </dsp:txXfrm>
    </dsp:sp>
    <dsp:sp modelId="{332537D7-1064-4219-A28E-7FCFFBA5290B}">
      <dsp:nvSpPr>
        <dsp:cNvPr id="0" name=""/>
        <dsp:cNvSpPr/>
      </dsp:nvSpPr>
      <dsp:spPr>
        <a:xfrm>
          <a:off x="2857290" y="1020378"/>
          <a:ext cx="1107140" cy="1107276"/>
        </a:xfrm>
        <a:prstGeom prst="ellipse">
          <a:avLst/>
        </a:prstGeom>
        <a:solidFill>
          <a:schemeClr val="accent5">
            <a:alpha val="50000"/>
            <a:hueOff val="-2088484"/>
            <a:satOff val="6306"/>
            <a:lumOff val="879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19A9E765-33FB-443B-AA9A-E6630E6DA2AB}">
      <dsp:nvSpPr>
        <dsp:cNvPr id="0" name=""/>
        <dsp:cNvSpPr/>
      </dsp:nvSpPr>
      <dsp:spPr>
        <a:xfrm>
          <a:off x="4100979" y="644949"/>
          <a:ext cx="1199402" cy="74678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>
              <a:solidFill>
                <a:schemeClr val="bg2"/>
              </a:solidFill>
            </a:rPr>
            <a:t>• Complete.</a:t>
          </a:r>
        </a:p>
      </dsp:txBody>
      <dsp:txXfrm>
        <a:off x="4100979" y="644949"/>
        <a:ext cx="1199402" cy="746783"/>
      </dsp:txXfrm>
    </dsp:sp>
    <dsp:sp modelId="{2FA3D45B-5EFC-4F67-A2F4-FF10E593E489}">
      <dsp:nvSpPr>
        <dsp:cNvPr id="0" name=""/>
        <dsp:cNvSpPr/>
      </dsp:nvSpPr>
      <dsp:spPr>
        <a:xfrm>
          <a:off x="2937097" y="1371706"/>
          <a:ext cx="1107140" cy="1107276"/>
        </a:xfrm>
        <a:prstGeom prst="ellipse">
          <a:avLst/>
        </a:prstGeom>
        <a:solidFill>
          <a:schemeClr val="accent5">
            <a:alpha val="50000"/>
            <a:hueOff val="-4176968"/>
            <a:satOff val="12611"/>
            <a:lumOff val="1758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0D1B6D21-E881-47F8-9711-13EF5D2B54F8}">
      <dsp:nvSpPr>
        <dsp:cNvPr id="0" name=""/>
        <dsp:cNvSpPr/>
      </dsp:nvSpPr>
      <dsp:spPr>
        <a:xfrm>
          <a:off x="4216306" y="1595401"/>
          <a:ext cx="1176337" cy="79770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>
              <a:solidFill>
                <a:schemeClr val="bg2"/>
              </a:solidFill>
            </a:rPr>
            <a:t>• Consistent.</a:t>
          </a:r>
        </a:p>
      </dsp:txBody>
      <dsp:txXfrm>
        <a:off x="4216306" y="1595401"/>
        <a:ext cx="1176337" cy="797700"/>
      </dsp:txXfrm>
    </dsp:sp>
    <dsp:sp modelId="{8C951A60-C564-48BA-845D-5895D61909B9}">
      <dsp:nvSpPr>
        <dsp:cNvPr id="0" name=""/>
        <dsp:cNvSpPr/>
      </dsp:nvSpPr>
      <dsp:spPr>
        <a:xfrm>
          <a:off x="2712439" y="1653447"/>
          <a:ext cx="1107140" cy="1107276"/>
        </a:xfrm>
        <a:prstGeom prst="ellipse">
          <a:avLst/>
        </a:prstGeom>
        <a:solidFill>
          <a:schemeClr val="accent5">
            <a:alpha val="50000"/>
            <a:hueOff val="-6265452"/>
            <a:satOff val="18917"/>
            <a:lumOff val="26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2B2BE9F5-D1AF-4CCE-A522-F568F3396BD7}">
      <dsp:nvSpPr>
        <dsp:cNvPr id="0" name=""/>
        <dsp:cNvSpPr/>
      </dsp:nvSpPr>
      <dsp:spPr>
        <a:xfrm>
          <a:off x="3708866" y="2664660"/>
          <a:ext cx="1268599" cy="72981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>
              <a:solidFill>
                <a:schemeClr val="bg2"/>
              </a:solidFill>
            </a:rPr>
            <a:t>• Unambiguous.</a:t>
          </a:r>
        </a:p>
      </dsp:txBody>
      <dsp:txXfrm>
        <a:off x="3708866" y="2664660"/>
        <a:ext cx="1268599" cy="729811"/>
      </dsp:txXfrm>
    </dsp:sp>
    <dsp:sp modelId="{10839418-614A-4AEA-B80E-98A725E1D9BD}">
      <dsp:nvSpPr>
        <dsp:cNvPr id="0" name=""/>
        <dsp:cNvSpPr/>
      </dsp:nvSpPr>
      <dsp:spPr>
        <a:xfrm>
          <a:off x="2352619" y="1653447"/>
          <a:ext cx="1107140" cy="1107276"/>
        </a:xfrm>
        <a:prstGeom prst="ellipse">
          <a:avLst/>
        </a:prstGeom>
        <a:solidFill>
          <a:schemeClr val="accent5">
            <a:alpha val="50000"/>
            <a:hueOff val="-8353936"/>
            <a:satOff val="25223"/>
            <a:lumOff val="3516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56DA4363-EBA6-46AB-AAA3-57C16160A34A}">
      <dsp:nvSpPr>
        <dsp:cNvPr id="0" name=""/>
        <dsp:cNvSpPr/>
      </dsp:nvSpPr>
      <dsp:spPr>
        <a:xfrm>
          <a:off x="1194734" y="2664660"/>
          <a:ext cx="1268599" cy="72981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>
              <a:solidFill>
                <a:schemeClr val="bg2"/>
              </a:solidFill>
            </a:rPr>
            <a:t>• Verifiable.</a:t>
          </a:r>
        </a:p>
      </dsp:txBody>
      <dsp:txXfrm>
        <a:off x="1194734" y="2664660"/>
        <a:ext cx="1268599" cy="729811"/>
      </dsp:txXfrm>
    </dsp:sp>
    <dsp:sp modelId="{65710A02-D336-4E20-BFE1-B8B03562C519}">
      <dsp:nvSpPr>
        <dsp:cNvPr id="0" name=""/>
        <dsp:cNvSpPr/>
      </dsp:nvSpPr>
      <dsp:spPr>
        <a:xfrm>
          <a:off x="2127961" y="1371706"/>
          <a:ext cx="1107140" cy="1107276"/>
        </a:xfrm>
        <a:prstGeom prst="ellipse">
          <a:avLst/>
        </a:prstGeom>
        <a:solidFill>
          <a:schemeClr val="accent5">
            <a:alpha val="50000"/>
            <a:hueOff val="-10442420"/>
            <a:satOff val="31528"/>
            <a:lumOff val="4395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4D686AFB-F177-4F67-8737-B3BEC5494A02}">
      <dsp:nvSpPr>
        <dsp:cNvPr id="0" name=""/>
        <dsp:cNvSpPr/>
      </dsp:nvSpPr>
      <dsp:spPr>
        <a:xfrm>
          <a:off x="779556" y="1595401"/>
          <a:ext cx="1176337" cy="79770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>
              <a:solidFill>
                <a:schemeClr val="bg2"/>
              </a:solidFill>
            </a:rPr>
            <a:t>• Modifiable.</a:t>
          </a:r>
        </a:p>
      </dsp:txBody>
      <dsp:txXfrm>
        <a:off x="779556" y="1595401"/>
        <a:ext cx="1176337" cy="797700"/>
      </dsp:txXfrm>
    </dsp:sp>
    <dsp:sp modelId="{F2B265F1-BFCC-4A3A-832E-B2D415144E9E}">
      <dsp:nvSpPr>
        <dsp:cNvPr id="0" name=""/>
        <dsp:cNvSpPr/>
      </dsp:nvSpPr>
      <dsp:spPr>
        <a:xfrm>
          <a:off x="2207768" y="1020378"/>
          <a:ext cx="1107140" cy="1107276"/>
        </a:xfrm>
        <a:prstGeom prst="ellipse">
          <a:avLst/>
        </a:prstGeom>
        <a:solidFill>
          <a:schemeClr val="accent5">
            <a:alpha val="50000"/>
            <a:hueOff val="-12530904"/>
            <a:satOff val="37834"/>
            <a:lumOff val="5274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5DFADEA4-10B7-4295-81F3-89C72B05F003}">
      <dsp:nvSpPr>
        <dsp:cNvPr id="0" name=""/>
        <dsp:cNvSpPr/>
      </dsp:nvSpPr>
      <dsp:spPr>
        <a:xfrm>
          <a:off x="871818" y="644949"/>
          <a:ext cx="1199402" cy="74678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>
              <a:solidFill>
                <a:schemeClr val="bg2"/>
              </a:solidFill>
            </a:rPr>
            <a:t>• Traceable.</a:t>
          </a:r>
        </a:p>
      </dsp:txBody>
      <dsp:txXfrm>
        <a:off x="871818" y="644949"/>
        <a:ext cx="1199402" cy="7467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arrow4">
  <dgm:title val=""/>
  <dgm:desc val=""/>
  <dgm:catLst>
    <dgm:cat type="relationship" pri="8000"/>
    <dgm:cat type="process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lte" val="1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/>
              <dgm:constr type="b" for="ch" forName="upArrow" refType="h" fact="0.48"/>
              <dgm:constr type="l" for="ch" forName="upArrow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/>
              <dgm:constr type="b" for="ch" forName="upArrowText" refType="h" fact="0.48"/>
              <dgm:constr type="l" for="ch" forName="upArrowText" refType="w" refFor="ch" refForName="upArrow" fact="1.03"/>
            </dgm:constrLst>
          </dgm:if>
          <dgm:else name="Name4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 fact="0.48"/>
              <dgm:constr type="b" for="ch" forName="upArrow" refType="h" fact="0.48"/>
              <dgm:constr type="l" for="ch" forName="upArrow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 fact="0.48"/>
              <dgm:constr type="b" for="ch" forName="upArrowText" refType="h" fact="0.48"/>
              <dgm:constr type="l" for="ch" forName="upArrowText" refType="w" refFor="ch" refForName="upArrow" fact="1.03"/>
              <dgm:constr type="w" for="ch" forName="downArrow" refType="w" fact="0.33"/>
              <dgm:constr type="h" for="ch" forName="downArrow" refType="h" fact="0.48"/>
              <dgm:constr type="t" for="ch" forName="downArrow" refType="h" fact="0.52"/>
              <dgm:constr type="l" for="ch" forName="downArrow" refType="w" refFor="ch" refForName="downArrow" fact="0.3"/>
              <dgm:constr type="h" for="ch" forName="downArrow" refType="w" refFor="ch" refForName="downArrow" op="gte" fact="0.75"/>
              <dgm:constr type="w" for="ch" forName="downArrowText" refType="w" fact="0.56"/>
              <dgm:constr type="h" for="ch" forName="downArrowText" refType="h" fact="0.48"/>
              <dgm:constr type="t" for="ch" forName="downArrowText" refType="h" fact="0.52"/>
              <dgm:constr type="l" for="ch" forName="downArrowText" refType="w" refFor="ch" refForName="downArrow" fact="1.33"/>
            </dgm:constrLst>
          </dgm:else>
        </dgm:choose>
      </dgm:if>
      <dgm:else name="Name5">
        <dgm:choose name="Name6">
          <dgm:if name="Name7" axis="ch" ptType="node" func="cnt" op="lte" val="1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/>
              <dgm:constr type="t" for="ch" forName="upArrow"/>
              <dgm:constr type="l" for="ch" forName="upArrow" refType="w" fact="0.67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/>
              <dgm:constr type="t" for="ch" forName="upArrowText"/>
              <dgm:constr type="l" for="ch" forName="upArrowText" refType="w" fact="0.1"/>
            </dgm:constrLst>
          </dgm:if>
          <dgm:else name="Name8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 fact="0.48"/>
              <dgm:constr type="t" for="ch" forName="upArrow"/>
              <dgm:constr type="l" for="ch" forName="upArrow" refType="w" fact="0.67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 fact="0.48"/>
              <dgm:constr type="t" for="ch" forName="upArrowText"/>
              <dgm:constr type="l" for="ch" forName="upArrowText" refType="w" fact="0.1"/>
              <dgm:constr type="w" for="ch" forName="downArrow" refType="w" fact="0.33"/>
              <dgm:constr type="h" for="ch" forName="downArrow" refType="h" fact="0.48"/>
              <dgm:constr type="t" for="ch" forName="downArrow" refType="h" fact="0.52"/>
              <dgm:constr type="l" for="ch" forName="downArrow" refType="w" fact="0.57"/>
              <dgm:constr type="h" for="ch" forName="downArrow" refType="w" refFor="ch" refForName="downArrow" op="gte" fact="0.75"/>
              <dgm:constr type="w" for="ch" forName="downArrowText" refType="w" fact="0.56"/>
              <dgm:constr type="h" for="ch" forName="downArrowText" refType="h" fact="0.48"/>
              <dgm:constr type="t" for="ch" forName="downArrowText" refType="h" fact="0.52"/>
              <dgm:constr type="l" for="ch" forName="downArrowText"/>
            </dgm:constrLst>
          </dgm:else>
        </dgm:choose>
      </dgm:else>
    </dgm:choose>
    <dgm:ruleLst/>
    <dgm:forEach name="Name9" axis="ch" ptType="node" cnt="1">
      <dgm:layoutNode name="upArrow" styleLbl="node1">
        <dgm:alg type="sp"/>
        <dgm:shape xmlns:r="http://schemas.openxmlformats.org/officeDocument/2006/relationships" type="upArrow" r:blip="">
          <dgm:adjLst/>
        </dgm:shape>
        <dgm:presOf/>
        <dgm:constrLst/>
        <dgm:ruleLst/>
      </dgm:layoutNode>
      <dgm:layoutNode name="upArrowText" styleLbl="revTx">
        <dgm:varLst>
          <dgm:chMax val="0"/>
          <dgm:bulletEnabled val="1"/>
        </dgm:varLst>
        <dgm:choose name="Name10">
          <dgm:if name="Name1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12">
            <dgm:choose name="Name13">
              <dgm:if name="Name14" func="var" arg="dir" op="equ" val="norm">
                <dgm:alg type="tx">
                  <dgm:param type="parTxLTRAlign" val="l"/>
                  <dgm:param type="parTxRTLAlign" val="l"/>
                  <dgm:param type="txAnchorVertCh" val="mid"/>
                </dgm:alg>
              </dgm:if>
              <dgm:else name="Name15">
                <dgm:alg type="tx">
                  <dgm:param type="parTxLTRAlign" val="r"/>
                  <dgm:param type="parTxRTLAlign" val="r"/>
                  <dgm:param type="txAnchorVertCh" val="mid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tMarg"/>
        </dgm:constrLst>
        <dgm:ruleLst>
          <dgm:rule type="primFontSz" val="5" fact="NaN" max="NaN"/>
        </dgm:ruleLst>
      </dgm:layoutNode>
    </dgm:forEach>
    <dgm:forEach name="Name16" axis="ch" ptType="node" st="2" cnt="1">
      <dgm:layoutNode name="downArrow" styleLbl="node1">
        <dgm:alg type="sp"/>
        <dgm:shape xmlns:r="http://schemas.openxmlformats.org/officeDocument/2006/relationships" type="downArrow" r:blip="">
          <dgm:adjLst/>
        </dgm:shape>
        <dgm:presOf/>
        <dgm:constrLst/>
        <dgm:ruleLst/>
      </dgm:layoutNode>
      <dgm:layoutNode name="downArrowText" styleLbl="revTx">
        <dgm:varLst>
          <dgm:chMax val="0"/>
          <dgm:bulletEnabled val="1"/>
        </dgm:varLst>
        <dgm:choose name="Name17">
          <dgm:if name="Name18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19">
            <dgm:choose name="Name20">
              <dgm:if name="Name21" func="var" arg="dir" op="equ" val="norm">
                <dgm:alg type="tx">
                  <dgm:param type="parTxLTRAlign" val="l"/>
                  <dgm:param type="parTxRTLAlign" val="l"/>
                  <dgm:param type="txAnchorVertCh" val="mid"/>
                </dgm:alg>
              </dgm:if>
              <dgm:else name="Name22">
                <dgm:alg type="tx">
                  <dgm:param type="parTxLTRAlign" val="r"/>
                  <dgm:param type="parTxRTLAlign" val="r"/>
                  <dgm:param type="txAnchorVertCh" val="mid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tMarg"/>
        </dgm:constrLst>
        <dgm:ruleLst>
          <dgm:rule type="primFontSz" val="5" fact="NaN" max="NaN"/>
        </dgm:ruleLst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0811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22C6AF8-29EE-B898-AED3-AF70CD880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E4E2CBAD-82BD-A0FC-7CFF-1A422C3864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5B335324-82D2-FD4A-92A0-750403AE05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80684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AF8D011-1978-0123-5CB2-07F259488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1F30FEB0-AB40-4EED-9FDB-BD2BDC5B18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0132642-52DF-B83A-52A1-4C0392323C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211195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9D8B882-0A42-A997-B7C2-B7E4A790F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0D5EBF7-7AF6-6579-8561-57B613E948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533F13B-1510-E87D-A49C-D1857BE0DD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262007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BF395B1-0DDA-EC2D-8CD4-6D4FF14A3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424A4F30-E86A-115B-0CE7-D952412617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6889E4CB-D564-C918-3A24-F3AEE033C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459637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4BB2C93B-7FE2-A8D6-21D2-CB1FAAB41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B35863A3-7B58-0DD0-4438-352440F081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1C70A685-A7E2-6333-F188-6854C80611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119162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BF395B1-0DDA-EC2D-8CD4-6D4FF14A3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424A4F30-E86A-115B-0CE7-D952412617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6889E4CB-D564-C918-3A24-F3AEE033C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459637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1977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E744BD3-2273-63E8-B289-EF3B2B10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F32C7BD-C65E-21E0-A5D7-96E9D6019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256D67B-D43A-765B-55B7-6128E9380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939931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933566B8-DF3A-05B0-31BF-3E9330E90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6E1D4698-774E-05EC-35A8-C442A34DE0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9F45E652-90CA-7AD8-28F6-16ACCE6A23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443842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18896A3-CA15-4C87-8FB7-24487FE57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9BF4E4D-8363-3E77-BFA5-048BFD297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1179ABD-E767-1A65-FB79-9B790ADA68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170333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E744BD3-2273-63E8-B289-EF3B2B10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F32C7BD-C65E-21E0-A5D7-96E9D6019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256D67B-D43A-765B-55B7-6128E9380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418237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CC7291-0158-2CF9-E3E7-C104BA87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B9D57E8-6C07-996D-1CC3-BF44C62AB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91E2C0C-79EA-9DB7-B0A8-4CEF2F72D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45618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 dirty="0"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00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8030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803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 dirty="0"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3" r:id="rId13"/>
    <p:sldLayoutId id="2147483664" r:id="rId14"/>
    <p:sldLayoutId id="2147483665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courses.nptel.ac.in/noc25_cs108/preview?utm_source=chatgpt.com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youtube.com/watch?v=Z6f9ckEElsU&amp;utm_source=chatgpt.com" TargetMode="External"/><Relationship Id="rId4" Type="http://schemas.openxmlformats.org/officeDocument/2006/relationships/hyperlink" Target="https://www.youtube.com/watch?v=IHx9ImEMuzQ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0500" y="392925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698809" y="973866"/>
            <a:ext cx="7997747" cy="390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UNIVERSITY INSTITUTE OF </a:t>
            </a:r>
            <a:r>
              <a:rPr lang="en-US" sz="32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ENGINEERING 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AIT-CSE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lvl="0"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2800"/>
            </a:pPr>
            <a:r>
              <a:rPr lang="en-IN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B.E CSE </a:t>
            </a:r>
            <a:endParaRPr lang="en-IN" sz="2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2800"/>
            </a:pPr>
            <a:r>
              <a:rPr lang="en-IN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AIML/ 6</a:t>
            </a:r>
            <a:r>
              <a:rPr lang="en-IN" sz="2400" baseline="30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th</a:t>
            </a:r>
            <a:endParaRPr lang="en-IN" sz="24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 New Roman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IN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SOFTWARE ENGINEERING </a:t>
            </a:r>
            <a:br>
              <a:rPr lang="en-IN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4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23CSH-374</a:t>
            </a:r>
            <a:r>
              <a:rPr lang="en-IN" sz="24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ctr">
              <a:spcBef>
                <a:spcPts val="1120"/>
              </a:spcBef>
              <a:buSzPts val="3200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Faculty Name : Dr Geeta Rani              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CUmail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-ID : geeta.e15227@cumail.in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Designation : Associate Professor</a:t>
            </a:r>
            <a:endParaRPr lang="en-US" sz="3600" b="1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0" y="0"/>
            <a:ext cx="385919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0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2025-26 </a:t>
            </a:r>
          </a:p>
          <a:p>
            <a:pPr algn="r"/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 Semester Jan-Jun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99AA823F-7647-EC23-1D1D-BE99682D0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68E489D-DEF7-172C-BBAC-D35CA1568FA2}"/>
              </a:ext>
            </a:extLst>
          </p:cNvPr>
          <p:cNvGrpSpPr/>
          <p:nvPr/>
        </p:nvGrpSpPr>
        <p:grpSpPr>
          <a:xfrm>
            <a:off x="557644" y="482539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18D3AC0D-843C-8079-7685-CF8E1B7049EE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0A2AB195-9CC4-1DA1-CFC9-569DD2CAE32C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Course Objectives 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826FD4B4-7817-D0EB-1F71-78AE2F3112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33058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07E2C6-9DD9-D9F6-FAFD-68257A85FB83}"/>
              </a:ext>
            </a:extLst>
          </p:cNvPr>
          <p:cNvSpPr txBox="1"/>
          <p:nvPr/>
        </p:nvSpPr>
        <p:spPr>
          <a:xfrm>
            <a:off x="8709003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7C741A-FADA-20D3-9798-F44278B29F12}"/>
              </a:ext>
            </a:extLst>
          </p:cNvPr>
          <p:cNvSpPr txBox="1"/>
          <p:nvPr/>
        </p:nvSpPr>
        <p:spPr>
          <a:xfrm>
            <a:off x="757500" y="898115"/>
            <a:ext cx="7796667" cy="420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Understand fundamental software engineering processes, SDLC models, and requirement engineering techniques used in real-world projects.</a:t>
            </a: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Apply modeling concepts, design principles, and UML diagrams to represent system structures and behaviors effectively.</a:t>
            </a: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Analyze various software development, design, and testing strategies to determine their suitability for different project scenarios.</a:t>
            </a: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Evaluate software solutions and project management practices based on quality metrics, design principles, and testing outcomes.</a:t>
            </a: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Create structured requirement documents, UML models, test plans, and project management artifacts for medium-scale software systems.</a:t>
            </a: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0432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4BED8776-82A9-C3BD-5844-FF0540513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00E0E5BE-FA8F-5957-A3CD-8C1DD3BFF409}"/>
              </a:ext>
            </a:extLst>
          </p:cNvPr>
          <p:cNvGrpSpPr/>
          <p:nvPr/>
        </p:nvGrpSpPr>
        <p:grpSpPr>
          <a:xfrm>
            <a:off x="748144" y="21817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89AB046-BF5D-9FB0-A377-F7F7D02D466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E02AF8FA-0EE9-C2FB-6C1E-80FEF5B5E3AC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Course Outcomes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6C9CDB22-B6A6-EEC4-E538-5F62E68049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09003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16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F55B9C3-0D82-6862-B56F-2DBD19B3AE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952383"/>
              </p:ext>
            </p:extLst>
          </p:nvPr>
        </p:nvGraphicFramePr>
        <p:xfrm>
          <a:off x="748144" y="1079124"/>
          <a:ext cx="7382396" cy="377075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844436">
                  <a:extLst>
                    <a:ext uri="{9D8B030D-6E8A-4147-A177-3AD203B41FA5}">
                      <a16:colId xmlns:a16="http://schemas.microsoft.com/office/drawing/2014/main" val="194261115"/>
                    </a:ext>
                  </a:extLst>
                </a:gridCol>
                <a:gridCol w="6537960">
                  <a:extLst>
                    <a:ext uri="{9D8B030D-6E8A-4147-A177-3AD203B41FA5}">
                      <a16:colId xmlns:a16="http://schemas.microsoft.com/office/drawing/2014/main" val="3570576572"/>
                    </a:ext>
                  </a:extLst>
                </a:gridCol>
              </a:tblGrid>
              <a:tr h="547437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u="none" strike="noStrike" cap="none" dirty="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sym typeface="Arial"/>
                        </a:rPr>
                        <a:t>CO No.</a:t>
                      </a:r>
                      <a:endParaRPr lang="en-IN" sz="1600" b="1" i="0" u="none" strike="noStrike" cap="none" dirty="0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u="none" strike="noStrike" cap="none" dirty="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sym typeface="Arial"/>
                        </a:rPr>
                        <a:t>Statement</a:t>
                      </a:r>
                      <a:endParaRPr lang="en-IN" sz="1600" b="1" i="0" u="none" strike="noStrike" cap="none" dirty="0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5914877"/>
                  </a:ext>
                </a:extLst>
              </a:tr>
              <a:tr h="55770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u="none" strike="noStrike" cap="none" dirty="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CO1</a:t>
                      </a:r>
                      <a:endParaRPr lang="en-IN" sz="1800" b="0" i="0" u="none" strike="noStrike" cap="none" dirty="0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u="none" strike="noStrike" cap="none" dirty="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Explain SDLC models, requirement principles, testing strategies, and project management concepts.</a:t>
                      </a:r>
                      <a:endParaRPr lang="en-IN" sz="1800" b="0" i="0" u="none" strike="noStrike" cap="none" dirty="0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5475364"/>
                  </a:ext>
                </a:extLst>
              </a:tr>
              <a:tr h="55770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u="none" strike="noStrike" cap="none" dirty="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CO2</a:t>
                      </a:r>
                      <a:endParaRPr lang="en-IN" sz="1800" b="0" i="0" u="none" strike="noStrike" cap="none" dirty="0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u="none" strike="noStrike" cap="none" dirty="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Construct UML diagrams and apply design patterns to solve software design problems</a:t>
                      </a:r>
                      <a:endParaRPr lang="en-IN" sz="1800" b="0" i="0" u="none" strike="noStrike" cap="none" dirty="0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146710"/>
                  </a:ext>
                </a:extLst>
              </a:tr>
              <a:tr h="55770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u="none" strike="noStrike" cap="none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CO3</a:t>
                      </a:r>
                      <a:endParaRPr lang="en-IN" sz="1800" b="0" i="0" u="none" strike="noStrike" cap="none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u="none" strike="noStrike" cap="none" dirty="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Compare SDLC models, testing strategies for different scenarios.</a:t>
                      </a:r>
                      <a:endParaRPr lang="en-IN" sz="1800" b="0" i="0" u="none" strike="noStrike" cap="none" dirty="0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3777814"/>
                  </a:ext>
                </a:extLst>
              </a:tr>
              <a:tr h="55770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u="none" strike="noStrike" cap="none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CO4</a:t>
                      </a:r>
                      <a:endParaRPr lang="en-IN" sz="1800" b="0" i="0" u="none" strike="noStrike" cap="none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u="none" strike="noStrike" cap="none" dirty="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Assess testing strategies, maintenance approaches, and project metrics to ensure software quality.</a:t>
                      </a:r>
                      <a:endParaRPr lang="en-IN" sz="1800" b="0" i="0" u="none" strike="noStrike" cap="none" dirty="0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2861669"/>
                  </a:ext>
                </a:extLst>
              </a:tr>
              <a:tr h="8365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u="none" strike="noStrike" cap="none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CO5</a:t>
                      </a:r>
                      <a:endParaRPr lang="en-IN" sz="1800" b="0" i="0" u="none" strike="noStrike" cap="none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0" u="none" strike="noStrike" cap="none" dirty="0">
                          <a:ln>
                            <a:solidFill>
                              <a:schemeClr val="bg2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Develop complete requirement specifications, design models, test plans, and project management documents (including Jira-based defect tracking) for real-world case studies</a:t>
                      </a:r>
                      <a:endParaRPr lang="en-IN" sz="1800" b="0" i="0" u="none" strike="noStrike" cap="none" dirty="0">
                        <a:ln>
                          <a:solidFill>
                            <a:schemeClr val="bg2"/>
                          </a:solidFill>
                        </a:ln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9479134"/>
                  </a:ext>
                </a:extLst>
              </a:tr>
            </a:tbl>
          </a:graphicData>
        </a:graphic>
      </p:graphicFrame>
      <p:pic>
        <p:nvPicPr>
          <p:cNvPr id="3" name="Graphic 2" descr="Chevron arrows with solid fill">
            <a:extLst>
              <a:ext uri="{FF2B5EF4-FFF2-40B4-BE49-F238E27FC236}">
                <a16:creationId xmlns:a16="http://schemas.microsoft.com/office/drawing/2014/main" id="{2139EB93-65F3-1AFD-8324-B3DCBE9220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319098" y="1800210"/>
            <a:ext cx="346172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374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23510B7-C3A2-E27A-3736-0F1033631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8445F02-A161-533C-83C3-5BC21C2F7F4B}"/>
              </a:ext>
            </a:extLst>
          </p:cNvPr>
          <p:cNvGrpSpPr/>
          <p:nvPr/>
        </p:nvGrpSpPr>
        <p:grpSpPr>
          <a:xfrm>
            <a:off x="748144" y="21817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0A44487-169C-8822-4CE0-BBB62C89DEBF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7D92D25-44E7-E9BB-697B-B5F6A519F27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ctr"/>
              <a:r>
                <a:rPr lang="en-IN" sz="4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Suggestive Readings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5329CA0-B433-F78D-DDAC-218F49813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09003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2EB782-99A3-BCFF-B22A-E7B8A5618FAF}"/>
              </a:ext>
            </a:extLst>
          </p:cNvPr>
          <p:cNvSpPr txBox="1"/>
          <p:nvPr/>
        </p:nvSpPr>
        <p:spPr>
          <a:xfrm>
            <a:off x="780333" y="1275011"/>
            <a:ext cx="8001000" cy="3569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Text Books: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Pressman, R. S., “Software Engineering: A Practitioner’s Approach,” McGraw Hill.</a:t>
            </a: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Ian Sommerville, “Software Engineering,” Pearson.</a:t>
            </a: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Reference Books: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Pankaj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Jalote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, “An Integrated Approach to Software Engineering,”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Narosa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Ghezzi, Jazayeri,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Mandrioli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, “Fundamentals of Software Engineering,” PHI.</a:t>
            </a: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5429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B83A878-A8C8-7563-ACC5-60FA0ECC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9A4CEF4-12CF-768B-A34D-158E7C86A758}"/>
              </a:ext>
            </a:extLst>
          </p:cNvPr>
          <p:cNvGrpSpPr/>
          <p:nvPr/>
        </p:nvGrpSpPr>
        <p:grpSpPr>
          <a:xfrm>
            <a:off x="616475" y="562737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F07FB58-ECE4-103C-FAE0-D4F3B657187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622E3EC-0CED-9721-7595-ED925977BC7E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Unit-I Syllabus 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3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E777444-8FB4-66CE-F759-1573782085CD}"/>
              </a:ext>
            </a:extLst>
          </p:cNvPr>
          <p:cNvGraphicFramePr>
            <a:graphicFrameLocks noGrp="1"/>
          </p:cNvGraphicFramePr>
          <p:nvPr/>
        </p:nvGraphicFramePr>
        <p:xfrm>
          <a:off x="815340" y="1537527"/>
          <a:ext cx="7719060" cy="2875922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827493">
                  <a:extLst>
                    <a:ext uri="{9D8B030D-6E8A-4147-A177-3AD203B41FA5}">
                      <a16:colId xmlns:a16="http://schemas.microsoft.com/office/drawing/2014/main" val="38313313"/>
                    </a:ext>
                  </a:extLst>
                </a:gridCol>
                <a:gridCol w="5891567">
                  <a:extLst>
                    <a:ext uri="{9D8B030D-6E8A-4147-A177-3AD203B41FA5}">
                      <a16:colId xmlns:a16="http://schemas.microsoft.com/office/drawing/2014/main" val="1926233377"/>
                    </a:ext>
                  </a:extLst>
                </a:gridCol>
              </a:tblGrid>
              <a:tr h="779926">
                <a:tc>
                  <a:txBody>
                    <a:bodyPr/>
                    <a:lstStyle/>
                    <a:p>
                      <a:pPr marR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/>
                        </a:rPr>
                        <a:t>Unit</a:t>
                      </a:r>
                      <a:r>
                        <a:rPr lang="en-GB" sz="1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/>
                        </a:rPr>
                        <a:t>-1</a:t>
                      </a:r>
                      <a:endParaRPr lang="en-IN" sz="1800" b="1" i="0" u="none" strike="noStrike" cap="non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/>
                        </a:rPr>
                        <a:t>Unit 1: Software Process and Requirement Engineering (15 hours)</a:t>
                      </a:r>
                      <a:endParaRPr lang="en-IN" sz="1800" b="1" i="0" u="none" strike="noStrike" cap="non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5392206"/>
                  </a:ext>
                </a:extLst>
              </a:tr>
              <a:tr h="779926">
                <a:tc>
                  <a:txBody>
                    <a:bodyPr/>
                    <a:lstStyle/>
                    <a:p>
                      <a:pPr marR="0" rtl="0">
                        <a:lnSpc>
                          <a:spcPct val="150000"/>
                        </a:lnSpc>
                        <a:spcAft>
                          <a:spcPts val="800"/>
                        </a:spcAft>
                        <a:buClr>
                          <a:srgbClr val="000000"/>
                        </a:buClr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Chapter 1.1</a:t>
                      </a:r>
                      <a:endParaRPr lang="en-IN" sz="1800" b="1" i="0" u="none" strike="noStrike" cap="non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rtl="0">
                        <a:lnSpc>
                          <a:spcPct val="150000"/>
                        </a:lnSpc>
                        <a:buClr>
                          <a:srgbClr val="000000"/>
                        </a:buClr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Software Engineering: Introduction, SDLC, Agile vs Traditional models.</a:t>
                      </a:r>
                      <a:endParaRPr lang="en-IN" sz="1800" b="0" i="0" u="none" strike="noStrike" cap="non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8326827"/>
                  </a:ext>
                </a:extLst>
              </a:tr>
              <a:tr h="779926">
                <a:tc>
                  <a:txBody>
                    <a:bodyPr/>
                    <a:lstStyle/>
                    <a:p>
                      <a:pPr marR="0" rtl="0">
                        <a:lnSpc>
                          <a:spcPct val="150000"/>
                        </a:lnSpc>
                        <a:spcAft>
                          <a:spcPts val="800"/>
                        </a:spcAft>
                        <a:buClr>
                          <a:srgbClr val="000000"/>
                        </a:buClr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Chapter 1.2</a:t>
                      </a:r>
                      <a:endParaRPr lang="en-IN" sz="1800" b="1" i="0" u="none" strike="noStrike" cap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rtl="0">
                        <a:lnSpc>
                          <a:spcPct val="150000"/>
                        </a:lnSpc>
                        <a:buClr>
                          <a:srgbClr val="000000"/>
                        </a:buClr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Requirement Engineering: Elicitation, Analysis, Specification, Validation.</a:t>
                      </a:r>
                      <a:endParaRPr lang="en-IN" sz="1800" b="0" i="0" u="none" strike="noStrike" cap="non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2942923"/>
                  </a:ext>
                </a:extLst>
              </a:tr>
              <a:tr h="534677">
                <a:tc>
                  <a:txBody>
                    <a:bodyPr/>
                    <a:lstStyle/>
                    <a:p>
                      <a:pPr marR="0" rtl="0">
                        <a:lnSpc>
                          <a:spcPct val="150000"/>
                        </a:lnSpc>
                        <a:spcAft>
                          <a:spcPts val="800"/>
                        </a:spcAft>
                        <a:buClr>
                          <a:srgbClr val="000000"/>
                        </a:buClr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Chapter 1.3</a:t>
                      </a:r>
                      <a:endParaRPr lang="en-IN" sz="1800" b="1" i="0" u="none" strike="noStrike" cap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rtl="0">
                        <a:lnSpc>
                          <a:spcPct val="150000"/>
                        </a:lnSpc>
                        <a:buClr>
                          <a:srgbClr val="000000"/>
                        </a:buClr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Case Studies: Requirements in online payment systems.</a:t>
                      </a:r>
                      <a:endParaRPr lang="en-IN" sz="1800" b="0" i="0" u="none" strike="noStrike" cap="non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5356180"/>
                  </a:ext>
                </a:extLst>
              </a:tr>
            </a:tbl>
          </a:graphicData>
        </a:graphic>
      </p:graphicFrame>
      <p:pic>
        <p:nvPicPr>
          <p:cNvPr id="3" name="Graphic 2" descr="Chevron arrows with solid fill">
            <a:extLst>
              <a:ext uri="{FF2B5EF4-FFF2-40B4-BE49-F238E27FC236}">
                <a16:creationId xmlns:a16="http://schemas.microsoft.com/office/drawing/2014/main" id="{E135E308-1A0E-79EB-6C0F-C38D5CB8C5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436514" y="3202890"/>
            <a:ext cx="346172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648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F165C73-F363-A304-734E-7CBF8D3F9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17B7C442-1162-E7EE-DA61-E33D8E4C9122}"/>
              </a:ext>
            </a:extLst>
          </p:cNvPr>
          <p:cNvGrpSpPr/>
          <p:nvPr/>
        </p:nvGrpSpPr>
        <p:grpSpPr>
          <a:xfrm>
            <a:off x="760020" y="218172"/>
            <a:ext cx="8265225" cy="755814"/>
            <a:chOff x="0" y="6299"/>
            <a:chExt cx="5580934" cy="755814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8E0F9992-62FC-4C63-BED6-091FF56DEF08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FBE6ABC-C3B9-AA73-42F9-036BD547E8EB}"/>
                </a:ext>
              </a:extLst>
            </p:cNvPr>
            <p:cNvSpPr txBox="1"/>
            <p:nvPr/>
          </p:nvSpPr>
          <p:spPr>
            <a:xfrm>
              <a:off x="7974" y="360921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Recap of Previous Lecture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8B576DE2-C283-2E3E-CC36-4B7ABE8B87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15CC39-A72D-8FB2-99C2-19067840EBFA}"/>
              </a:ext>
            </a:extLst>
          </p:cNvPr>
          <p:cNvSpPr txBox="1">
            <a:spLocks/>
          </p:cNvSpPr>
          <p:nvPr/>
        </p:nvSpPr>
        <p:spPr>
          <a:xfrm>
            <a:off x="663976" y="1481697"/>
            <a:ext cx="8229600" cy="2473084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fontAlgn="base" hangingPunct="1">
              <a:spcBef>
                <a:spcPts val="600"/>
              </a:spcBef>
              <a:spcAft>
                <a:spcPts val="600"/>
              </a:spcAft>
              <a:buFont typeface="Wingdings" charset="2"/>
              <a:buChar char="²"/>
              <a:defRPr sz="2400" kern="120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defRPr>
            </a:lvl1pPr>
            <a:lvl2pPr marL="742950" indent="-285750" algn="l" defTabSz="457200" rtl="0" eaLnBrk="1" fontAlgn="base" hangingPunct="1">
              <a:spcBef>
                <a:spcPts val="300"/>
              </a:spcBef>
              <a:spcAft>
                <a:spcPts val="300"/>
              </a:spcAft>
              <a:buFont typeface="Wingdings" charset="2"/>
              <a:buChar char="§"/>
              <a:defRPr sz="2000" kern="120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SzPts val="1900"/>
              <a:buFont typeface="Arial" panose="020B0604020202020204" pitchFamily="34" charset="0"/>
              <a:buChar char="•"/>
            </a:pPr>
            <a:r>
              <a:rPr lang="en-US" sz="1800" dirty="0">
                <a:latin typeface="Calibri "/>
              </a:rPr>
              <a:t>Case Studies: Requirements in online payment systems in software Engineering</a:t>
            </a:r>
          </a:p>
          <a:p>
            <a:pPr>
              <a:lnSpc>
                <a:spcPct val="150000"/>
              </a:lnSpc>
              <a:buSzPts val="1900"/>
              <a:buFont typeface="Arial" panose="020B0604020202020204" pitchFamily="34" charset="0"/>
              <a:buChar char="•"/>
            </a:pPr>
            <a:r>
              <a:rPr lang="en-IN" sz="1800" dirty="0">
                <a:latin typeface="Calibri "/>
              </a:rPr>
              <a:t>Stakeholders, Functional Requirements, Non-Functional Requirements, System Constraints, Use Case Examples, and Requirement Challenges are discussed with respect to the case study</a:t>
            </a:r>
            <a:endParaRPr lang="en-US" sz="1800" dirty="0">
              <a:latin typeface="Calibri "/>
            </a:endParaRPr>
          </a:p>
          <a:p>
            <a:pPr lvl="0">
              <a:buClrTx/>
              <a:defRPr/>
            </a:pPr>
            <a:endParaRPr lang="en-US" sz="1800" dirty="0">
              <a:latin typeface="Calibri "/>
            </a:endParaRPr>
          </a:p>
        </p:txBody>
      </p:sp>
    </p:spTree>
    <p:extLst>
      <p:ext uri="{BB962C8B-B14F-4D97-AF65-F5344CB8AC3E}">
        <p14:creationId xmlns:p14="http://schemas.microsoft.com/office/powerpoint/2010/main" val="1337512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B83A878-A8C8-7563-ACC5-60FA0ECC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9A4CEF4-12CF-768B-A34D-158E7C86A758}"/>
              </a:ext>
            </a:extLst>
          </p:cNvPr>
          <p:cNvGrpSpPr/>
          <p:nvPr/>
        </p:nvGrpSpPr>
        <p:grpSpPr>
          <a:xfrm>
            <a:off x="83127" y="315187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F07FB58-ECE4-103C-FAE0-D4F3B657187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622E3EC-0CED-9721-7595-ED925977BC7E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Contents  </a:t>
              </a:r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BC685EF9-A30D-D2E6-4A85-FB96E46BDA9B}"/>
              </a:ext>
            </a:extLst>
          </p:cNvPr>
          <p:cNvSpPr txBox="1"/>
          <p:nvPr/>
        </p:nvSpPr>
        <p:spPr>
          <a:xfrm>
            <a:off x="1106595" y="1176348"/>
            <a:ext cx="7221443" cy="3693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lnSpc>
                <a:spcPct val="150000"/>
              </a:lnSpc>
              <a:buSzPts val="1900"/>
              <a:buFont typeface="Arial" panose="020B0604020202020204" pitchFamily="34" charset="0"/>
              <a:buChar char="•"/>
            </a:pPr>
            <a:r>
              <a:rPr lang="en-IN" sz="1800" dirty="0">
                <a:latin typeface="Calibri "/>
              </a:rPr>
              <a:t>Introduction to SDLC</a:t>
            </a:r>
          </a:p>
          <a:p>
            <a:pPr marL="342900" indent="-342900">
              <a:lnSpc>
                <a:spcPct val="150000"/>
              </a:lnSpc>
              <a:buSzPts val="1900"/>
              <a:buFont typeface="Arial" panose="020B0604020202020204" pitchFamily="34" charset="0"/>
              <a:buChar char="•"/>
            </a:pPr>
            <a:r>
              <a:rPr lang="en-US" sz="1800" dirty="0">
                <a:latin typeface="Calibri "/>
              </a:rPr>
              <a:t>Overview of Key SDLC Models</a:t>
            </a:r>
            <a:endParaRPr lang="en-IN" sz="1800" dirty="0">
              <a:latin typeface="Calibri "/>
            </a:endParaRPr>
          </a:p>
          <a:p>
            <a:pPr marL="342900" indent="-342900">
              <a:lnSpc>
                <a:spcPct val="150000"/>
              </a:lnSpc>
              <a:buSzPts val="1900"/>
              <a:buFont typeface="Arial" panose="020B0604020202020204" pitchFamily="34" charset="0"/>
              <a:buChar char="•"/>
            </a:pPr>
            <a:r>
              <a:rPr lang="en-IN" sz="1800" dirty="0">
                <a:latin typeface="Calibri "/>
              </a:rPr>
              <a:t>Waterfall Model </a:t>
            </a:r>
          </a:p>
          <a:p>
            <a:pPr marL="342900" indent="-342900">
              <a:lnSpc>
                <a:spcPct val="150000"/>
              </a:lnSpc>
              <a:buSzPts val="1900"/>
              <a:buFont typeface="Arial" panose="020B0604020202020204" pitchFamily="34" charset="0"/>
              <a:buChar char="•"/>
            </a:pPr>
            <a:r>
              <a:rPr lang="en-IN" sz="1800" dirty="0">
                <a:latin typeface="Calibri "/>
              </a:rPr>
              <a:t>Agile Model (Scrum/Kanban)</a:t>
            </a:r>
          </a:p>
          <a:p>
            <a:pPr marL="342900" indent="-342900">
              <a:lnSpc>
                <a:spcPct val="150000"/>
              </a:lnSpc>
              <a:buSzPts val="1900"/>
              <a:buFont typeface="Arial" panose="020B0604020202020204" pitchFamily="34" charset="0"/>
              <a:buChar char="•"/>
            </a:pPr>
            <a:r>
              <a:rPr lang="en-IN" sz="1800" dirty="0">
                <a:latin typeface="Calibri "/>
              </a:rPr>
              <a:t>Spiral Model</a:t>
            </a:r>
          </a:p>
          <a:p>
            <a:pPr marL="342900" indent="-342900">
              <a:lnSpc>
                <a:spcPct val="150000"/>
              </a:lnSpc>
              <a:buSzPts val="1900"/>
              <a:buFont typeface="Arial" panose="020B0604020202020204" pitchFamily="34" charset="0"/>
              <a:buChar char="•"/>
            </a:pPr>
            <a:r>
              <a:rPr lang="en-IN" sz="1800" dirty="0">
                <a:latin typeface="Calibri "/>
              </a:rPr>
              <a:t>V-Model</a:t>
            </a:r>
          </a:p>
          <a:p>
            <a:pPr marL="342900" indent="-342900">
              <a:lnSpc>
                <a:spcPct val="150000"/>
              </a:lnSpc>
              <a:buSzPts val="1900"/>
              <a:buFont typeface="Arial" panose="020B0604020202020204" pitchFamily="34" charset="0"/>
              <a:buChar char="•"/>
            </a:pPr>
            <a:r>
              <a:rPr lang="en-IN" sz="1800" dirty="0">
                <a:latin typeface="Calibri "/>
              </a:rPr>
              <a:t>Comparative Analysis (Table)</a:t>
            </a:r>
          </a:p>
          <a:p>
            <a:pPr marL="342900" indent="-342900">
              <a:lnSpc>
                <a:spcPct val="150000"/>
              </a:lnSpc>
              <a:buSzPts val="1900"/>
              <a:buFont typeface="Arial" panose="020B0604020202020204" pitchFamily="34" charset="0"/>
              <a:buChar char="•"/>
            </a:pPr>
            <a:r>
              <a:rPr lang="en-IN" sz="1800" dirty="0">
                <a:latin typeface="Calibri "/>
              </a:rPr>
              <a:t>Choosing the Right Model  </a:t>
            </a:r>
            <a:r>
              <a:rPr lang="en-US" sz="1800" dirty="0">
                <a:latin typeface="Calibri "/>
              </a:rPr>
              <a:t> </a:t>
            </a:r>
            <a:endParaRPr lang="en-US" sz="36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lnSpc>
                <a:spcPct val="90000"/>
              </a:lnSpc>
              <a:buSzPts val="1900"/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2"/>
              </a:solidFill>
              <a:latin typeface="Calibri 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91230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000" b="1">
                <a:latin typeface="Calibri"/>
              </a:defRPr>
            </a:pPr>
            <a:r>
              <a:rPr lang="en-US" sz="4000" b="1" dirty="0"/>
              <a:t>Comparison of SDLC Models with Examples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latin typeface="Calibri"/>
              </a:defRPr>
            </a:pPr>
            <a:r>
              <a:rPr lang="en-US" dirty="0"/>
              <a:t> 	                                                                          </a:t>
            </a:r>
            <a:br>
              <a:rPr lang="en-US" dirty="0"/>
            </a:br>
            <a:r>
              <a:rPr lang="en-US" dirty="0"/>
              <a:t>                                                                           </a:t>
            </a:r>
            <a:r>
              <a:rPr lang="en-IN" sz="4000" b="1" dirty="0"/>
              <a:t>Introduction to SDLC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580" y="3613735"/>
            <a:ext cx="8520600" cy="3416400"/>
          </a:xfrm>
        </p:spPr>
        <p:txBody>
          <a:bodyPr>
            <a:noAutofit/>
          </a:bodyPr>
          <a:lstStyle/>
          <a:p>
            <a:pPr marL="146050" indent="0">
              <a:buNone/>
            </a:pPr>
            <a:r>
              <a:rPr lang="en-US" sz="1800" dirty="0"/>
              <a:t>. 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5569860-9024-CCBC-0D22-0098B0C89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9640" y="1348088"/>
            <a:ext cx="7452360" cy="2957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SDLC is a structured process for developing, deploying, and maintaining software.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It defines a plan for improving the quality and efficiency of the software development process.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Key phases include planning, requirements analysis, design, development, testing, deployment, and maintenance.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Different models provide different frameworks for executing these phases.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93E98-55EC-2C7A-41B5-7516EC60D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0EF8A-2B82-6C7B-1463-9F23AB470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latin typeface="Calibri"/>
              </a:defRPr>
            </a:pPr>
            <a:r>
              <a:rPr lang="en-US" dirty="0"/>
              <a:t> 	                                                                          </a:t>
            </a:r>
            <a:br>
              <a:rPr lang="en-US" dirty="0"/>
            </a:br>
            <a:r>
              <a:rPr lang="en-US" dirty="0"/>
              <a:t>                                                                           </a:t>
            </a:r>
            <a:r>
              <a:rPr lang="en-IN" sz="4000" b="1" dirty="0"/>
              <a:t>Introduction to SDLC Models 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4F9C4-1745-F47C-55C6-A350280E9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580" y="3613735"/>
            <a:ext cx="8520600" cy="3416400"/>
          </a:xfrm>
        </p:spPr>
        <p:txBody>
          <a:bodyPr>
            <a:noAutofit/>
          </a:bodyPr>
          <a:lstStyle/>
          <a:p>
            <a:pPr marL="146050" indent="0">
              <a:buNone/>
            </a:pPr>
            <a:r>
              <a:rPr lang="en-US" sz="1800" dirty="0"/>
              <a:t>. 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1C33091-6156-F2B7-632C-503C5DA81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9640" y="1140339"/>
            <a:ext cx="7452360" cy="33733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+mj-lt"/>
              </a:rPr>
              <a:t>Software Development Life Cycle (SDLC) is a structured process followed to develop software with quality and efficiency.</a:t>
            </a:r>
            <a:br>
              <a:rPr lang="en-US" sz="1800" dirty="0">
                <a:latin typeface="+mj-lt"/>
              </a:rPr>
            </a:br>
            <a:r>
              <a:rPr lang="en-US" sz="1800" dirty="0">
                <a:latin typeface="+mj-lt"/>
              </a:rPr>
              <a:t>Different SDLC models are used depending on: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+mj-lt"/>
              </a:rPr>
              <a:t>Project size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+mj-lt"/>
              </a:rPr>
              <a:t>Requirement clarity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+mj-lt"/>
              </a:rPr>
              <a:t>Risk level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+mj-lt"/>
              </a:rPr>
              <a:t>Time constraints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+mj-lt"/>
              </a:rPr>
              <a:t>Team size</a:t>
            </a:r>
          </a:p>
        </p:txBody>
      </p:sp>
    </p:spTree>
    <p:extLst>
      <p:ext uri="{BB962C8B-B14F-4D97-AF65-F5344CB8AC3E}">
        <p14:creationId xmlns:p14="http://schemas.microsoft.com/office/powerpoint/2010/main" val="845133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7C50F-EBAA-64D2-D483-E7748D07E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endParaRPr lang="en-IN" sz="1800" b="1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18CE7D-FB74-DE83-DE55-62FA065C4141}"/>
              </a:ext>
            </a:extLst>
          </p:cNvPr>
          <p:cNvSpPr txBox="1"/>
          <p:nvPr/>
        </p:nvSpPr>
        <p:spPr>
          <a:xfrm>
            <a:off x="944880" y="334982"/>
            <a:ext cx="7330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+mj-lt"/>
              </a:rPr>
              <a:t>Overview of Key SDLC Models</a:t>
            </a:r>
            <a:endParaRPr lang="en-IN" sz="4000" b="1" dirty="0">
              <a:latin typeface="+mj-lt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960DFC6-410F-17E9-3532-BD97634447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2680" y="1466944"/>
            <a:ext cx="7872180" cy="3000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Waterfall Model: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 A linear, sequential approach.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Agile Model: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 An iterative and incremental approach focusing on flexibility and customer feedback.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Spiral Model: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 A risk-driven approach combining iterative development with risk analysis.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V-Model: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 An extension of the waterfall model, emphasizing rigorous testing at each stage (Verification &amp; Validation). </a:t>
            </a:r>
          </a:p>
        </p:txBody>
      </p:sp>
    </p:spTree>
    <p:extLst>
      <p:ext uri="{BB962C8B-B14F-4D97-AF65-F5344CB8AC3E}">
        <p14:creationId xmlns:p14="http://schemas.microsoft.com/office/powerpoint/2010/main" val="2774921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6DE41-2E76-E914-D5D0-33EC7BD70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FFBC9-E02A-BB0B-BCB6-914A76B3C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latin typeface="Calibri"/>
              </a:defRPr>
            </a:pPr>
            <a:r>
              <a:rPr lang="en-US" dirty="0"/>
              <a:t>                                                                                 </a:t>
            </a:r>
            <a:br>
              <a:rPr lang="en-US" dirty="0"/>
            </a:br>
            <a:r>
              <a:rPr lang="en-US" dirty="0"/>
              <a:t>                                                                            </a:t>
            </a:r>
            <a:r>
              <a:rPr lang="en-IN" sz="4000" b="1" dirty="0"/>
              <a:t>Waterfall Model</a:t>
            </a:r>
            <a:endParaRPr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A97BBB00-4320-CE21-3C25-6A2018E12C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7421" y="1703835"/>
            <a:ext cx="400121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46050" indent="0">
              <a:lnSpc>
                <a:spcPct val="200000"/>
              </a:lnSpc>
              <a:buNone/>
            </a:pPr>
            <a:r>
              <a:rPr lang="en-US" sz="1800" b="1" dirty="0">
                <a:latin typeface="+mj-lt"/>
              </a:rPr>
              <a:t>Key Features</a:t>
            </a:r>
          </a:p>
          <a:p>
            <a:pPr>
              <a:lnSpc>
                <a:spcPct val="200000"/>
              </a:lnSpc>
            </a:pPr>
            <a:r>
              <a:rPr lang="en-US" sz="1800" dirty="0">
                <a:latin typeface="+mj-lt"/>
              </a:rPr>
              <a:t>Linear, sequential approach</a:t>
            </a:r>
          </a:p>
          <a:p>
            <a:pPr>
              <a:lnSpc>
                <a:spcPct val="200000"/>
              </a:lnSpc>
            </a:pPr>
            <a:r>
              <a:rPr lang="en-US" sz="1800" dirty="0">
                <a:latin typeface="+mj-lt"/>
              </a:rPr>
              <a:t>Each phase must be completed before the next begins</a:t>
            </a:r>
          </a:p>
          <a:p>
            <a:pPr>
              <a:lnSpc>
                <a:spcPct val="200000"/>
              </a:lnSpc>
            </a:pPr>
            <a:r>
              <a:rPr lang="en-US" sz="1800" dirty="0">
                <a:latin typeface="+mj-lt"/>
              </a:rPr>
              <a:t>No overlap among phases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+mj-lt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8EA129D-D648-4473-B262-B62804792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599" y="1608772"/>
            <a:ext cx="4232691" cy="306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726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latin typeface="Calibri"/>
              </a:defRPr>
            </a:pPr>
            <a:r>
              <a:rPr lang="en-US" dirty="0"/>
              <a:t>                                                                                 </a:t>
            </a:r>
            <a:br>
              <a:rPr lang="en-US" dirty="0"/>
            </a:br>
            <a:r>
              <a:rPr lang="en-US" dirty="0"/>
              <a:t>                                                                            </a:t>
            </a:r>
            <a:r>
              <a:rPr lang="en-IN" sz="4000" b="1" dirty="0"/>
              <a:t>Waterfall Model</a:t>
            </a:r>
            <a:endParaRPr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79AD218B-864A-0B7C-08AD-84764E81B3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7421" y="1634583"/>
            <a:ext cx="4001219" cy="3000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46050" indent="0">
              <a:lnSpc>
                <a:spcPct val="150000"/>
              </a:lnSpc>
              <a:buNone/>
            </a:pPr>
            <a:r>
              <a:rPr lang="en-IN" sz="1800" b="1" dirty="0">
                <a:latin typeface="+mj-lt"/>
              </a:rPr>
              <a:t>Phases</a:t>
            </a:r>
          </a:p>
          <a:p>
            <a:pPr marL="800100" lvl="1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IN" altLang="en-US" sz="1800" dirty="0">
                <a:solidFill>
                  <a:schemeClr val="bg2"/>
                </a:solidFill>
                <a:latin typeface="+mj-lt"/>
              </a:rPr>
              <a:t> </a:t>
            </a:r>
            <a:r>
              <a:rPr lang="en-US" altLang="en-US" sz="1800" dirty="0">
                <a:solidFill>
                  <a:schemeClr val="bg2"/>
                </a:solidFill>
                <a:latin typeface="+mj-lt"/>
              </a:rPr>
              <a:t>Requirements  </a:t>
            </a:r>
          </a:p>
          <a:p>
            <a:pPr marL="800100" lvl="1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1800" dirty="0">
                <a:solidFill>
                  <a:schemeClr val="bg2"/>
                </a:solidFill>
                <a:latin typeface="+mj-lt"/>
              </a:rPr>
              <a:t>Design </a:t>
            </a:r>
          </a:p>
          <a:p>
            <a:pPr marL="800100" lvl="1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Implementation  </a:t>
            </a:r>
          </a:p>
          <a:p>
            <a:pPr marL="800100" lvl="1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Testing  </a:t>
            </a:r>
          </a:p>
          <a:p>
            <a:pPr marL="800100" lvl="1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Deployment -</a:t>
            </a:r>
          </a:p>
          <a:p>
            <a:pPr marL="800100" lvl="1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Maintenance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E09F27F-2577-5DBA-B73B-481F20349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599" y="1608772"/>
            <a:ext cx="4232691" cy="306228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4C51D-4651-D0ED-CA4F-900F57FE2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EB137-C90A-8F3B-DD69-A214A4D63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latin typeface="Calibri"/>
              </a:defRPr>
            </a:pPr>
            <a:r>
              <a:rPr lang="en-US" dirty="0"/>
              <a:t>                                                                                 </a:t>
            </a:r>
            <a:br>
              <a:rPr lang="en-US" dirty="0"/>
            </a:br>
            <a:r>
              <a:rPr lang="en-US" dirty="0"/>
              <a:t>                                                                            </a:t>
            </a:r>
            <a:r>
              <a:rPr lang="en-IN" sz="4000" b="1" dirty="0"/>
              <a:t>Waterfall Model</a:t>
            </a:r>
            <a:endParaRPr dirty="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D1C4CF56-C18E-BE62-30D3-E2375364E6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124114"/>
              </p:ext>
            </p:extLst>
          </p:nvPr>
        </p:nvGraphicFramePr>
        <p:xfrm>
          <a:off x="511169" y="1707421"/>
          <a:ext cx="8251855" cy="29168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386882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FCA8A-B00E-7981-4C97-6C4D58262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E1BB5-A85F-9420-21CD-6E1D8E656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latin typeface="Calibri"/>
              </a:defRPr>
            </a:pPr>
            <a:r>
              <a:rPr lang="en-US" dirty="0"/>
              <a:t>                                                                                 </a:t>
            </a:r>
            <a:br>
              <a:rPr lang="en-US" dirty="0"/>
            </a:br>
            <a:r>
              <a:rPr lang="en-US" dirty="0"/>
              <a:t>                                                                            </a:t>
            </a:r>
            <a:r>
              <a:rPr lang="en-IN" sz="4000" b="1" dirty="0"/>
              <a:t>Waterfall Model</a:t>
            </a:r>
            <a:endParaRPr dirty="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09176E1B-8D41-9551-47B2-58C21B0675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1485401"/>
              </p:ext>
            </p:extLst>
          </p:nvPr>
        </p:nvGraphicFramePr>
        <p:xfrm>
          <a:off x="357420" y="1980832"/>
          <a:ext cx="8251855" cy="2308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741407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latin typeface="Calibri"/>
              </a:defRPr>
            </a:pPr>
            <a:r>
              <a:rPr lang="en-US" dirty="0"/>
              <a:t>                                                                                </a:t>
            </a:r>
            <a:br>
              <a:rPr lang="en-US" dirty="0"/>
            </a:br>
            <a:r>
              <a:rPr lang="en-US" dirty="0"/>
              <a:t>                                                                                  </a:t>
            </a:r>
            <a:r>
              <a:rPr lang="en-US" sz="4000" b="1" dirty="0"/>
              <a:t> </a:t>
            </a:r>
            <a:r>
              <a:rPr lang="en-IN" sz="4000" b="1" dirty="0"/>
              <a:t> Spiral Model</a:t>
            </a:r>
            <a:endParaRPr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CDBD336-46A3-B08B-F20B-CB280D0D53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56899" y="1758810"/>
            <a:ext cx="5060349" cy="2578522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8F5E19D-11CC-A806-510B-56BC37D82868}"/>
              </a:ext>
            </a:extLst>
          </p:cNvPr>
          <p:cNvSpPr txBox="1"/>
          <p:nvPr/>
        </p:nvSpPr>
        <p:spPr>
          <a:xfrm>
            <a:off x="537740" y="1556509"/>
            <a:ext cx="2731062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 b="1" dirty="0">
                <a:latin typeface="+mj-lt"/>
              </a:rPr>
              <a:t>Key Features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+mj-lt"/>
              </a:rPr>
              <a:t>Iterative + Risk-driven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+mj-lt"/>
              </a:rPr>
              <a:t>Focuses heavily on risk analysis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+mj-lt"/>
              </a:rPr>
              <a:t>Each loop represents a development phase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6A9DE-231B-FE90-3C65-821BDBB21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A625-85E1-11B0-C750-CBA531D55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latin typeface="Calibri"/>
              </a:defRPr>
            </a:pPr>
            <a:r>
              <a:rPr lang="en-US" dirty="0"/>
              <a:t>                                                                                </a:t>
            </a:r>
            <a:br>
              <a:rPr lang="en-US" dirty="0"/>
            </a:br>
            <a:r>
              <a:rPr lang="en-US" dirty="0"/>
              <a:t>                                                                                  </a:t>
            </a:r>
            <a:r>
              <a:rPr lang="en-US" sz="4000" b="1" dirty="0"/>
              <a:t> </a:t>
            </a:r>
            <a:r>
              <a:rPr lang="en-IN" sz="4000" b="1" dirty="0"/>
              <a:t> Spiral Model</a:t>
            </a:r>
            <a:endParaRPr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3E13814-E634-A032-FF1E-7A94CE6051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18740" y="1669798"/>
            <a:ext cx="5060349" cy="2578522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B0103D1-0B48-AC36-85F1-E375D34D5D1C}"/>
              </a:ext>
            </a:extLst>
          </p:cNvPr>
          <p:cNvSpPr txBox="1"/>
          <p:nvPr/>
        </p:nvSpPr>
        <p:spPr>
          <a:xfrm>
            <a:off x="626751" y="1379471"/>
            <a:ext cx="2830147" cy="2957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latin typeface="+mj-lt"/>
              </a:rPr>
              <a:t>Phases in each spiral cycle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+mj-lt"/>
              </a:rPr>
              <a:t>Objectives identification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+mj-lt"/>
              </a:rPr>
              <a:t>Risk analysis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+mj-lt"/>
              </a:rPr>
              <a:t>Development and testing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+mj-lt"/>
              </a:rPr>
              <a:t>Planning the next iteration</a:t>
            </a:r>
          </a:p>
        </p:txBody>
      </p:sp>
    </p:spTree>
    <p:extLst>
      <p:ext uri="{BB962C8B-B14F-4D97-AF65-F5344CB8AC3E}">
        <p14:creationId xmlns:p14="http://schemas.microsoft.com/office/powerpoint/2010/main" val="17563838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B4664-B9FA-6C4D-39E3-17CF702BA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FC6BF-5932-52A0-FC43-21C2DEDC3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latin typeface="Calibri"/>
              </a:defRPr>
            </a:pPr>
            <a:r>
              <a:rPr lang="en-US" dirty="0"/>
              <a:t>                                                                                </a:t>
            </a:r>
            <a:br>
              <a:rPr lang="en-US" dirty="0"/>
            </a:br>
            <a:r>
              <a:rPr lang="en-US" dirty="0"/>
              <a:t>                                                                                  </a:t>
            </a:r>
            <a:r>
              <a:rPr lang="en-US" sz="4000" b="1" dirty="0"/>
              <a:t> </a:t>
            </a:r>
            <a:r>
              <a:rPr lang="en-IN" sz="4000" b="1" dirty="0"/>
              <a:t> Spiral Model</a:t>
            </a:r>
            <a:endParaRPr dirty="0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CA11E210-83FB-7920-D789-BF4F408F8F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5522237"/>
              </p:ext>
            </p:extLst>
          </p:nvPr>
        </p:nvGraphicFramePr>
        <p:xfrm>
          <a:off x="819128" y="1703152"/>
          <a:ext cx="7376272" cy="2403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413266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latin typeface="Calibri"/>
              </a:defRPr>
            </a:pPr>
            <a:r>
              <a:rPr lang="en-US" dirty="0"/>
              <a:t>                                                                              </a:t>
            </a:r>
            <a:br>
              <a:rPr lang="en-US" dirty="0"/>
            </a:br>
            <a:r>
              <a:rPr lang="en-US" dirty="0"/>
              <a:t>                                                                              </a:t>
            </a:r>
            <a:r>
              <a:rPr lang="en-IN" sz="4000" b="1" dirty="0"/>
              <a:t>System Constraints</a:t>
            </a:r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5BF67D-8A72-2085-7555-22818B047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280" y="3724225"/>
            <a:ext cx="8520600" cy="3416400"/>
          </a:xfrm>
        </p:spPr>
        <p:txBody>
          <a:bodyPr/>
          <a:lstStyle/>
          <a:p>
            <a:pPr marL="146050" indent="0">
              <a:buNone/>
            </a:pPr>
            <a:r>
              <a:rPr lang="en-US" dirty="0"/>
              <a:t> </a:t>
            </a:r>
            <a:endParaRPr lang="en-IN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3EA106A-2D12-E864-BB53-14830C073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" y="1716068"/>
            <a:ext cx="5004896" cy="17113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Must comply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RBI guidelines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Must use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HTTPS and TLS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 for all transactions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Third-party gateway availability affects operations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j-lt"/>
              </a:rPr>
              <a:t>Bank server downtime may delay transactions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latin typeface="Calibri"/>
              </a:defRPr>
            </a:pPr>
            <a:r>
              <a:rPr lang="en-US" dirty="0"/>
              <a:t>                                                                          </a:t>
            </a:r>
            <a:r>
              <a:rPr lang="en-US" sz="4000" b="1" dirty="0"/>
              <a:t>Requirement Challenges</a:t>
            </a:r>
            <a:endParaRPr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A378A4B-24E4-19AF-5AE9-37761FA2FE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5364304"/>
              </p:ext>
            </p:extLst>
          </p:nvPr>
        </p:nvGraphicFramePr>
        <p:xfrm>
          <a:off x="311700" y="1089660"/>
          <a:ext cx="8032200" cy="3459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9F6C4-3169-20B9-5907-1E373803B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          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7C1E54-5564-7406-C292-2F9119A442C0}"/>
              </a:ext>
            </a:extLst>
          </p:cNvPr>
          <p:cNvSpPr txBox="1"/>
          <p:nvPr/>
        </p:nvSpPr>
        <p:spPr>
          <a:xfrm>
            <a:off x="472440" y="394988"/>
            <a:ext cx="806958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500" b="1" dirty="0"/>
              <a:t>Importance of Requirement Analysis </a:t>
            </a:r>
            <a:endParaRPr lang="en-IN" sz="3500" b="1" dirty="0">
              <a:latin typeface="+mj-lt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1077D3B-2978-D8B8-69DF-6DB53F175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46050" indent="0">
              <a:buNone/>
            </a:pPr>
            <a:endParaRPr lang="en-IN" sz="1800" dirty="0">
              <a:latin typeface="+mj-lt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7CA9B4E-F162-5E54-727F-0DB7B0ADC8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2076118"/>
              </p:ext>
            </p:extLst>
          </p:nvPr>
        </p:nvGraphicFramePr>
        <p:xfrm>
          <a:off x="472440" y="1298767"/>
          <a:ext cx="8290560" cy="32701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678403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latin typeface="Calibri"/>
              </a:defRPr>
            </a:pPr>
            <a:r>
              <a:rPr lang="en-US" sz="3200" dirty="0"/>
              <a:t>                                                                                                     </a:t>
            </a:r>
            <a:r>
              <a:rPr lang="en-US" sz="4000" b="1" dirty="0"/>
              <a:t>Output of Case Study </a:t>
            </a:r>
            <a:endParaRPr lang="en-US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65948D-B7D6-0DC8-1204-F70928C8E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057A12C-A883-8F13-6C86-47D1DF6FED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8607031"/>
              </p:ext>
            </p:extLst>
          </p:nvPr>
        </p:nvGraphicFramePr>
        <p:xfrm>
          <a:off x="769620" y="1556088"/>
          <a:ext cx="7498080" cy="26958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latin typeface="Calibri"/>
              </a:defRPr>
            </a:pPr>
            <a:r>
              <a:rPr lang="en-US" dirty="0"/>
              <a:t>                                                                            </a:t>
            </a:r>
            <a:r>
              <a:rPr dirty="0"/>
              <a:t>Characteristics of a Good SRS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E52C759-4B3C-AB45-6D3D-B39D2E5CC5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9904631"/>
              </p:ext>
            </p:extLst>
          </p:nvPr>
        </p:nvGraphicFramePr>
        <p:xfrm>
          <a:off x="1485900" y="1200151"/>
          <a:ext cx="6172200" cy="3394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6F26A9A-51A8-DA0C-152B-AD37E9CE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712518" y="218172"/>
            <a:ext cx="831272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Quiz/ FAQ’s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8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C16050C-43AD-2BB6-51B5-E899F3A1F4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chemeClr val="bg2"/>
                </a:solidFill>
                <a:latin typeface="+mj-lt"/>
              </a:rPr>
              <a:t>Explain the key functional requirements of an online payment system.</a:t>
            </a:r>
          </a:p>
          <a:p>
            <a:r>
              <a:rPr lang="en-US" sz="1800" dirty="0">
                <a:solidFill>
                  <a:schemeClr val="bg2"/>
                </a:solidFill>
                <a:latin typeface="+mj-lt"/>
              </a:rPr>
              <a:t>List and describe the major non-functional requirements essential for secure online payments.</a:t>
            </a:r>
          </a:p>
          <a:p>
            <a:r>
              <a:rPr lang="en-US" sz="1800" dirty="0">
                <a:solidFill>
                  <a:schemeClr val="bg2"/>
                </a:solidFill>
                <a:latin typeface="+mj-lt"/>
              </a:rPr>
              <a:t>Identify the main stakeholders involved in an online payment system and explain their roles.</a:t>
            </a:r>
          </a:p>
          <a:p>
            <a:r>
              <a:rPr lang="en-US" sz="1800" dirty="0">
                <a:solidFill>
                  <a:schemeClr val="bg2"/>
                </a:solidFill>
                <a:latin typeface="+mj-lt"/>
              </a:rPr>
              <a:t>Write a use case for the “Make Payment” process in an online payment system.</a:t>
            </a:r>
          </a:p>
          <a:p>
            <a:r>
              <a:rPr lang="en-US" sz="1800" dirty="0">
                <a:solidFill>
                  <a:schemeClr val="bg2"/>
                </a:solidFill>
                <a:latin typeface="+mj-lt"/>
              </a:rPr>
              <a:t>Discuss common challenges encountered during requirement analysis of online payment systems</a:t>
            </a:r>
            <a:r>
              <a:rPr lang="en-US" sz="1800" b="1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70363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AA525799-B627-EABD-6F95-B01E70B35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11A8074-A1E1-E4EA-4297-A979F5985FAF}"/>
              </a:ext>
            </a:extLst>
          </p:cNvPr>
          <p:cNvGrpSpPr/>
          <p:nvPr/>
        </p:nvGrpSpPr>
        <p:grpSpPr>
          <a:xfrm>
            <a:off x="715861" y="-42871"/>
            <a:ext cx="8277101" cy="1217475"/>
            <a:chOff x="0" y="6299"/>
            <a:chExt cx="5580934" cy="1217475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1E88B249-9EB8-982D-7990-60FD26BC1333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CA78F93E-F041-2AD9-DC64-C940C34E84ED}"/>
                </a:ext>
              </a:extLst>
            </p:cNvPr>
            <p:cNvSpPr txBox="1"/>
            <p:nvPr/>
          </p:nvSpPr>
          <p:spPr>
            <a:xfrm>
              <a:off x="0" y="822582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just">
                <a:lnSpc>
                  <a:spcPct val="90000"/>
                </a:lnSpc>
                <a:buSzPts val="1900"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Next lecture 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CD9A8891-1ED0-3C05-9B83-BB4C9C0EB9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0340" y="1455288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lnSpc>
                <a:spcPct val="10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+mj-lt"/>
              </a:rPr>
              <a:t>Comparison of SDLC models with examples</a:t>
            </a:r>
            <a:endParaRPr sz="1800" i="0" u="none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1BD43D-1BAA-ABC7-D202-004C2BF4B386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8734549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687ED0C6-7719-FB97-ED94-7F5CE38D0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1D700B6-6EB7-B931-A6BA-3293795C4FD6}"/>
              </a:ext>
            </a:extLst>
          </p:cNvPr>
          <p:cNvGrpSpPr/>
          <p:nvPr/>
        </p:nvGrpSpPr>
        <p:grpSpPr>
          <a:xfrm>
            <a:off x="715861" y="-42871"/>
            <a:ext cx="8277101" cy="1217475"/>
            <a:chOff x="0" y="6299"/>
            <a:chExt cx="5580934" cy="1217475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9F7BC64-7A52-69C2-0340-DEC4747604C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DD12C81D-38E2-6BA8-4944-E9161F70F1EA}"/>
                </a:ext>
              </a:extLst>
            </p:cNvPr>
            <p:cNvSpPr txBox="1"/>
            <p:nvPr/>
          </p:nvSpPr>
          <p:spPr>
            <a:xfrm>
              <a:off x="0" y="822582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just">
                <a:lnSpc>
                  <a:spcPct val="90000"/>
                </a:lnSpc>
                <a:buSzPts val="1900"/>
              </a:pPr>
              <a:r>
                <a:rPr lang="en-US" sz="28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Faculty-curated videos, NPTEL, Coursera, LinkedIn, or other relevant learning resources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5AD00F48-AF9F-87AF-B3AB-2CA9606A4E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8900" y="1455288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 b="1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  <a:p>
            <a:pPr lvl="0" indent="-457200" algn="just">
              <a:lnSpc>
                <a:spcPct val="100000"/>
              </a:lnSpc>
              <a:buFont typeface="Arial"/>
              <a:buAutoNum type="arabicPeriod"/>
            </a:pPr>
            <a:r>
              <a:rPr lang="en-US" sz="18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NPTEL — “Software Engineering” course from IIT Kharagpur / Indian Institutes </a:t>
            </a:r>
            <a:r>
              <a:rPr lang="en-US" sz="1800" dirty="0">
                <a:solidFill>
                  <a:srgbClr val="1C3678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https://onlinecourses.nptel.ac.in/noc25_cs108/preview?utm_source=chatgpt.</a:t>
            </a:r>
            <a:r>
              <a:rPr lang="en-US" sz="18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</a:t>
            </a:r>
            <a:endParaRPr lang="en-US" sz="1800" dirty="0">
              <a:solidFill>
                <a:schemeClr val="bg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indent="-457200" algn="just">
              <a:lnSpc>
                <a:spcPct val="100000"/>
              </a:lnSpc>
              <a:buFont typeface="Arial"/>
              <a:buAutoNum type="arabicPeriod"/>
            </a:pPr>
            <a:r>
              <a:rPr lang="en-US" sz="1800" dirty="0">
                <a:solidFill>
                  <a:schemeClr val="bg2"/>
                </a:solidFill>
              </a:rPr>
              <a:t>CS &amp; IT Tutorials by Vrushali — “SE 1: Learn Software Engineering from Scratch” (YouTube) </a:t>
            </a:r>
            <a:r>
              <a:rPr lang="en-US" sz="1800" dirty="0">
                <a:solidFill>
                  <a:srgbClr val="1C3678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</a:t>
            </a:r>
            <a:r>
              <a:rPr lang="en-US" sz="1800" dirty="0">
                <a:solidFill>
                  <a:schemeClr val="bg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IHx9ImEMuzQ</a:t>
            </a:r>
            <a:endParaRPr lang="en-US" sz="1800" dirty="0">
              <a:solidFill>
                <a:schemeClr val="bg2"/>
              </a:solidFill>
            </a:endParaRPr>
          </a:p>
          <a:p>
            <a:pPr lvl="0" indent="-457200" algn="just">
              <a:lnSpc>
                <a:spcPct val="100000"/>
              </a:lnSpc>
              <a:buFont typeface="Arial"/>
              <a:buAutoNum type="arabicPeriod"/>
            </a:pPr>
            <a:r>
              <a:rPr lang="en-US" sz="1800" dirty="0" err="1">
                <a:solidFill>
                  <a:schemeClr val="bg2"/>
                </a:solidFill>
              </a:rPr>
              <a:t>nptelhrd</a:t>
            </a:r>
            <a:r>
              <a:rPr lang="en-US" sz="1800" dirty="0">
                <a:solidFill>
                  <a:schemeClr val="bg2"/>
                </a:solidFill>
              </a:rPr>
              <a:t> (IIT/Bombay) — Lecture series “Introduction to Software Engineering” (free video lecture) </a:t>
            </a:r>
            <a:r>
              <a:rPr lang="en-US" sz="1800" dirty="0">
                <a:solidFill>
                  <a:srgbClr val="1C3678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https://www.youtube.com/watch?v=Z6f9ckEElsU&amp;utm_source=chatgpt.</a:t>
            </a:r>
            <a:r>
              <a:rPr lang="en-US" sz="1800" dirty="0">
                <a:solidFill>
                  <a:schemeClr val="bg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</a:t>
            </a:r>
            <a:endParaRPr lang="en-US" sz="1800" dirty="0">
              <a:solidFill>
                <a:schemeClr val="bg2"/>
              </a:solidFill>
            </a:endParaRPr>
          </a:p>
          <a:p>
            <a:pPr lvl="0" indent="-457200" algn="just">
              <a:lnSpc>
                <a:spcPct val="100000"/>
              </a:lnSpc>
              <a:buFont typeface="Arial"/>
              <a:buAutoNum type="arabicPeriod"/>
            </a:pPr>
            <a:r>
              <a:rPr lang="en-US" sz="1800" dirty="0">
                <a:solidFill>
                  <a:schemeClr val="bg2"/>
                </a:solidFill>
              </a:rPr>
              <a:t>Coursera – Introduction to Software Engineering (IBM) </a:t>
            </a:r>
            <a:r>
              <a:rPr lang="en-IN" sz="1800" dirty="0">
                <a:solidFill>
                  <a:schemeClr val="bg2"/>
                </a:solidFill>
              </a:rPr>
              <a:t>https://www.coursera.org/learn/introduction-to-software-engineering</a:t>
            </a:r>
            <a:endParaRPr sz="1800" b="0" i="0" u="none" dirty="0">
              <a:solidFill>
                <a:schemeClr val="bg2"/>
              </a:solidFill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668285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6F26A9A-51A8-DA0C-152B-AD37E9CE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712518" y="218172"/>
            <a:ext cx="831272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Class-Wise </a:t>
              </a:r>
              <a:r>
                <a:rPr lang="en-IN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Feedback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32CA7B-4AE1-6762-631D-C29ACAADD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1091" y="1525581"/>
            <a:ext cx="3858016" cy="2762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7223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A55AB18-D4CA-00FD-9048-6518AF6B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385500" y="2170166"/>
            <a:ext cx="847155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u="none" strike="noStrike" cap="none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A2976-DC1D-EB73-7C31-7FA517DF4948}"/>
              </a:ext>
            </a:extLst>
          </p:cNvPr>
          <p:cNvSpPr txBox="1"/>
          <p:nvPr/>
        </p:nvSpPr>
        <p:spPr>
          <a:xfrm>
            <a:off x="385500" y="39481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geeta.e15227@cumail.in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22657475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176AE18-B432-4A0C-8613-ACF6D2C40FA0}">
  <we:reference id="wa104051163" version="1.2.0.3" store="en-US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5402</TotalTime>
  <Words>1173</Words>
  <Application>Microsoft Office PowerPoint</Application>
  <PresentationFormat>On-screen Show (16:9)</PresentationFormat>
  <Paragraphs>190</Paragraphs>
  <Slides>28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Calibri</vt:lpstr>
      <vt:lpstr>Calibri </vt:lpstr>
      <vt:lpstr>Arial</vt:lpstr>
      <vt:lpstr>Vladimir Script</vt:lpstr>
      <vt:lpstr>Arial Black</vt:lpstr>
      <vt:lpstr>Lato</vt:lpstr>
      <vt:lpstr>Cambria</vt:lpstr>
      <vt:lpstr>Times New Roman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Comparison of SDLC Models with Examples</vt:lpstr>
      <vt:lpstr>                                                                                                                                                        Introduction to SDLC</vt:lpstr>
      <vt:lpstr>                                                                                                                                                        Introduction to SDLC Models </vt:lpstr>
      <vt:lpstr>PowerPoint Presentation</vt:lpstr>
      <vt:lpstr>                                                                                                                                                              Waterfall Model</vt:lpstr>
      <vt:lpstr>                                                                                                                                                              Waterfall Model</vt:lpstr>
      <vt:lpstr>                                                                                                                                                              Waterfall Model</vt:lpstr>
      <vt:lpstr>                                                                                                                                                              Waterfall Model</vt:lpstr>
      <vt:lpstr>                                                                                                                                                                     Spiral Model</vt:lpstr>
      <vt:lpstr>                                                                                                                                                                     Spiral Model</vt:lpstr>
      <vt:lpstr>                                                                                                                                                                     Spiral Model</vt:lpstr>
      <vt:lpstr>                                                                                                                                                             System Constraints</vt:lpstr>
      <vt:lpstr>                                                                          Requirement Challenges</vt:lpstr>
      <vt:lpstr>             </vt:lpstr>
      <vt:lpstr>                                                                                                     Output of Case Study </vt:lpstr>
      <vt:lpstr>                                                                            Characteristics of a Good SRS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sony</dc:creator>
  <cp:lastModifiedBy>Geeta arora</cp:lastModifiedBy>
  <cp:revision>89</cp:revision>
  <dcterms:modified xsi:type="dcterms:W3CDTF">2025-12-08T04:50:33Z</dcterms:modified>
</cp:coreProperties>
</file>