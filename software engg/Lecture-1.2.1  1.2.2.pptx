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6"/>
  </p:notesMasterIdLst>
  <p:sldIdLst>
    <p:sldId id="362" r:id="rId2"/>
    <p:sldId id="363" r:id="rId3"/>
    <p:sldId id="297" r:id="rId4"/>
    <p:sldId id="364" r:id="rId5"/>
    <p:sldId id="365" r:id="rId6"/>
    <p:sldId id="284" r:id="rId7"/>
    <p:sldId id="306" r:id="rId8"/>
    <p:sldId id="370" r:id="rId9"/>
    <p:sldId id="369" r:id="rId10"/>
    <p:sldId id="371" r:id="rId11"/>
    <p:sldId id="372" r:id="rId12"/>
    <p:sldId id="373" r:id="rId13"/>
    <p:sldId id="375" r:id="rId14"/>
    <p:sldId id="376" r:id="rId15"/>
    <p:sldId id="377" r:id="rId16"/>
    <p:sldId id="378" r:id="rId17"/>
    <p:sldId id="353" r:id="rId18"/>
    <p:sldId id="312" r:id="rId19"/>
    <p:sldId id="342" r:id="rId20"/>
    <p:sldId id="288" r:id="rId21"/>
    <p:sldId id="343" r:id="rId22"/>
    <p:sldId id="366" r:id="rId23"/>
    <p:sldId id="367" r:id="rId24"/>
    <p:sldId id="368" r:id="rId25"/>
  </p:sldIdLst>
  <p:sldSz cx="9144000" cy="5143500" type="screen16x9"/>
  <p:notesSz cx="6858000" cy="9144000"/>
  <p:embeddedFontLst>
    <p:embeddedFont>
      <p:font typeface="Arial Black" panose="020B0A04020102020204" pitchFamily="34" charset="0"/>
      <p:bold r:id="rId27"/>
    </p:embeddedFont>
    <p:embeddedFont>
      <p:font typeface="Cambria" panose="02040503050406030204" pitchFamily="18" charset="0"/>
      <p:regular r:id="rId28"/>
      <p:bold r:id="rId29"/>
      <p:italic r:id="rId30"/>
      <p:boldItalic r:id="rId31"/>
    </p:embeddedFont>
    <p:embeddedFont>
      <p:font typeface="Lato" panose="020F0502020204030203" pitchFamily="34" charset="0"/>
      <p:regular r:id="rId32"/>
      <p:bold r:id="rId33"/>
      <p:italic r:id="rId34"/>
      <p:boldItalic r:id="rId35"/>
    </p:embeddedFont>
    <p:embeddedFont>
      <p:font typeface="Vladimir Script" panose="03050402040407070305" pitchFamily="66" charset="0"/>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660"/>
  </p:normalViewPr>
  <p:slideViewPr>
    <p:cSldViewPr snapToGrid="0">
      <p:cViewPr varScale="1">
        <p:scale>
          <a:sx n="84" d="100"/>
          <a:sy n="84" d="100"/>
        </p:scale>
        <p:origin x="996" y="40"/>
      </p:cViewPr>
      <p:guideLst>
        <p:guide orient="horz" pos="1620"/>
        <p:guide pos="2880"/>
      </p:guideLst>
    </p:cSldViewPr>
  </p:slideViewPr>
  <p:notesTextViewPr>
    <p:cViewPr>
      <p:scale>
        <a:sx n="1" d="1"/>
        <a:sy n="1" d="1"/>
      </p:scale>
      <p:origin x="0" y="0"/>
    </p:cViewPr>
  </p:notesTextViewPr>
  <p:sorterViewPr>
    <p:cViewPr>
      <p:scale>
        <a:sx n="100" d="100"/>
        <a:sy n="100" d="100"/>
      </p:scale>
      <p:origin x="0" y="-955"/>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font" Target="fonts/font8.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BB527A-7326-4DE7-89CA-DE26AE0A484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972EA820-EC89-4448-BD6E-984B1446AB44}">
      <dgm:prSet/>
      <dgm:spPr/>
      <dgm:t>
        <a:bodyPr/>
        <a:lstStyle/>
        <a:p>
          <a:r>
            <a:rPr lang="en-US" b="0" i="0" dirty="0"/>
            <a:t>Helps identify </a:t>
          </a:r>
          <a:r>
            <a:rPr lang="en-US" b="1" i="0" dirty="0"/>
            <a:t>real user needs</a:t>
          </a:r>
          <a:r>
            <a:rPr lang="en-US" b="0" i="0" dirty="0"/>
            <a:t>, not assumptions</a:t>
          </a:r>
          <a:endParaRPr lang="en-IN" dirty="0"/>
        </a:p>
      </dgm:t>
    </dgm:pt>
    <dgm:pt modelId="{E68E1768-4606-4974-991E-7D1158A7069D}" type="parTrans" cxnId="{0189059F-F545-404C-8945-4A89628B257E}">
      <dgm:prSet/>
      <dgm:spPr/>
      <dgm:t>
        <a:bodyPr/>
        <a:lstStyle/>
        <a:p>
          <a:endParaRPr lang="en-IN"/>
        </a:p>
      </dgm:t>
    </dgm:pt>
    <dgm:pt modelId="{01673D80-A1F6-4D33-B9C8-2FDA7483AE83}" type="sibTrans" cxnId="{0189059F-F545-404C-8945-4A89628B257E}">
      <dgm:prSet/>
      <dgm:spPr/>
      <dgm:t>
        <a:bodyPr/>
        <a:lstStyle/>
        <a:p>
          <a:endParaRPr lang="en-IN"/>
        </a:p>
      </dgm:t>
    </dgm:pt>
    <dgm:pt modelId="{2DC01CFB-9C04-436B-952D-E9B8348E359E}">
      <dgm:prSet/>
      <dgm:spPr/>
      <dgm:t>
        <a:bodyPr/>
        <a:lstStyle/>
        <a:p>
          <a:r>
            <a:rPr lang="en-US" b="0" i="0"/>
            <a:t>Builds a </a:t>
          </a:r>
          <a:r>
            <a:rPr lang="en-US" b="1" i="0"/>
            <a:t>shared understanding</a:t>
          </a:r>
          <a:r>
            <a:rPr lang="en-US" b="0" i="0"/>
            <a:t> among developers and customers</a:t>
          </a:r>
          <a:endParaRPr lang="en-IN"/>
        </a:p>
      </dgm:t>
    </dgm:pt>
    <dgm:pt modelId="{9124F332-D7D7-4F59-AB79-4EBCDF874E45}" type="parTrans" cxnId="{33DF8E9E-629A-4C0D-ABB5-152339F1AB25}">
      <dgm:prSet/>
      <dgm:spPr/>
      <dgm:t>
        <a:bodyPr/>
        <a:lstStyle/>
        <a:p>
          <a:endParaRPr lang="en-IN"/>
        </a:p>
      </dgm:t>
    </dgm:pt>
    <dgm:pt modelId="{B2F44917-CBE7-4178-991A-3B65413FF87F}" type="sibTrans" cxnId="{33DF8E9E-629A-4C0D-ABB5-152339F1AB25}">
      <dgm:prSet/>
      <dgm:spPr/>
      <dgm:t>
        <a:bodyPr/>
        <a:lstStyle/>
        <a:p>
          <a:endParaRPr lang="en-IN"/>
        </a:p>
      </dgm:t>
    </dgm:pt>
    <dgm:pt modelId="{A65B8297-6123-4766-9816-8532C7E38AFC}">
      <dgm:prSet/>
      <dgm:spPr/>
      <dgm:t>
        <a:bodyPr/>
        <a:lstStyle/>
        <a:p>
          <a:r>
            <a:rPr lang="en-US" b="0" i="0"/>
            <a:t>Reduces project failures caused by unclear or changing requirements</a:t>
          </a:r>
          <a:endParaRPr lang="en-IN"/>
        </a:p>
      </dgm:t>
    </dgm:pt>
    <dgm:pt modelId="{52F75931-AD7B-4010-B20C-6B45B494B24E}" type="parTrans" cxnId="{905A563A-4A05-4C50-A88B-63A9541C4825}">
      <dgm:prSet/>
      <dgm:spPr/>
      <dgm:t>
        <a:bodyPr/>
        <a:lstStyle/>
        <a:p>
          <a:endParaRPr lang="en-IN"/>
        </a:p>
      </dgm:t>
    </dgm:pt>
    <dgm:pt modelId="{B104B2BF-6438-4A2C-ABAA-F1FA8AA5E5B1}" type="sibTrans" cxnId="{905A563A-4A05-4C50-A88B-63A9541C4825}">
      <dgm:prSet/>
      <dgm:spPr/>
      <dgm:t>
        <a:bodyPr/>
        <a:lstStyle/>
        <a:p>
          <a:endParaRPr lang="en-IN"/>
        </a:p>
      </dgm:t>
    </dgm:pt>
    <dgm:pt modelId="{5352AE95-2CC9-40FB-BD33-E343FE64ED6C}">
      <dgm:prSet/>
      <dgm:spPr/>
      <dgm:t>
        <a:bodyPr/>
        <a:lstStyle/>
        <a:p>
          <a:r>
            <a:rPr lang="en-US" b="0" i="0"/>
            <a:t>Supports creation of a clear, complete, and consistent </a:t>
          </a:r>
          <a:r>
            <a:rPr lang="en-US" b="1" i="0"/>
            <a:t>SRS document</a:t>
          </a:r>
          <a:endParaRPr lang="en-IN"/>
        </a:p>
      </dgm:t>
    </dgm:pt>
    <dgm:pt modelId="{950B375C-9A92-4E0A-82EF-2751EDA424D4}" type="parTrans" cxnId="{20BF2083-8FD3-4855-A3FB-A5515291C9E3}">
      <dgm:prSet/>
      <dgm:spPr/>
      <dgm:t>
        <a:bodyPr/>
        <a:lstStyle/>
        <a:p>
          <a:endParaRPr lang="en-IN"/>
        </a:p>
      </dgm:t>
    </dgm:pt>
    <dgm:pt modelId="{F9E7132E-5793-4369-A4F4-5903F1775ED9}" type="sibTrans" cxnId="{20BF2083-8FD3-4855-A3FB-A5515291C9E3}">
      <dgm:prSet/>
      <dgm:spPr/>
      <dgm:t>
        <a:bodyPr/>
        <a:lstStyle/>
        <a:p>
          <a:endParaRPr lang="en-IN"/>
        </a:p>
      </dgm:t>
    </dgm:pt>
    <dgm:pt modelId="{8218E22C-0CBA-4A40-B02F-3FBD97068A7D}">
      <dgm:prSet/>
      <dgm:spPr/>
      <dgm:t>
        <a:bodyPr/>
        <a:lstStyle/>
        <a:p>
          <a:r>
            <a:rPr lang="en-US" b="0" i="0"/>
            <a:t>Saves time and cost by avoiding rework</a:t>
          </a:r>
          <a:endParaRPr lang="en-IN"/>
        </a:p>
      </dgm:t>
    </dgm:pt>
    <dgm:pt modelId="{122F2CDD-F720-4436-8191-DF93A3D939B6}" type="parTrans" cxnId="{C7DF369C-C72D-4A50-B22C-86468C4028D2}">
      <dgm:prSet/>
      <dgm:spPr/>
      <dgm:t>
        <a:bodyPr/>
        <a:lstStyle/>
        <a:p>
          <a:endParaRPr lang="en-IN"/>
        </a:p>
      </dgm:t>
    </dgm:pt>
    <dgm:pt modelId="{30ABFF8B-0DBC-410C-91AB-684D9F310D11}" type="sibTrans" cxnId="{C7DF369C-C72D-4A50-B22C-86468C4028D2}">
      <dgm:prSet/>
      <dgm:spPr/>
      <dgm:t>
        <a:bodyPr/>
        <a:lstStyle/>
        <a:p>
          <a:endParaRPr lang="en-IN"/>
        </a:p>
      </dgm:t>
    </dgm:pt>
    <dgm:pt modelId="{D0BF64BA-0B1A-41DD-9E83-9B469CD66EF5}" type="pres">
      <dgm:prSet presAssocID="{18BB527A-7326-4DE7-89CA-DE26AE0A4844}" presName="linear" presStyleCnt="0">
        <dgm:presLayoutVars>
          <dgm:animLvl val="lvl"/>
          <dgm:resizeHandles val="exact"/>
        </dgm:presLayoutVars>
      </dgm:prSet>
      <dgm:spPr/>
    </dgm:pt>
    <dgm:pt modelId="{521D2D8E-C9FF-4A3D-9B57-80D99CCD3405}" type="pres">
      <dgm:prSet presAssocID="{972EA820-EC89-4448-BD6E-984B1446AB44}" presName="parentText" presStyleLbl="node1" presStyleIdx="0" presStyleCnt="5">
        <dgm:presLayoutVars>
          <dgm:chMax val="0"/>
          <dgm:bulletEnabled val="1"/>
        </dgm:presLayoutVars>
      </dgm:prSet>
      <dgm:spPr/>
    </dgm:pt>
    <dgm:pt modelId="{C2F5C8D2-8163-4D39-B2B5-F95021072FB4}" type="pres">
      <dgm:prSet presAssocID="{01673D80-A1F6-4D33-B9C8-2FDA7483AE83}" presName="spacer" presStyleCnt="0"/>
      <dgm:spPr/>
    </dgm:pt>
    <dgm:pt modelId="{E16FDB9F-D3B0-48AA-BF65-36590D41F36B}" type="pres">
      <dgm:prSet presAssocID="{2DC01CFB-9C04-436B-952D-E9B8348E359E}" presName="parentText" presStyleLbl="node1" presStyleIdx="1" presStyleCnt="5">
        <dgm:presLayoutVars>
          <dgm:chMax val="0"/>
          <dgm:bulletEnabled val="1"/>
        </dgm:presLayoutVars>
      </dgm:prSet>
      <dgm:spPr/>
    </dgm:pt>
    <dgm:pt modelId="{7669C117-4FFE-4367-8E8A-43C1E7DFB5ED}" type="pres">
      <dgm:prSet presAssocID="{B2F44917-CBE7-4178-991A-3B65413FF87F}" presName="spacer" presStyleCnt="0"/>
      <dgm:spPr/>
    </dgm:pt>
    <dgm:pt modelId="{BE3B0256-D80F-48D9-9575-7819D15160D0}" type="pres">
      <dgm:prSet presAssocID="{A65B8297-6123-4766-9816-8532C7E38AFC}" presName="parentText" presStyleLbl="node1" presStyleIdx="2" presStyleCnt="5">
        <dgm:presLayoutVars>
          <dgm:chMax val="0"/>
          <dgm:bulletEnabled val="1"/>
        </dgm:presLayoutVars>
      </dgm:prSet>
      <dgm:spPr/>
    </dgm:pt>
    <dgm:pt modelId="{1D277504-0A02-4EC9-B36D-40117EC0A7BF}" type="pres">
      <dgm:prSet presAssocID="{B104B2BF-6438-4A2C-ABAA-F1FA8AA5E5B1}" presName="spacer" presStyleCnt="0"/>
      <dgm:spPr/>
    </dgm:pt>
    <dgm:pt modelId="{3D7C5F03-CB7F-4773-B2AF-0269EA1DFEF2}" type="pres">
      <dgm:prSet presAssocID="{5352AE95-2CC9-40FB-BD33-E343FE64ED6C}" presName="parentText" presStyleLbl="node1" presStyleIdx="3" presStyleCnt="5">
        <dgm:presLayoutVars>
          <dgm:chMax val="0"/>
          <dgm:bulletEnabled val="1"/>
        </dgm:presLayoutVars>
      </dgm:prSet>
      <dgm:spPr/>
    </dgm:pt>
    <dgm:pt modelId="{EF8904F0-11C3-4021-A7F2-5F9EAFF12454}" type="pres">
      <dgm:prSet presAssocID="{F9E7132E-5793-4369-A4F4-5903F1775ED9}" presName="spacer" presStyleCnt="0"/>
      <dgm:spPr/>
    </dgm:pt>
    <dgm:pt modelId="{3CF55C67-E55A-49AC-BB3A-F94E2ACA2A0D}" type="pres">
      <dgm:prSet presAssocID="{8218E22C-0CBA-4A40-B02F-3FBD97068A7D}" presName="parentText" presStyleLbl="node1" presStyleIdx="4" presStyleCnt="5">
        <dgm:presLayoutVars>
          <dgm:chMax val="0"/>
          <dgm:bulletEnabled val="1"/>
        </dgm:presLayoutVars>
      </dgm:prSet>
      <dgm:spPr/>
    </dgm:pt>
  </dgm:ptLst>
  <dgm:cxnLst>
    <dgm:cxn modelId="{905A563A-4A05-4C50-A88B-63A9541C4825}" srcId="{18BB527A-7326-4DE7-89CA-DE26AE0A4844}" destId="{A65B8297-6123-4766-9816-8532C7E38AFC}" srcOrd="2" destOrd="0" parTransId="{52F75931-AD7B-4010-B20C-6B45B494B24E}" sibTransId="{B104B2BF-6438-4A2C-ABAA-F1FA8AA5E5B1}"/>
    <dgm:cxn modelId="{20BF2083-8FD3-4855-A3FB-A5515291C9E3}" srcId="{18BB527A-7326-4DE7-89CA-DE26AE0A4844}" destId="{5352AE95-2CC9-40FB-BD33-E343FE64ED6C}" srcOrd="3" destOrd="0" parTransId="{950B375C-9A92-4E0A-82EF-2751EDA424D4}" sibTransId="{F9E7132E-5793-4369-A4F4-5903F1775ED9}"/>
    <dgm:cxn modelId="{D7C5A088-D21A-47D8-A6DE-CC8FCEF0393A}" type="presOf" srcId="{5352AE95-2CC9-40FB-BD33-E343FE64ED6C}" destId="{3D7C5F03-CB7F-4773-B2AF-0269EA1DFEF2}" srcOrd="0" destOrd="0" presId="urn:microsoft.com/office/officeart/2005/8/layout/vList2"/>
    <dgm:cxn modelId="{3EFE468B-8AB4-465D-9158-14B7DCE55313}" type="presOf" srcId="{8218E22C-0CBA-4A40-B02F-3FBD97068A7D}" destId="{3CF55C67-E55A-49AC-BB3A-F94E2ACA2A0D}" srcOrd="0" destOrd="0" presId="urn:microsoft.com/office/officeart/2005/8/layout/vList2"/>
    <dgm:cxn modelId="{D686CF8D-825E-47F2-8296-C6D940B533A3}" type="presOf" srcId="{972EA820-EC89-4448-BD6E-984B1446AB44}" destId="{521D2D8E-C9FF-4A3D-9B57-80D99CCD3405}" srcOrd="0" destOrd="0" presId="urn:microsoft.com/office/officeart/2005/8/layout/vList2"/>
    <dgm:cxn modelId="{C7DF369C-C72D-4A50-B22C-86468C4028D2}" srcId="{18BB527A-7326-4DE7-89CA-DE26AE0A4844}" destId="{8218E22C-0CBA-4A40-B02F-3FBD97068A7D}" srcOrd="4" destOrd="0" parTransId="{122F2CDD-F720-4436-8191-DF93A3D939B6}" sibTransId="{30ABFF8B-0DBC-410C-91AB-684D9F310D11}"/>
    <dgm:cxn modelId="{33DF8E9E-629A-4C0D-ABB5-152339F1AB25}" srcId="{18BB527A-7326-4DE7-89CA-DE26AE0A4844}" destId="{2DC01CFB-9C04-436B-952D-E9B8348E359E}" srcOrd="1" destOrd="0" parTransId="{9124F332-D7D7-4F59-AB79-4EBCDF874E45}" sibTransId="{B2F44917-CBE7-4178-991A-3B65413FF87F}"/>
    <dgm:cxn modelId="{0189059F-F545-404C-8945-4A89628B257E}" srcId="{18BB527A-7326-4DE7-89CA-DE26AE0A4844}" destId="{972EA820-EC89-4448-BD6E-984B1446AB44}" srcOrd="0" destOrd="0" parTransId="{E68E1768-4606-4974-991E-7D1158A7069D}" sibTransId="{01673D80-A1F6-4D33-B9C8-2FDA7483AE83}"/>
    <dgm:cxn modelId="{4C3D41B5-0909-4C8E-8057-A51353604F7F}" type="presOf" srcId="{18BB527A-7326-4DE7-89CA-DE26AE0A4844}" destId="{D0BF64BA-0B1A-41DD-9E83-9B469CD66EF5}" srcOrd="0" destOrd="0" presId="urn:microsoft.com/office/officeart/2005/8/layout/vList2"/>
    <dgm:cxn modelId="{6BDEEEC3-1C53-4A08-99E3-94DF0E3A1567}" type="presOf" srcId="{A65B8297-6123-4766-9816-8532C7E38AFC}" destId="{BE3B0256-D80F-48D9-9575-7819D15160D0}" srcOrd="0" destOrd="0" presId="urn:microsoft.com/office/officeart/2005/8/layout/vList2"/>
    <dgm:cxn modelId="{81DC26CF-1E6A-40B7-9144-6767982265FA}" type="presOf" srcId="{2DC01CFB-9C04-436B-952D-E9B8348E359E}" destId="{E16FDB9F-D3B0-48AA-BF65-36590D41F36B}" srcOrd="0" destOrd="0" presId="urn:microsoft.com/office/officeart/2005/8/layout/vList2"/>
    <dgm:cxn modelId="{87D1892F-4173-45AE-B8AB-D2EF618C49DF}" type="presParOf" srcId="{D0BF64BA-0B1A-41DD-9E83-9B469CD66EF5}" destId="{521D2D8E-C9FF-4A3D-9B57-80D99CCD3405}" srcOrd="0" destOrd="0" presId="urn:microsoft.com/office/officeart/2005/8/layout/vList2"/>
    <dgm:cxn modelId="{AE17140C-E845-4A37-B7DE-76F77239C6F8}" type="presParOf" srcId="{D0BF64BA-0B1A-41DD-9E83-9B469CD66EF5}" destId="{C2F5C8D2-8163-4D39-B2B5-F95021072FB4}" srcOrd="1" destOrd="0" presId="urn:microsoft.com/office/officeart/2005/8/layout/vList2"/>
    <dgm:cxn modelId="{D7455DC7-AF43-4C85-8A5A-0034E75D1E12}" type="presParOf" srcId="{D0BF64BA-0B1A-41DD-9E83-9B469CD66EF5}" destId="{E16FDB9F-D3B0-48AA-BF65-36590D41F36B}" srcOrd="2" destOrd="0" presId="urn:microsoft.com/office/officeart/2005/8/layout/vList2"/>
    <dgm:cxn modelId="{E2DBF546-7027-4172-8F98-BA77DB9C307C}" type="presParOf" srcId="{D0BF64BA-0B1A-41DD-9E83-9B469CD66EF5}" destId="{7669C117-4FFE-4367-8E8A-43C1E7DFB5ED}" srcOrd="3" destOrd="0" presId="urn:microsoft.com/office/officeart/2005/8/layout/vList2"/>
    <dgm:cxn modelId="{0BD089E6-3384-4D00-B856-9932E9F277F9}" type="presParOf" srcId="{D0BF64BA-0B1A-41DD-9E83-9B469CD66EF5}" destId="{BE3B0256-D80F-48D9-9575-7819D15160D0}" srcOrd="4" destOrd="0" presId="urn:microsoft.com/office/officeart/2005/8/layout/vList2"/>
    <dgm:cxn modelId="{F50B4691-8038-4AC0-8BD3-094E7079A126}" type="presParOf" srcId="{D0BF64BA-0B1A-41DD-9E83-9B469CD66EF5}" destId="{1D277504-0A02-4EC9-B36D-40117EC0A7BF}" srcOrd="5" destOrd="0" presId="urn:microsoft.com/office/officeart/2005/8/layout/vList2"/>
    <dgm:cxn modelId="{3DC28007-F4DA-484B-8557-B347F0CA6031}" type="presParOf" srcId="{D0BF64BA-0B1A-41DD-9E83-9B469CD66EF5}" destId="{3D7C5F03-CB7F-4773-B2AF-0269EA1DFEF2}" srcOrd="6" destOrd="0" presId="urn:microsoft.com/office/officeart/2005/8/layout/vList2"/>
    <dgm:cxn modelId="{47C04618-EE65-410C-BCC9-258D98E0CC27}" type="presParOf" srcId="{D0BF64BA-0B1A-41DD-9E83-9B469CD66EF5}" destId="{EF8904F0-11C3-4021-A7F2-5F9EAFF12454}" srcOrd="7" destOrd="0" presId="urn:microsoft.com/office/officeart/2005/8/layout/vList2"/>
    <dgm:cxn modelId="{07DBC4A9-5E99-4E65-A047-2683C505A6C0}" type="presParOf" srcId="{D0BF64BA-0B1A-41DD-9E83-9B469CD66EF5}" destId="{3CF55C67-E55A-49AC-BB3A-F94E2ACA2A0D}"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57A245-95B6-4458-84FF-F187B74DFAF5}" type="doc">
      <dgm:prSet loTypeId="urn:microsoft.com/office/officeart/2005/8/layout/bProcess3" loCatId="process" qsTypeId="urn:microsoft.com/office/officeart/2005/8/quickstyle/simple1" qsCatId="simple" csTypeId="urn:microsoft.com/office/officeart/2005/8/colors/accent1_2" csCatId="accent1"/>
      <dgm:spPr/>
      <dgm:t>
        <a:bodyPr/>
        <a:lstStyle/>
        <a:p>
          <a:endParaRPr lang="en-IN"/>
        </a:p>
      </dgm:t>
    </dgm:pt>
    <dgm:pt modelId="{F6994C60-3A70-42BD-85A3-83E43B17D32A}">
      <dgm:prSet/>
      <dgm:spPr/>
      <dgm:t>
        <a:bodyPr/>
        <a:lstStyle/>
        <a:p>
          <a:r>
            <a:rPr lang="en-US" b="0" i="0" baseline="0"/>
            <a:t>Identify all stakeholders</a:t>
          </a:r>
          <a:endParaRPr lang="en-IN"/>
        </a:p>
      </dgm:t>
    </dgm:pt>
    <dgm:pt modelId="{00E234E5-0AA3-493D-BA6E-D35EB41EC000}" type="parTrans" cxnId="{DD1F25D6-D906-4658-9B67-A6A3A03F1A14}">
      <dgm:prSet/>
      <dgm:spPr/>
      <dgm:t>
        <a:bodyPr/>
        <a:lstStyle/>
        <a:p>
          <a:endParaRPr lang="en-IN"/>
        </a:p>
      </dgm:t>
    </dgm:pt>
    <dgm:pt modelId="{E5BBB889-C8F7-4ADE-B99A-6A05C42C2AEE}" type="sibTrans" cxnId="{DD1F25D6-D906-4658-9B67-A6A3A03F1A14}">
      <dgm:prSet/>
      <dgm:spPr/>
      <dgm:t>
        <a:bodyPr/>
        <a:lstStyle/>
        <a:p>
          <a:endParaRPr lang="en-IN"/>
        </a:p>
      </dgm:t>
    </dgm:pt>
    <dgm:pt modelId="{F10CA09A-643A-4DB3-8A85-1CBE05E46455}">
      <dgm:prSet/>
      <dgm:spPr/>
      <dgm:t>
        <a:bodyPr/>
        <a:lstStyle/>
        <a:p>
          <a:r>
            <a:rPr lang="en-US" b="0" i="0" baseline="0"/>
            <a:t>Understand business goals and workflow</a:t>
          </a:r>
          <a:endParaRPr lang="en-IN"/>
        </a:p>
      </dgm:t>
    </dgm:pt>
    <dgm:pt modelId="{7B1CDB1E-1C18-4D5D-9CAE-FA03CB4D8A62}" type="parTrans" cxnId="{245F26BE-4442-4585-B7FE-41C984F1A286}">
      <dgm:prSet/>
      <dgm:spPr/>
      <dgm:t>
        <a:bodyPr/>
        <a:lstStyle/>
        <a:p>
          <a:endParaRPr lang="en-IN"/>
        </a:p>
      </dgm:t>
    </dgm:pt>
    <dgm:pt modelId="{9AE493B9-94A8-4390-A89C-7BB8BF11E493}" type="sibTrans" cxnId="{245F26BE-4442-4585-B7FE-41C984F1A286}">
      <dgm:prSet/>
      <dgm:spPr/>
      <dgm:t>
        <a:bodyPr/>
        <a:lstStyle/>
        <a:p>
          <a:endParaRPr lang="en-IN"/>
        </a:p>
      </dgm:t>
    </dgm:pt>
    <dgm:pt modelId="{7E03E0F8-19D3-470A-BD2B-9A1B78245713}">
      <dgm:prSet/>
      <dgm:spPr/>
      <dgm:t>
        <a:bodyPr/>
        <a:lstStyle/>
        <a:p>
          <a:r>
            <a:rPr lang="en-US" b="0" i="0" baseline="0"/>
            <a:t>Discover functional and non-functional requirements</a:t>
          </a:r>
          <a:endParaRPr lang="en-IN"/>
        </a:p>
      </dgm:t>
    </dgm:pt>
    <dgm:pt modelId="{D6985034-3034-4E1A-898C-8E81BE56B67A}" type="parTrans" cxnId="{A9A93DFC-4EF9-43EC-962D-D4C4042F4018}">
      <dgm:prSet/>
      <dgm:spPr/>
      <dgm:t>
        <a:bodyPr/>
        <a:lstStyle/>
        <a:p>
          <a:endParaRPr lang="en-IN"/>
        </a:p>
      </dgm:t>
    </dgm:pt>
    <dgm:pt modelId="{9B922BC8-11BC-46EE-8827-4C65171B7E51}" type="sibTrans" cxnId="{A9A93DFC-4EF9-43EC-962D-D4C4042F4018}">
      <dgm:prSet/>
      <dgm:spPr/>
      <dgm:t>
        <a:bodyPr/>
        <a:lstStyle/>
        <a:p>
          <a:endParaRPr lang="en-IN"/>
        </a:p>
      </dgm:t>
    </dgm:pt>
    <dgm:pt modelId="{199B2DD3-DC8B-435F-A7FE-5BDD05A9017F}">
      <dgm:prSet/>
      <dgm:spPr/>
      <dgm:t>
        <a:bodyPr/>
        <a:lstStyle/>
        <a:p>
          <a:r>
            <a:rPr lang="en-US" b="0" i="0" baseline="0"/>
            <a:t>Reveal constraints, assumptions, and limitations</a:t>
          </a:r>
          <a:endParaRPr lang="en-IN"/>
        </a:p>
      </dgm:t>
    </dgm:pt>
    <dgm:pt modelId="{A201AA50-9467-4C5A-A275-C2AABA23BC37}" type="parTrans" cxnId="{37954F16-4209-4E55-B335-C201C486A41B}">
      <dgm:prSet/>
      <dgm:spPr/>
      <dgm:t>
        <a:bodyPr/>
        <a:lstStyle/>
        <a:p>
          <a:endParaRPr lang="en-IN"/>
        </a:p>
      </dgm:t>
    </dgm:pt>
    <dgm:pt modelId="{693741E6-BEFE-42AD-A28F-6F7BA6F35B79}" type="sibTrans" cxnId="{37954F16-4209-4E55-B335-C201C486A41B}">
      <dgm:prSet/>
      <dgm:spPr/>
      <dgm:t>
        <a:bodyPr/>
        <a:lstStyle/>
        <a:p>
          <a:endParaRPr lang="en-IN"/>
        </a:p>
      </dgm:t>
    </dgm:pt>
    <dgm:pt modelId="{B3F3331D-AF35-4348-9A06-B55A47345106}">
      <dgm:prSet/>
      <dgm:spPr/>
      <dgm:t>
        <a:bodyPr/>
        <a:lstStyle/>
        <a:p>
          <a:r>
            <a:rPr lang="en-US" b="0" i="0" baseline="0"/>
            <a:t>Resolve conflicts among stakeholders</a:t>
          </a:r>
          <a:endParaRPr lang="en-IN"/>
        </a:p>
      </dgm:t>
    </dgm:pt>
    <dgm:pt modelId="{7CEC3B09-EB1A-48A5-AA49-81766EC0941E}" type="parTrans" cxnId="{F1653A85-CBAC-4A8B-937E-C8DECA8D9829}">
      <dgm:prSet/>
      <dgm:spPr/>
      <dgm:t>
        <a:bodyPr/>
        <a:lstStyle/>
        <a:p>
          <a:endParaRPr lang="en-IN"/>
        </a:p>
      </dgm:t>
    </dgm:pt>
    <dgm:pt modelId="{B5915920-AC48-48F7-9F35-95F3A13A12FD}" type="sibTrans" cxnId="{F1653A85-CBAC-4A8B-937E-C8DECA8D9829}">
      <dgm:prSet/>
      <dgm:spPr/>
      <dgm:t>
        <a:bodyPr/>
        <a:lstStyle/>
        <a:p>
          <a:endParaRPr lang="en-IN"/>
        </a:p>
      </dgm:t>
    </dgm:pt>
    <dgm:pt modelId="{BF34148E-0397-4CCF-AF28-3536AD94F57A}">
      <dgm:prSet/>
      <dgm:spPr/>
      <dgm:t>
        <a:bodyPr/>
        <a:lstStyle/>
        <a:p>
          <a:r>
            <a:rPr lang="en-US" b="0" i="0" baseline="0"/>
            <a:t>Create a foundation for modeling, analysis, and specification</a:t>
          </a:r>
          <a:endParaRPr lang="en-IN"/>
        </a:p>
      </dgm:t>
    </dgm:pt>
    <dgm:pt modelId="{1A65BD45-794C-4809-8164-25831A505434}" type="parTrans" cxnId="{33D1D425-ED92-451A-9F25-E7C900B6877E}">
      <dgm:prSet/>
      <dgm:spPr/>
      <dgm:t>
        <a:bodyPr/>
        <a:lstStyle/>
        <a:p>
          <a:endParaRPr lang="en-IN"/>
        </a:p>
      </dgm:t>
    </dgm:pt>
    <dgm:pt modelId="{3EF293AF-B4B2-4B42-9A19-D0E79187B1AB}" type="sibTrans" cxnId="{33D1D425-ED92-451A-9F25-E7C900B6877E}">
      <dgm:prSet/>
      <dgm:spPr/>
      <dgm:t>
        <a:bodyPr/>
        <a:lstStyle/>
        <a:p>
          <a:endParaRPr lang="en-IN"/>
        </a:p>
      </dgm:t>
    </dgm:pt>
    <dgm:pt modelId="{6B1876EC-1FE1-409C-A1F7-DC7C7E4ECFAB}" type="pres">
      <dgm:prSet presAssocID="{1E57A245-95B6-4458-84FF-F187B74DFAF5}" presName="Name0" presStyleCnt="0">
        <dgm:presLayoutVars>
          <dgm:dir/>
          <dgm:resizeHandles val="exact"/>
        </dgm:presLayoutVars>
      </dgm:prSet>
      <dgm:spPr/>
    </dgm:pt>
    <dgm:pt modelId="{2E63EBE1-6D3E-4444-8BA1-AD55ABC867F8}" type="pres">
      <dgm:prSet presAssocID="{F6994C60-3A70-42BD-85A3-83E43B17D32A}" presName="node" presStyleLbl="node1" presStyleIdx="0" presStyleCnt="6">
        <dgm:presLayoutVars>
          <dgm:bulletEnabled val="1"/>
        </dgm:presLayoutVars>
      </dgm:prSet>
      <dgm:spPr/>
    </dgm:pt>
    <dgm:pt modelId="{EF490AAB-3FAB-4136-BB68-BCEB7E6ABC7F}" type="pres">
      <dgm:prSet presAssocID="{E5BBB889-C8F7-4ADE-B99A-6A05C42C2AEE}" presName="sibTrans" presStyleLbl="sibTrans1D1" presStyleIdx="0" presStyleCnt="5"/>
      <dgm:spPr/>
    </dgm:pt>
    <dgm:pt modelId="{3A32554C-CFEC-4AA0-8ABB-E72531D84100}" type="pres">
      <dgm:prSet presAssocID="{E5BBB889-C8F7-4ADE-B99A-6A05C42C2AEE}" presName="connectorText" presStyleLbl="sibTrans1D1" presStyleIdx="0" presStyleCnt="5"/>
      <dgm:spPr/>
    </dgm:pt>
    <dgm:pt modelId="{9B50833E-4BE4-4471-8349-1C8B8D702139}" type="pres">
      <dgm:prSet presAssocID="{F10CA09A-643A-4DB3-8A85-1CBE05E46455}" presName="node" presStyleLbl="node1" presStyleIdx="1" presStyleCnt="6">
        <dgm:presLayoutVars>
          <dgm:bulletEnabled val="1"/>
        </dgm:presLayoutVars>
      </dgm:prSet>
      <dgm:spPr/>
    </dgm:pt>
    <dgm:pt modelId="{F92E2551-D37C-465C-B21E-C9DEF476922A}" type="pres">
      <dgm:prSet presAssocID="{9AE493B9-94A8-4390-A89C-7BB8BF11E493}" presName="sibTrans" presStyleLbl="sibTrans1D1" presStyleIdx="1" presStyleCnt="5"/>
      <dgm:spPr/>
    </dgm:pt>
    <dgm:pt modelId="{8D3036F2-A9F5-47D3-AECD-7E4EF9FE9323}" type="pres">
      <dgm:prSet presAssocID="{9AE493B9-94A8-4390-A89C-7BB8BF11E493}" presName="connectorText" presStyleLbl="sibTrans1D1" presStyleIdx="1" presStyleCnt="5"/>
      <dgm:spPr/>
    </dgm:pt>
    <dgm:pt modelId="{BA1348DE-8B51-4EAF-9474-BF8D86D66185}" type="pres">
      <dgm:prSet presAssocID="{7E03E0F8-19D3-470A-BD2B-9A1B78245713}" presName="node" presStyleLbl="node1" presStyleIdx="2" presStyleCnt="6">
        <dgm:presLayoutVars>
          <dgm:bulletEnabled val="1"/>
        </dgm:presLayoutVars>
      </dgm:prSet>
      <dgm:spPr/>
    </dgm:pt>
    <dgm:pt modelId="{C8545D61-F73A-4F22-86D1-B7DB077A8F75}" type="pres">
      <dgm:prSet presAssocID="{9B922BC8-11BC-46EE-8827-4C65171B7E51}" presName="sibTrans" presStyleLbl="sibTrans1D1" presStyleIdx="2" presStyleCnt="5"/>
      <dgm:spPr/>
    </dgm:pt>
    <dgm:pt modelId="{DC1379C0-2250-486F-8977-5FFF5F4F6A97}" type="pres">
      <dgm:prSet presAssocID="{9B922BC8-11BC-46EE-8827-4C65171B7E51}" presName="connectorText" presStyleLbl="sibTrans1D1" presStyleIdx="2" presStyleCnt="5"/>
      <dgm:spPr/>
    </dgm:pt>
    <dgm:pt modelId="{DABE8D45-A35C-407E-862E-D59F585B3DDE}" type="pres">
      <dgm:prSet presAssocID="{199B2DD3-DC8B-435F-A7FE-5BDD05A9017F}" presName="node" presStyleLbl="node1" presStyleIdx="3" presStyleCnt="6">
        <dgm:presLayoutVars>
          <dgm:bulletEnabled val="1"/>
        </dgm:presLayoutVars>
      </dgm:prSet>
      <dgm:spPr/>
    </dgm:pt>
    <dgm:pt modelId="{B69340D9-C884-4829-A590-791338E2677A}" type="pres">
      <dgm:prSet presAssocID="{693741E6-BEFE-42AD-A28F-6F7BA6F35B79}" presName="sibTrans" presStyleLbl="sibTrans1D1" presStyleIdx="3" presStyleCnt="5"/>
      <dgm:spPr/>
    </dgm:pt>
    <dgm:pt modelId="{4A612FFC-D801-4AEC-A79C-46DF19B635D5}" type="pres">
      <dgm:prSet presAssocID="{693741E6-BEFE-42AD-A28F-6F7BA6F35B79}" presName="connectorText" presStyleLbl="sibTrans1D1" presStyleIdx="3" presStyleCnt="5"/>
      <dgm:spPr/>
    </dgm:pt>
    <dgm:pt modelId="{35F0A40A-B538-497C-B9FE-0832DA8822A3}" type="pres">
      <dgm:prSet presAssocID="{B3F3331D-AF35-4348-9A06-B55A47345106}" presName="node" presStyleLbl="node1" presStyleIdx="4" presStyleCnt="6">
        <dgm:presLayoutVars>
          <dgm:bulletEnabled val="1"/>
        </dgm:presLayoutVars>
      </dgm:prSet>
      <dgm:spPr/>
    </dgm:pt>
    <dgm:pt modelId="{1122A185-BBC9-47B2-B185-1BA06958DFE1}" type="pres">
      <dgm:prSet presAssocID="{B5915920-AC48-48F7-9F35-95F3A13A12FD}" presName="sibTrans" presStyleLbl="sibTrans1D1" presStyleIdx="4" presStyleCnt="5"/>
      <dgm:spPr/>
    </dgm:pt>
    <dgm:pt modelId="{81F2416D-CFB5-4F10-9DDC-B5EB34CDF0CB}" type="pres">
      <dgm:prSet presAssocID="{B5915920-AC48-48F7-9F35-95F3A13A12FD}" presName="connectorText" presStyleLbl="sibTrans1D1" presStyleIdx="4" presStyleCnt="5"/>
      <dgm:spPr/>
    </dgm:pt>
    <dgm:pt modelId="{0F8E9BF4-ADB9-476E-B24E-59626EDF2E84}" type="pres">
      <dgm:prSet presAssocID="{BF34148E-0397-4CCF-AF28-3536AD94F57A}" presName="node" presStyleLbl="node1" presStyleIdx="5" presStyleCnt="6">
        <dgm:presLayoutVars>
          <dgm:bulletEnabled val="1"/>
        </dgm:presLayoutVars>
      </dgm:prSet>
      <dgm:spPr/>
    </dgm:pt>
  </dgm:ptLst>
  <dgm:cxnLst>
    <dgm:cxn modelId="{3B5E6405-3B70-4E9D-AC89-61F729B18CEB}" type="presOf" srcId="{9B922BC8-11BC-46EE-8827-4C65171B7E51}" destId="{DC1379C0-2250-486F-8977-5FFF5F4F6A97}" srcOrd="1" destOrd="0" presId="urn:microsoft.com/office/officeart/2005/8/layout/bProcess3"/>
    <dgm:cxn modelId="{8854830F-A9A7-4907-807A-BAF13727AFA0}" type="presOf" srcId="{9AE493B9-94A8-4390-A89C-7BB8BF11E493}" destId="{8D3036F2-A9F5-47D3-AECD-7E4EF9FE9323}" srcOrd="1" destOrd="0" presId="urn:microsoft.com/office/officeart/2005/8/layout/bProcess3"/>
    <dgm:cxn modelId="{37954F16-4209-4E55-B335-C201C486A41B}" srcId="{1E57A245-95B6-4458-84FF-F187B74DFAF5}" destId="{199B2DD3-DC8B-435F-A7FE-5BDD05A9017F}" srcOrd="3" destOrd="0" parTransId="{A201AA50-9467-4C5A-A275-C2AABA23BC37}" sibTransId="{693741E6-BEFE-42AD-A28F-6F7BA6F35B79}"/>
    <dgm:cxn modelId="{C6F4B125-C6C8-4038-9A26-6E64E6B98A73}" type="presOf" srcId="{BF34148E-0397-4CCF-AF28-3536AD94F57A}" destId="{0F8E9BF4-ADB9-476E-B24E-59626EDF2E84}" srcOrd="0" destOrd="0" presId="urn:microsoft.com/office/officeart/2005/8/layout/bProcess3"/>
    <dgm:cxn modelId="{33D1D425-ED92-451A-9F25-E7C900B6877E}" srcId="{1E57A245-95B6-4458-84FF-F187B74DFAF5}" destId="{BF34148E-0397-4CCF-AF28-3536AD94F57A}" srcOrd="5" destOrd="0" parTransId="{1A65BD45-794C-4809-8164-25831A505434}" sibTransId="{3EF293AF-B4B2-4B42-9A19-D0E79187B1AB}"/>
    <dgm:cxn modelId="{2EA87929-9CB9-457C-942B-8DD23FDEA49A}" type="presOf" srcId="{B3F3331D-AF35-4348-9A06-B55A47345106}" destId="{35F0A40A-B538-497C-B9FE-0832DA8822A3}" srcOrd="0" destOrd="0" presId="urn:microsoft.com/office/officeart/2005/8/layout/bProcess3"/>
    <dgm:cxn modelId="{EAC9E62C-D298-4AA2-AB7E-5EC54BB7846B}" type="presOf" srcId="{9B922BC8-11BC-46EE-8827-4C65171B7E51}" destId="{C8545D61-F73A-4F22-86D1-B7DB077A8F75}" srcOrd="0" destOrd="0" presId="urn:microsoft.com/office/officeart/2005/8/layout/bProcess3"/>
    <dgm:cxn modelId="{6065CC2F-5AB3-4311-8A3B-C8B1F88D7817}" type="presOf" srcId="{F6994C60-3A70-42BD-85A3-83E43B17D32A}" destId="{2E63EBE1-6D3E-4444-8BA1-AD55ABC867F8}" srcOrd="0" destOrd="0" presId="urn:microsoft.com/office/officeart/2005/8/layout/bProcess3"/>
    <dgm:cxn modelId="{06C47E31-580D-4561-B68A-63337AF1A0CA}" type="presOf" srcId="{E5BBB889-C8F7-4ADE-B99A-6A05C42C2AEE}" destId="{EF490AAB-3FAB-4136-BB68-BCEB7E6ABC7F}" srcOrd="0" destOrd="0" presId="urn:microsoft.com/office/officeart/2005/8/layout/bProcess3"/>
    <dgm:cxn modelId="{D3203164-7405-4213-B707-92C7417C3864}" type="presOf" srcId="{7E03E0F8-19D3-470A-BD2B-9A1B78245713}" destId="{BA1348DE-8B51-4EAF-9474-BF8D86D66185}" srcOrd="0" destOrd="0" presId="urn:microsoft.com/office/officeart/2005/8/layout/bProcess3"/>
    <dgm:cxn modelId="{9404294D-8134-4B8F-8BE8-1AA452EB6C01}" type="presOf" srcId="{F10CA09A-643A-4DB3-8A85-1CBE05E46455}" destId="{9B50833E-4BE4-4471-8349-1C8B8D702139}" srcOrd="0" destOrd="0" presId="urn:microsoft.com/office/officeart/2005/8/layout/bProcess3"/>
    <dgm:cxn modelId="{F1653A85-CBAC-4A8B-937E-C8DECA8D9829}" srcId="{1E57A245-95B6-4458-84FF-F187B74DFAF5}" destId="{B3F3331D-AF35-4348-9A06-B55A47345106}" srcOrd="4" destOrd="0" parTransId="{7CEC3B09-EB1A-48A5-AA49-81766EC0941E}" sibTransId="{B5915920-AC48-48F7-9F35-95F3A13A12FD}"/>
    <dgm:cxn modelId="{1C69E590-550B-4373-BC42-E6EE53D68864}" type="presOf" srcId="{E5BBB889-C8F7-4ADE-B99A-6A05C42C2AEE}" destId="{3A32554C-CFEC-4AA0-8ABB-E72531D84100}" srcOrd="1" destOrd="0" presId="urn:microsoft.com/office/officeart/2005/8/layout/bProcess3"/>
    <dgm:cxn modelId="{79C5B398-5262-4456-8D44-3B83BF611771}" type="presOf" srcId="{693741E6-BEFE-42AD-A28F-6F7BA6F35B79}" destId="{B69340D9-C884-4829-A590-791338E2677A}" srcOrd="0" destOrd="0" presId="urn:microsoft.com/office/officeart/2005/8/layout/bProcess3"/>
    <dgm:cxn modelId="{2B333EB7-4BB7-4E86-B6FB-AFD00A47D13C}" type="presOf" srcId="{199B2DD3-DC8B-435F-A7FE-5BDD05A9017F}" destId="{DABE8D45-A35C-407E-862E-D59F585B3DDE}" srcOrd="0" destOrd="0" presId="urn:microsoft.com/office/officeart/2005/8/layout/bProcess3"/>
    <dgm:cxn modelId="{245F26BE-4442-4585-B7FE-41C984F1A286}" srcId="{1E57A245-95B6-4458-84FF-F187B74DFAF5}" destId="{F10CA09A-643A-4DB3-8A85-1CBE05E46455}" srcOrd="1" destOrd="0" parTransId="{7B1CDB1E-1C18-4D5D-9CAE-FA03CB4D8A62}" sibTransId="{9AE493B9-94A8-4390-A89C-7BB8BF11E493}"/>
    <dgm:cxn modelId="{DC4B35C5-ED60-42F4-9A4E-1E9390D6B378}" type="presOf" srcId="{693741E6-BEFE-42AD-A28F-6F7BA6F35B79}" destId="{4A612FFC-D801-4AEC-A79C-46DF19B635D5}" srcOrd="1" destOrd="0" presId="urn:microsoft.com/office/officeart/2005/8/layout/bProcess3"/>
    <dgm:cxn modelId="{DD1F25D6-D906-4658-9B67-A6A3A03F1A14}" srcId="{1E57A245-95B6-4458-84FF-F187B74DFAF5}" destId="{F6994C60-3A70-42BD-85A3-83E43B17D32A}" srcOrd="0" destOrd="0" parTransId="{00E234E5-0AA3-493D-BA6E-D35EB41EC000}" sibTransId="{E5BBB889-C8F7-4ADE-B99A-6A05C42C2AEE}"/>
    <dgm:cxn modelId="{12CF5FD9-6D05-4F5D-881B-4BB1B888B860}" type="presOf" srcId="{1E57A245-95B6-4458-84FF-F187B74DFAF5}" destId="{6B1876EC-1FE1-409C-A1F7-DC7C7E4ECFAB}" srcOrd="0" destOrd="0" presId="urn:microsoft.com/office/officeart/2005/8/layout/bProcess3"/>
    <dgm:cxn modelId="{FC8F5CDA-2ED6-4F52-900A-1D8D40F03231}" type="presOf" srcId="{B5915920-AC48-48F7-9F35-95F3A13A12FD}" destId="{1122A185-BBC9-47B2-B185-1BA06958DFE1}" srcOrd="0" destOrd="0" presId="urn:microsoft.com/office/officeart/2005/8/layout/bProcess3"/>
    <dgm:cxn modelId="{EC912EF6-837B-4079-A0BF-184B3EDFE8EA}" type="presOf" srcId="{9AE493B9-94A8-4390-A89C-7BB8BF11E493}" destId="{F92E2551-D37C-465C-B21E-C9DEF476922A}" srcOrd="0" destOrd="0" presId="urn:microsoft.com/office/officeart/2005/8/layout/bProcess3"/>
    <dgm:cxn modelId="{A9A93DFC-4EF9-43EC-962D-D4C4042F4018}" srcId="{1E57A245-95B6-4458-84FF-F187B74DFAF5}" destId="{7E03E0F8-19D3-470A-BD2B-9A1B78245713}" srcOrd="2" destOrd="0" parTransId="{D6985034-3034-4E1A-898C-8E81BE56B67A}" sibTransId="{9B922BC8-11BC-46EE-8827-4C65171B7E51}"/>
    <dgm:cxn modelId="{1E3967FD-29B8-439B-A9DA-37362B64E290}" type="presOf" srcId="{B5915920-AC48-48F7-9F35-95F3A13A12FD}" destId="{81F2416D-CFB5-4F10-9DDC-B5EB34CDF0CB}" srcOrd="1" destOrd="0" presId="urn:microsoft.com/office/officeart/2005/8/layout/bProcess3"/>
    <dgm:cxn modelId="{DBEA080E-03FE-4B9F-8899-5B17AC76DF04}" type="presParOf" srcId="{6B1876EC-1FE1-409C-A1F7-DC7C7E4ECFAB}" destId="{2E63EBE1-6D3E-4444-8BA1-AD55ABC867F8}" srcOrd="0" destOrd="0" presId="urn:microsoft.com/office/officeart/2005/8/layout/bProcess3"/>
    <dgm:cxn modelId="{12DBBDB5-9326-497F-812F-651AB6CF1078}" type="presParOf" srcId="{6B1876EC-1FE1-409C-A1F7-DC7C7E4ECFAB}" destId="{EF490AAB-3FAB-4136-BB68-BCEB7E6ABC7F}" srcOrd="1" destOrd="0" presId="urn:microsoft.com/office/officeart/2005/8/layout/bProcess3"/>
    <dgm:cxn modelId="{2E34CD77-B407-4A5C-93B8-0F7F916C8768}" type="presParOf" srcId="{EF490AAB-3FAB-4136-BB68-BCEB7E6ABC7F}" destId="{3A32554C-CFEC-4AA0-8ABB-E72531D84100}" srcOrd="0" destOrd="0" presId="urn:microsoft.com/office/officeart/2005/8/layout/bProcess3"/>
    <dgm:cxn modelId="{C1C83C77-71A1-4CF5-87D0-C800E20F54C4}" type="presParOf" srcId="{6B1876EC-1FE1-409C-A1F7-DC7C7E4ECFAB}" destId="{9B50833E-4BE4-4471-8349-1C8B8D702139}" srcOrd="2" destOrd="0" presId="urn:microsoft.com/office/officeart/2005/8/layout/bProcess3"/>
    <dgm:cxn modelId="{E3678F09-D37A-4BEC-840F-6E6EF8DD4EE5}" type="presParOf" srcId="{6B1876EC-1FE1-409C-A1F7-DC7C7E4ECFAB}" destId="{F92E2551-D37C-465C-B21E-C9DEF476922A}" srcOrd="3" destOrd="0" presId="urn:microsoft.com/office/officeart/2005/8/layout/bProcess3"/>
    <dgm:cxn modelId="{7CCB5335-DD7F-4009-852D-DD23CEE59A30}" type="presParOf" srcId="{F92E2551-D37C-465C-B21E-C9DEF476922A}" destId="{8D3036F2-A9F5-47D3-AECD-7E4EF9FE9323}" srcOrd="0" destOrd="0" presId="urn:microsoft.com/office/officeart/2005/8/layout/bProcess3"/>
    <dgm:cxn modelId="{667E4B51-E5C8-480E-9CE4-2867A8D0D3F6}" type="presParOf" srcId="{6B1876EC-1FE1-409C-A1F7-DC7C7E4ECFAB}" destId="{BA1348DE-8B51-4EAF-9474-BF8D86D66185}" srcOrd="4" destOrd="0" presId="urn:microsoft.com/office/officeart/2005/8/layout/bProcess3"/>
    <dgm:cxn modelId="{87294B38-483B-413B-B991-1AD783640B88}" type="presParOf" srcId="{6B1876EC-1FE1-409C-A1F7-DC7C7E4ECFAB}" destId="{C8545D61-F73A-4F22-86D1-B7DB077A8F75}" srcOrd="5" destOrd="0" presId="urn:microsoft.com/office/officeart/2005/8/layout/bProcess3"/>
    <dgm:cxn modelId="{CBB72D7E-A7D2-460D-BBD3-D8C7E49FB674}" type="presParOf" srcId="{C8545D61-F73A-4F22-86D1-B7DB077A8F75}" destId="{DC1379C0-2250-486F-8977-5FFF5F4F6A97}" srcOrd="0" destOrd="0" presId="urn:microsoft.com/office/officeart/2005/8/layout/bProcess3"/>
    <dgm:cxn modelId="{F5D61374-84D3-4D09-8E90-BFCFE74E4F18}" type="presParOf" srcId="{6B1876EC-1FE1-409C-A1F7-DC7C7E4ECFAB}" destId="{DABE8D45-A35C-407E-862E-D59F585B3DDE}" srcOrd="6" destOrd="0" presId="urn:microsoft.com/office/officeart/2005/8/layout/bProcess3"/>
    <dgm:cxn modelId="{94CFF904-6BD0-49F5-B146-354BAA6F4A3F}" type="presParOf" srcId="{6B1876EC-1FE1-409C-A1F7-DC7C7E4ECFAB}" destId="{B69340D9-C884-4829-A590-791338E2677A}" srcOrd="7" destOrd="0" presId="urn:microsoft.com/office/officeart/2005/8/layout/bProcess3"/>
    <dgm:cxn modelId="{3795896B-B7BF-4E78-9639-885DFDB5163B}" type="presParOf" srcId="{B69340D9-C884-4829-A590-791338E2677A}" destId="{4A612FFC-D801-4AEC-A79C-46DF19B635D5}" srcOrd="0" destOrd="0" presId="urn:microsoft.com/office/officeart/2005/8/layout/bProcess3"/>
    <dgm:cxn modelId="{BFE07257-1258-4C06-8E03-14E2C8423DA3}" type="presParOf" srcId="{6B1876EC-1FE1-409C-A1F7-DC7C7E4ECFAB}" destId="{35F0A40A-B538-497C-B9FE-0832DA8822A3}" srcOrd="8" destOrd="0" presId="urn:microsoft.com/office/officeart/2005/8/layout/bProcess3"/>
    <dgm:cxn modelId="{48E160D8-E1BB-4784-B477-6251DBAFB7A8}" type="presParOf" srcId="{6B1876EC-1FE1-409C-A1F7-DC7C7E4ECFAB}" destId="{1122A185-BBC9-47B2-B185-1BA06958DFE1}" srcOrd="9" destOrd="0" presId="urn:microsoft.com/office/officeart/2005/8/layout/bProcess3"/>
    <dgm:cxn modelId="{6BF52AC3-E3FC-4742-95FD-3BE41FDDF429}" type="presParOf" srcId="{1122A185-BBC9-47B2-B185-1BA06958DFE1}" destId="{81F2416D-CFB5-4F10-9DDC-B5EB34CDF0CB}" srcOrd="0" destOrd="0" presId="urn:microsoft.com/office/officeart/2005/8/layout/bProcess3"/>
    <dgm:cxn modelId="{E484E3A1-254D-4859-B795-7D950E1B863B}" type="presParOf" srcId="{6B1876EC-1FE1-409C-A1F7-DC7C7E4ECFAB}" destId="{0F8E9BF4-ADB9-476E-B24E-59626EDF2E84}" srcOrd="10"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BED704E-5374-4CC3-BB72-4A4B0646B3B3}" type="doc">
      <dgm:prSet loTypeId="urn:microsoft.com/office/officeart/2005/8/layout/venn1" loCatId="relationship" qsTypeId="urn:microsoft.com/office/officeart/2005/8/quickstyle/simple1" qsCatId="simple" csTypeId="urn:microsoft.com/office/officeart/2005/8/colors/colorful4" csCatId="colorful" phldr="1"/>
      <dgm:spPr/>
      <dgm:t>
        <a:bodyPr/>
        <a:lstStyle/>
        <a:p>
          <a:endParaRPr lang="en-IN"/>
        </a:p>
      </dgm:t>
    </dgm:pt>
    <dgm:pt modelId="{1140F7A7-4A2C-4268-9CFE-F53515741F35}">
      <dgm:prSet custT="1"/>
      <dgm:spPr/>
      <dgm:t>
        <a:bodyPr/>
        <a:lstStyle/>
        <a:p>
          <a:r>
            <a:rPr lang="en-US" sz="1400" b="1" i="0" dirty="0">
              <a:solidFill>
                <a:schemeClr val="bg2"/>
              </a:solidFill>
            </a:rPr>
            <a:t>End Users</a:t>
          </a:r>
          <a:r>
            <a:rPr lang="en-US" sz="1400" b="0" i="0" dirty="0">
              <a:solidFill>
                <a:schemeClr val="bg2"/>
              </a:solidFill>
            </a:rPr>
            <a:t> – people who use the system</a:t>
          </a:r>
          <a:endParaRPr lang="en-IN" sz="1400" dirty="0">
            <a:solidFill>
              <a:schemeClr val="bg2"/>
            </a:solidFill>
          </a:endParaRPr>
        </a:p>
      </dgm:t>
    </dgm:pt>
    <dgm:pt modelId="{DA27A2C5-DF00-48B3-871A-09D791F74F4D}" type="parTrans" cxnId="{8D2E99BD-888D-4603-977A-EC896B7A3E84}">
      <dgm:prSet/>
      <dgm:spPr/>
      <dgm:t>
        <a:bodyPr/>
        <a:lstStyle/>
        <a:p>
          <a:endParaRPr lang="en-IN">
            <a:solidFill>
              <a:schemeClr val="bg2"/>
            </a:solidFill>
          </a:endParaRPr>
        </a:p>
      </dgm:t>
    </dgm:pt>
    <dgm:pt modelId="{E9A40F58-CE91-462C-B6A1-677DA90E4164}" type="sibTrans" cxnId="{8D2E99BD-888D-4603-977A-EC896B7A3E84}">
      <dgm:prSet/>
      <dgm:spPr/>
      <dgm:t>
        <a:bodyPr/>
        <a:lstStyle/>
        <a:p>
          <a:endParaRPr lang="en-IN">
            <a:solidFill>
              <a:schemeClr val="bg2"/>
            </a:solidFill>
          </a:endParaRPr>
        </a:p>
      </dgm:t>
    </dgm:pt>
    <dgm:pt modelId="{B502F029-6248-4BBF-850B-68D7286E7FD4}">
      <dgm:prSet custT="1"/>
      <dgm:spPr/>
      <dgm:t>
        <a:bodyPr/>
        <a:lstStyle/>
        <a:p>
          <a:r>
            <a:rPr lang="en-US" sz="1400" b="1" i="0" dirty="0">
              <a:solidFill>
                <a:schemeClr val="bg2"/>
              </a:solidFill>
            </a:rPr>
            <a:t>Clients/Customers</a:t>
          </a:r>
          <a:r>
            <a:rPr lang="en-US" sz="1400" b="0" i="0" dirty="0">
              <a:solidFill>
                <a:schemeClr val="bg2"/>
              </a:solidFill>
            </a:rPr>
            <a:t> – who request or purchase the system</a:t>
          </a:r>
          <a:endParaRPr lang="en-IN" sz="1400" dirty="0">
            <a:solidFill>
              <a:schemeClr val="bg2"/>
            </a:solidFill>
          </a:endParaRPr>
        </a:p>
      </dgm:t>
    </dgm:pt>
    <dgm:pt modelId="{E88BF574-EEAA-427C-B2C2-6A48C8B51E40}" type="parTrans" cxnId="{2ACF2A46-9CC1-4AB6-A11C-E53CAAC31D85}">
      <dgm:prSet/>
      <dgm:spPr/>
      <dgm:t>
        <a:bodyPr/>
        <a:lstStyle/>
        <a:p>
          <a:endParaRPr lang="en-IN">
            <a:solidFill>
              <a:schemeClr val="bg2"/>
            </a:solidFill>
          </a:endParaRPr>
        </a:p>
      </dgm:t>
    </dgm:pt>
    <dgm:pt modelId="{1E8243AA-7DAF-4CBF-8083-BA5DCB91BDD6}" type="sibTrans" cxnId="{2ACF2A46-9CC1-4AB6-A11C-E53CAAC31D85}">
      <dgm:prSet/>
      <dgm:spPr/>
      <dgm:t>
        <a:bodyPr/>
        <a:lstStyle/>
        <a:p>
          <a:endParaRPr lang="en-IN">
            <a:solidFill>
              <a:schemeClr val="bg2"/>
            </a:solidFill>
          </a:endParaRPr>
        </a:p>
      </dgm:t>
    </dgm:pt>
    <dgm:pt modelId="{95B32DC0-0E14-4D76-A54D-49F577AFB70D}">
      <dgm:prSet custT="1"/>
      <dgm:spPr/>
      <dgm:t>
        <a:bodyPr/>
        <a:lstStyle/>
        <a:p>
          <a:r>
            <a:rPr lang="en-US" sz="1400" b="1" i="0">
              <a:solidFill>
                <a:schemeClr val="bg2"/>
              </a:solidFill>
            </a:rPr>
            <a:t>Business Managers</a:t>
          </a:r>
          <a:r>
            <a:rPr lang="en-US" sz="1400" b="0" i="0">
              <a:solidFill>
                <a:schemeClr val="bg2"/>
              </a:solidFill>
            </a:rPr>
            <a:t> – decision-makers</a:t>
          </a:r>
          <a:endParaRPr lang="en-IN" sz="1400">
            <a:solidFill>
              <a:schemeClr val="bg2"/>
            </a:solidFill>
          </a:endParaRPr>
        </a:p>
      </dgm:t>
    </dgm:pt>
    <dgm:pt modelId="{CE71BC42-39B5-410D-83A6-893FA98F7D81}" type="parTrans" cxnId="{5B6AFA50-F6BE-4775-A3D2-22E654209DDC}">
      <dgm:prSet/>
      <dgm:spPr/>
      <dgm:t>
        <a:bodyPr/>
        <a:lstStyle/>
        <a:p>
          <a:endParaRPr lang="en-IN">
            <a:solidFill>
              <a:schemeClr val="bg2"/>
            </a:solidFill>
          </a:endParaRPr>
        </a:p>
      </dgm:t>
    </dgm:pt>
    <dgm:pt modelId="{B51CD19B-1CA8-4AC1-8B28-BB459E8554F9}" type="sibTrans" cxnId="{5B6AFA50-F6BE-4775-A3D2-22E654209DDC}">
      <dgm:prSet/>
      <dgm:spPr/>
      <dgm:t>
        <a:bodyPr/>
        <a:lstStyle/>
        <a:p>
          <a:endParaRPr lang="en-IN">
            <a:solidFill>
              <a:schemeClr val="bg2"/>
            </a:solidFill>
          </a:endParaRPr>
        </a:p>
      </dgm:t>
    </dgm:pt>
    <dgm:pt modelId="{D91C9EA9-5EB6-430F-B816-1247C67CA19C}">
      <dgm:prSet custT="1"/>
      <dgm:spPr/>
      <dgm:t>
        <a:bodyPr/>
        <a:lstStyle/>
        <a:p>
          <a:r>
            <a:rPr lang="en-US" sz="1400" b="1" i="0">
              <a:solidFill>
                <a:schemeClr val="bg2"/>
              </a:solidFill>
            </a:rPr>
            <a:t>Domain Experts</a:t>
          </a:r>
          <a:r>
            <a:rPr lang="en-US" sz="1400" b="0" i="0">
              <a:solidFill>
                <a:schemeClr val="bg2"/>
              </a:solidFill>
            </a:rPr>
            <a:t> – subject-matter experts</a:t>
          </a:r>
          <a:endParaRPr lang="en-IN" sz="1400">
            <a:solidFill>
              <a:schemeClr val="bg2"/>
            </a:solidFill>
          </a:endParaRPr>
        </a:p>
      </dgm:t>
    </dgm:pt>
    <dgm:pt modelId="{5C5D9299-2CE8-4A6A-AC97-7A0EBA1091DB}" type="parTrans" cxnId="{D1BAB468-17C1-4196-A0B4-1F1BD38820B5}">
      <dgm:prSet/>
      <dgm:spPr/>
      <dgm:t>
        <a:bodyPr/>
        <a:lstStyle/>
        <a:p>
          <a:endParaRPr lang="en-IN">
            <a:solidFill>
              <a:schemeClr val="bg2"/>
            </a:solidFill>
          </a:endParaRPr>
        </a:p>
      </dgm:t>
    </dgm:pt>
    <dgm:pt modelId="{D7BBB197-2619-4A2A-A817-B6FEDFA03D38}" type="sibTrans" cxnId="{D1BAB468-17C1-4196-A0B4-1F1BD38820B5}">
      <dgm:prSet/>
      <dgm:spPr/>
      <dgm:t>
        <a:bodyPr/>
        <a:lstStyle/>
        <a:p>
          <a:endParaRPr lang="en-IN">
            <a:solidFill>
              <a:schemeClr val="bg2"/>
            </a:solidFill>
          </a:endParaRPr>
        </a:p>
      </dgm:t>
    </dgm:pt>
    <dgm:pt modelId="{6066D20C-8416-48CB-A262-00421C8AE1BF}">
      <dgm:prSet custT="1"/>
      <dgm:spPr/>
      <dgm:t>
        <a:bodyPr/>
        <a:lstStyle/>
        <a:p>
          <a:r>
            <a:rPr lang="en-US" sz="1400" b="1" i="0">
              <a:solidFill>
                <a:schemeClr val="bg2"/>
              </a:solidFill>
            </a:rPr>
            <a:t>Developers</a:t>
          </a:r>
          <a:r>
            <a:rPr lang="en-US" sz="1400" b="0" i="0">
              <a:solidFill>
                <a:schemeClr val="bg2"/>
              </a:solidFill>
            </a:rPr>
            <a:t> – build the software</a:t>
          </a:r>
          <a:endParaRPr lang="en-IN" sz="1400">
            <a:solidFill>
              <a:schemeClr val="bg2"/>
            </a:solidFill>
          </a:endParaRPr>
        </a:p>
      </dgm:t>
    </dgm:pt>
    <dgm:pt modelId="{44DE33B0-53BB-4410-8B6E-18FDF1DEF990}" type="parTrans" cxnId="{704B568A-C457-421B-BF07-B3E7810EC663}">
      <dgm:prSet/>
      <dgm:spPr/>
      <dgm:t>
        <a:bodyPr/>
        <a:lstStyle/>
        <a:p>
          <a:endParaRPr lang="en-IN">
            <a:solidFill>
              <a:schemeClr val="bg2"/>
            </a:solidFill>
          </a:endParaRPr>
        </a:p>
      </dgm:t>
    </dgm:pt>
    <dgm:pt modelId="{4E001547-2206-4BC5-AB9E-1086F4AF52FF}" type="sibTrans" cxnId="{704B568A-C457-421B-BF07-B3E7810EC663}">
      <dgm:prSet/>
      <dgm:spPr/>
      <dgm:t>
        <a:bodyPr/>
        <a:lstStyle/>
        <a:p>
          <a:endParaRPr lang="en-IN">
            <a:solidFill>
              <a:schemeClr val="bg2"/>
            </a:solidFill>
          </a:endParaRPr>
        </a:p>
      </dgm:t>
    </dgm:pt>
    <dgm:pt modelId="{F8A983C9-6D0B-4777-90B7-55AB9336DFC2}">
      <dgm:prSet custT="1"/>
      <dgm:spPr/>
      <dgm:t>
        <a:bodyPr/>
        <a:lstStyle/>
        <a:p>
          <a:r>
            <a:rPr lang="en-US" sz="1400" b="1" i="0">
              <a:solidFill>
                <a:schemeClr val="bg2"/>
              </a:solidFill>
            </a:rPr>
            <a:t>Testers</a:t>
          </a:r>
          <a:r>
            <a:rPr lang="en-US" sz="1400" b="0" i="0">
              <a:solidFill>
                <a:schemeClr val="bg2"/>
              </a:solidFill>
            </a:rPr>
            <a:t> – test the software</a:t>
          </a:r>
          <a:endParaRPr lang="en-IN" sz="1400">
            <a:solidFill>
              <a:schemeClr val="bg2"/>
            </a:solidFill>
          </a:endParaRPr>
        </a:p>
      </dgm:t>
    </dgm:pt>
    <dgm:pt modelId="{04E7CE8C-8B3A-4D81-92DB-20D68DBEF012}" type="parTrans" cxnId="{B2A54016-D7B0-45D3-83F8-ED787E9F0259}">
      <dgm:prSet/>
      <dgm:spPr/>
      <dgm:t>
        <a:bodyPr/>
        <a:lstStyle/>
        <a:p>
          <a:endParaRPr lang="en-IN">
            <a:solidFill>
              <a:schemeClr val="bg2"/>
            </a:solidFill>
          </a:endParaRPr>
        </a:p>
      </dgm:t>
    </dgm:pt>
    <dgm:pt modelId="{EE61CF09-F16B-401F-9417-C1066352415B}" type="sibTrans" cxnId="{B2A54016-D7B0-45D3-83F8-ED787E9F0259}">
      <dgm:prSet/>
      <dgm:spPr/>
      <dgm:t>
        <a:bodyPr/>
        <a:lstStyle/>
        <a:p>
          <a:endParaRPr lang="en-IN">
            <a:solidFill>
              <a:schemeClr val="bg2"/>
            </a:solidFill>
          </a:endParaRPr>
        </a:p>
      </dgm:t>
    </dgm:pt>
    <dgm:pt modelId="{8ECAADC3-3FE0-4A49-8BA1-0F804B6FE8CD}">
      <dgm:prSet custT="1"/>
      <dgm:spPr/>
      <dgm:t>
        <a:bodyPr/>
        <a:lstStyle/>
        <a:p>
          <a:r>
            <a:rPr lang="en-US" sz="1400" b="1" i="0">
              <a:solidFill>
                <a:schemeClr val="bg2"/>
              </a:solidFill>
            </a:rPr>
            <a:t>System Administrators</a:t>
          </a:r>
          <a:r>
            <a:rPr lang="en-US" sz="1400" b="0" i="0">
              <a:solidFill>
                <a:schemeClr val="bg2"/>
              </a:solidFill>
            </a:rPr>
            <a:t> – maintain system operations</a:t>
          </a:r>
          <a:endParaRPr lang="en-IN" sz="1400">
            <a:solidFill>
              <a:schemeClr val="bg2"/>
            </a:solidFill>
          </a:endParaRPr>
        </a:p>
      </dgm:t>
    </dgm:pt>
    <dgm:pt modelId="{4FCB2A6A-C7ED-4B53-A1F5-CCDF68DCE869}" type="parTrans" cxnId="{A58B641D-87AE-4240-BC51-DB4D50598D59}">
      <dgm:prSet/>
      <dgm:spPr/>
      <dgm:t>
        <a:bodyPr/>
        <a:lstStyle/>
        <a:p>
          <a:endParaRPr lang="en-IN">
            <a:solidFill>
              <a:schemeClr val="bg2"/>
            </a:solidFill>
          </a:endParaRPr>
        </a:p>
      </dgm:t>
    </dgm:pt>
    <dgm:pt modelId="{1C5F54AC-B291-4A65-982D-17C18D759D6F}" type="sibTrans" cxnId="{A58B641D-87AE-4240-BC51-DB4D50598D59}">
      <dgm:prSet/>
      <dgm:spPr/>
      <dgm:t>
        <a:bodyPr/>
        <a:lstStyle/>
        <a:p>
          <a:endParaRPr lang="en-IN">
            <a:solidFill>
              <a:schemeClr val="bg2"/>
            </a:solidFill>
          </a:endParaRPr>
        </a:p>
      </dgm:t>
    </dgm:pt>
    <dgm:pt modelId="{AEDAB62C-34C4-464B-B232-BD7983EEF9F0}">
      <dgm:prSet/>
      <dgm:spPr/>
    </dgm:pt>
    <dgm:pt modelId="{BF50819D-B8E8-4543-80E0-ABFC570AD08C}" type="parTrans" cxnId="{1B89F3C0-6AF2-47F6-B3B7-4EF92AE01395}">
      <dgm:prSet/>
      <dgm:spPr/>
      <dgm:t>
        <a:bodyPr/>
        <a:lstStyle/>
        <a:p>
          <a:endParaRPr lang="en-IN">
            <a:solidFill>
              <a:schemeClr val="bg2"/>
            </a:solidFill>
          </a:endParaRPr>
        </a:p>
      </dgm:t>
    </dgm:pt>
    <dgm:pt modelId="{680BA09B-CCA9-400D-8E5F-08E0728A0C6E}" type="sibTrans" cxnId="{1B89F3C0-6AF2-47F6-B3B7-4EF92AE01395}">
      <dgm:prSet/>
      <dgm:spPr/>
      <dgm:t>
        <a:bodyPr/>
        <a:lstStyle/>
        <a:p>
          <a:endParaRPr lang="en-IN">
            <a:solidFill>
              <a:schemeClr val="bg2"/>
            </a:solidFill>
          </a:endParaRPr>
        </a:p>
      </dgm:t>
    </dgm:pt>
    <dgm:pt modelId="{B6DF0409-A4D0-4C4A-A435-5D2DE98E2F1A}">
      <dgm:prSet/>
      <dgm:spPr/>
    </dgm:pt>
    <dgm:pt modelId="{BFADB0D5-D8C1-4BFD-BC8A-A075500D3818}" type="parTrans" cxnId="{E744E00A-E830-4254-8CD4-BE742EB2752F}">
      <dgm:prSet/>
      <dgm:spPr/>
      <dgm:t>
        <a:bodyPr/>
        <a:lstStyle/>
        <a:p>
          <a:endParaRPr lang="en-IN">
            <a:solidFill>
              <a:schemeClr val="bg2"/>
            </a:solidFill>
          </a:endParaRPr>
        </a:p>
      </dgm:t>
    </dgm:pt>
    <dgm:pt modelId="{A91A439D-AA65-47A6-B775-CE3AF85CCC49}" type="sibTrans" cxnId="{E744E00A-E830-4254-8CD4-BE742EB2752F}">
      <dgm:prSet/>
      <dgm:spPr/>
      <dgm:t>
        <a:bodyPr/>
        <a:lstStyle/>
        <a:p>
          <a:endParaRPr lang="en-IN">
            <a:solidFill>
              <a:schemeClr val="bg2"/>
            </a:solidFill>
          </a:endParaRPr>
        </a:p>
      </dgm:t>
    </dgm:pt>
    <dgm:pt modelId="{727D0867-3717-40C6-A0EF-F67D44145B50}">
      <dgm:prSet/>
      <dgm:spPr/>
    </dgm:pt>
    <dgm:pt modelId="{676B9B40-AA6F-48CD-91B3-8616F29662F8}" type="parTrans" cxnId="{12EC8140-FB18-4C43-8FE7-869BA0C5FE2A}">
      <dgm:prSet/>
      <dgm:spPr/>
      <dgm:t>
        <a:bodyPr/>
        <a:lstStyle/>
        <a:p>
          <a:endParaRPr lang="en-IN">
            <a:solidFill>
              <a:schemeClr val="bg2"/>
            </a:solidFill>
          </a:endParaRPr>
        </a:p>
      </dgm:t>
    </dgm:pt>
    <dgm:pt modelId="{1338C6B1-3323-4F50-ABC0-947A3497EDD8}" type="sibTrans" cxnId="{12EC8140-FB18-4C43-8FE7-869BA0C5FE2A}">
      <dgm:prSet/>
      <dgm:spPr/>
      <dgm:t>
        <a:bodyPr/>
        <a:lstStyle/>
        <a:p>
          <a:endParaRPr lang="en-IN">
            <a:solidFill>
              <a:schemeClr val="bg2"/>
            </a:solidFill>
          </a:endParaRPr>
        </a:p>
      </dgm:t>
    </dgm:pt>
    <dgm:pt modelId="{A5D151D6-5C6B-4832-9F08-443F012CD481}" type="pres">
      <dgm:prSet presAssocID="{2BED704E-5374-4CC3-BB72-4A4B0646B3B3}" presName="compositeShape" presStyleCnt="0">
        <dgm:presLayoutVars>
          <dgm:chMax val="7"/>
          <dgm:dir/>
          <dgm:resizeHandles val="exact"/>
        </dgm:presLayoutVars>
      </dgm:prSet>
      <dgm:spPr/>
    </dgm:pt>
    <dgm:pt modelId="{53ECAC99-9237-4BE5-954C-85D1DEABD277}" type="pres">
      <dgm:prSet presAssocID="{1140F7A7-4A2C-4268-9CFE-F53515741F35}" presName="circ1" presStyleLbl="vennNode1" presStyleIdx="0" presStyleCnt="7"/>
      <dgm:spPr/>
    </dgm:pt>
    <dgm:pt modelId="{8B1ACA1D-4718-4A28-AA7C-0FFE2A931613}" type="pres">
      <dgm:prSet presAssocID="{1140F7A7-4A2C-4268-9CFE-F53515741F35}" presName="circ1Tx" presStyleLbl="revTx" presStyleIdx="0" presStyleCnt="0" custScaleX="137343">
        <dgm:presLayoutVars>
          <dgm:chMax val="0"/>
          <dgm:chPref val="0"/>
          <dgm:bulletEnabled val="1"/>
        </dgm:presLayoutVars>
      </dgm:prSet>
      <dgm:spPr/>
    </dgm:pt>
    <dgm:pt modelId="{13BC4D90-5233-4F20-9C20-7A31C07EEA36}" type="pres">
      <dgm:prSet presAssocID="{B502F029-6248-4BBF-850B-68D7286E7FD4}" presName="circ2" presStyleLbl="vennNode1" presStyleIdx="1" presStyleCnt="7"/>
      <dgm:spPr/>
    </dgm:pt>
    <dgm:pt modelId="{1087FA89-04A2-4DC7-B9F5-9B11FA540C94}" type="pres">
      <dgm:prSet presAssocID="{B502F029-6248-4BBF-850B-68D7286E7FD4}" presName="circ2Tx" presStyleLbl="revTx" presStyleIdx="0" presStyleCnt="0" custScaleX="137343">
        <dgm:presLayoutVars>
          <dgm:chMax val="0"/>
          <dgm:chPref val="0"/>
          <dgm:bulletEnabled val="1"/>
        </dgm:presLayoutVars>
      </dgm:prSet>
      <dgm:spPr/>
    </dgm:pt>
    <dgm:pt modelId="{37253B77-A333-4C72-B9E2-A24307418BD9}" type="pres">
      <dgm:prSet presAssocID="{95B32DC0-0E14-4D76-A54D-49F577AFB70D}" presName="circ3" presStyleLbl="vennNode1" presStyleIdx="2" presStyleCnt="7"/>
      <dgm:spPr/>
    </dgm:pt>
    <dgm:pt modelId="{F49C97ED-99E7-4E05-863E-FAEC7A3FBFD1}" type="pres">
      <dgm:prSet presAssocID="{95B32DC0-0E14-4D76-A54D-49F577AFB70D}" presName="circ3Tx" presStyleLbl="revTx" presStyleIdx="0" presStyleCnt="0" custScaleX="137343">
        <dgm:presLayoutVars>
          <dgm:chMax val="0"/>
          <dgm:chPref val="0"/>
          <dgm:bulletEnabled val="1"/>
        </dgm:presLayoutVars>
      </dgm:prSet>
      <dgm:spPr/>
    </dgm:pt>
    <dgm:pt modelId="{A1879D37-B75F-4318-8E4C-805AB6419055}" type="pres">
      <dgm:prSet presAssocID="{D91C9EA9-5EB6-430F-B816-1247C67CA19C}" presName="circ4" presStyleLbl="vennNode1" presStyleIdx="3" presStyleCnt="7"/>
      <dgm:spPr/>
    </dgm:pt>
    <dgm:pt modelId="{F9A8959D-1B54-44D0-9650-46BC3F9BFD8E}" type="pres">
      <dgm:prSet presAssocID="{D91C9EA9-5EB6-430F-B816-1247C67CA19C}" presName="circ4Tx" presStyleLbl="revTx" presStyleIdx="0" presStyleCnt="0" custScaleX="137343">
        <dgm:presLayoutVars>
          <dgm:chMax val="0"/>
          <dgm:chPref val="0"/>
          <dgm:bulletEnabled val="1"/>
        </dgm:presLayoutVars>
      </dgm:prSet>
      <dgm:spPr/>
    </dgm:pt>
    <dgm:pt modelId="{45D04AD3-414F-43CF-9091-3253DCFCF828}" type="pres">
      <dgm:prSet presAssocID="{6066D20C-8416-48CB-A262-00421C8AE1BF}" presName="circ5" presStyleLbl="vennNode1" presStyleIdx="4" presStyleCnt="7"/>
      <dgm:spPr/>
    </dgm:pt>
    <dgm:pt modelId="{5B486551-0B7E-4ECF-98AE-74835AFD1D03}" type="pres">
      <dgm:prSet presAssocID="{6066D20C-8416-48CB-A262-00421C8AE1BF}" presName="circ5Tx" presStyleLbl="revTx" presStyleIdx="0" presStyleCnt="0" custScaleX="137343">
        <dgm:presLayoutVars>
          <dgm:chMax val="0"/>
          <dgm:chPref val="0"/>
          <dgm:bulletEnabled val="1"/>
        </dgm:presLayoutVars>
      </dgm:prSet>
      <dgm:spPr/>
    </dgm:pt>
    <dgm:pt modelId="{F66273B7-35E6-46D8-9178-E8CEC9D73D12}" type="pres">
      <dgm:prSet presAssocID="{F8A983C9-6D0B-4777-90B7-55AB9336DFC2}" presName="circ6" presStyleLbl="vennNode1" presStyleIdx="5" presStyleCnt="7"/>
      <dgm:spPr/>
    </dgm:pt>
    <dgm:pt modelId="{31FA81A6-D8A4-408A-A68C-77310B0BCEDD}" type="pres">
      <dgm:prSet presAssocID="{F8A983C9-6D0B-4777-90B7-55AB9336DFC2}" presName="circ6Tx" presStyleLbl="revTx" presStyleIdx="0" presStyleCnt="0" custScaleX="137343">
        <dgm:presLayoutVars>
          <dgm:chMax val="0"/>
          <dgm:chPref val="0"/>
          <dgm:bulletEnabled val="1"/>
        </dgm:presLayoutVars>
      </dgm:prSet>
      <dgm:spPr/>
    </dgm:pt>
    <dgm:pt modelId="{69C9BBAF-2783-4A58-AC35-FDDF56F6BFA4}" type="pres">
      <dgm:prSet presAssocID="{8ECAADC3-3FE0-4A49-8BA1-0F804B6FE8CD}" presName="circ7" presStyleLbl="vennNode1" presStyleIdx="6" presStyleCnt="7"/>
      <dgm:spPr/>
    </dgm:pt>
    <dgm:pt modelId="{9278574E-3B71-44E0-BA3D-0313B0E12FE0}" type="pres">
      <dgm:prSet presAssocID="{8ECAADC3-3FE0-4A49-8BA1-0F804B6FE8CD}" presName="circ7Tx" presStyleLbl="revTx" presStyleIdx="0" presStyleCnt="0" custScaleX="137343">
        <dgm:presLayoutVars>
          <dgm:chMax val="0"/>
          <dgm:chPref val="0"/>
          <dgm:bulletEnabled val="1"/>
        </dgm:presLayoutVars>
      </dgm:prSet>
      <dgm:spPr/>
    </dgm:pt>
  </dgm:ptLst>
  <dgm:cxnLst>
    <dgm:cxn modelId="{1D322609-E732-491E-95AE-99414EF1C41D}" type="presOf" srcId="{1140F7A7-4A2C-4268-9CFE-F53515741F35}" destId="{8B1ACA1D-4718-4A28-AA7C-0FFE2A931613}" srcOrd="0" destOrd="0" presId="urn:microsoft.com/office/officeart/2005/8/layout/venn1"/>
    <dgm:cxn modelId="{E744E00A-E830-4254-8CD4-BE742EB2752F}" srcId="{2BED704E-5374-4CC3-BB72-4A4B0646B3B3}" destId="{B6DF0409-A4D0-4C4A-A435-5D2DE98E2F1A}" srcOrd="8" destOrd="0" parTransId="{BFADB0D5-D8C1-4BFD-BC8A-A075500D3818}" sibTransId="{A91A439D-AA65-47A6-B775-CE3AF85CCC49}"/>
    <dgm:cxn modelId="{B2A54016-D7B0-45D3-83F8-ED787E9F0259}" srcId="{2BED704E-5374-4CC3-BB72-4A4B0646B3B3}" destId="{F8A983C9-6D0B-4777-90B7-55AB9336DFC2}" srcOrd="5" destOrd="0" parTransId="{04E7CE8C-8B3A-4D81-92DB-20D68DBEF012}" sibTransId="{EE61CF09-F16B-401F-9417-C1066352415B}"/>
    <dgm:cxn modelId="{A58B641D-87AE-4240-BC51-DB4D50598D59}" srcId="{2BED704E-5374-4CC3-BB72-4A4B0646B3B3}" destId="{8ECAADC3-3FE0-4A49-8BA1-0F804B6FE8CD}" srcOrd="6" destOrd="0" parTransId="{4FCB2A6A-C7ED-4B53-A1F5-CCDF68DCE869}" sibTransId="{1C5F54AC-B291-4A65-982D-17C18D759D6F}"/>
    <dgm:cxn modelId="{12EC8140-FB18-4C43-8FE7-869BA0C5FE2A}" srcId="{2BED704E-5374-4CC3-BB72-4A4B0646B3B3}" destId="{727D0867-3717-40C6-A0EF-F67D44145B50}" srcOrd="9" destOrd="0" parTransId="{676B9B40-AA6F-48CD-91B3-8616F29662F8}" sibTransId="{1338C6B1-3323-4F50-ABC0-947A3497EDD8}"/>
    <dgm:cxn modelId="{97CAF644-B5C2-4505-880A-E0C35789F495}" type="presOf" srcId="{2BED704E-5374-4CC3-BB72-4A4B0646B3B3}" destId="{A5D151D6-5C6B-4832-9F08-443F012CD481}" srcOrd="0" destOrd="0" presId="urn:microsoft.com/office/officeart/2005/8/layout/venn1"/>
    <dgm:cxn modelId="{2ACF2A46-9CC1-4AB6-A11C-E53CAAC31D85}" srcId="{2BED704E-5374-4CC3-BB72-4A4B0646B3B3}" destId="{B502F029-6248-4BBF-850B-68D7286E7FD4}" srcOrd="1" destOrd="0" parTransId="{E88BF574-EEAA-427C-B2C2-6A48C8B51E40}" sibTransId="{1E8243AA-7DAF-4CBF-8083-BA5DCB91BDD6}"/>
    <dgm:cxn modelId="{D1BAB468-17C1-4196-A0B4-1F1BD38820B5}" srcId="{2BED704E-5374-4CC3-BB72-4A4B0646B3B3}" destId="{D91C9EA9-5EB6-430F-B816-1247C67CA19C}" srcOrd="3" destOrd="0" parTransId="{5C5D9299-2CE8-4A6A-AC97-7A0EBA1091DB}" sibTransId="{D7BBB197-2619-4A2A-A817-B6FEDFA03D38}"/>
    <dgm:cxn modelId="{5B6AFA50-F6BE-4775-A3D2-22E654209DDC}" srcId="{2BED704E-5374-4CC3-BB72-4A4B0646B3B3}" destId="{95B32DC0-0E14-4D76-A54D-49F577AFB70D}" srcOrd="2" destOrd="0" parTransId="{CE71BC42-39B5-410D-83A6-893FA98F7D81}" sibTransId="{B51CD19B-1CA8-4AC1-8B28-BB459E8554F9}"/>
    <dgm:cxn modelId="{9DB2CE75-2DF7-4E2C-BA00-1F89D2D44EF9}" type="presOf" srcId="{6066D20C-8416-48CB-A262-00421C8AE1BF}" destId="{5B486551-0B7E-4ECF-98AE-74835AFD1D03}" srcOrd="0" destOrd="0" presId="urn:microsoft.com/office/officeart/2005/8/layout/venn1"/>
    <dgm:cxn modelId="{242F5486-D552-4CEA-BA9D-527A18FFCF9D}" type="presOf" srcId="{F8A983C9-6D0B-4777-90B7-55AB9336DFC2}" destId="{31FA81A6-D8A4-408A-A68C-77310B0BCEDD}" srcOrd="0" destOrd="0" presId="urn:microsoft.com/office/officeart/2005/8/layout/venn1"/>
    <dgm:cxn modelId="{704B568A-C457-421B-BF07-B3E7810EC663}" srcId="{2BED704E-5374-4CC3-BB72-4A4B0646B3B3}" destId="{6066D20C-8416-48CB-A262-00421C8AE1BF}" srcOrd="4" destOrd="0" parTransId="{44DE33B0-53BB-4410-8B6E-18FDF1DEF990}" sibTransId="{4E001547-2206-4BC5-AB9E-1086F4AF52FF}"/>
    <dgm:cxn modelId="{1CC711A1-3C32-4A2F-A0E4-B022CF5B1C47}" type="presOf" srcId="{95B32DC0-0E14-4D76-A54D-49F577AFB70D}" destId="{F49C97ED-99E7-4E05-863E-FAEC7A3FBFD1}" srcOrd="0" destOrd="0" presId="urn:microsoft.com/office/officeart/2005/8/layout/venn1"/>
    <dgm:cxn modelId="{0FF2B1B8-4974-4142-B6B1-A24EBAB67BA5}" type="presOf" srcId="{D91C9EA9-5EB6-430F-B816-1247C67CA19C}" destId="{F9A8959D-1B54-44D0-9650-46BC3F9BFD8E}" srcOrd="0" destOrd="0" presId="urn:microsoft.com/office/officeart/2005/8/layout/venn1"/>
    <dgm:cxn modelId="{8D2E99BD-888D-4603-977A-EC896B7A3E84}" srcId="{2BED704E-5374-4CC3-BB72-4A4B0646B3B3}" destId="{1140F7A7-4A2C-4268-9CFE-F53515741F35}" srcOrd="0" destOrd="0" parTransId="{DA27A2C5-DF00-48B3-871A-09D791F74F4D}" sibTransId="{E9A40F58-CE91-462C-B6A1-677DA90E4164}"/>
    <dgm:cxn modelId="{1B89F3C0-6AF2-47F6-B3B7-4EF92AE01395}" srcId="{2BED704E-5374-4CC3-BB72-4A4B0646B3B3}" destId="{AEDAB62C-34C4-464B-B232-BD7983EEF9F0}" srcOrd="7" destOrd="0" parTransId="{BF50819D-B8E8-4543-80E0-ABFC570AD08C}" sibTransId="{680BA09B-CCA9-400D-8E5F-08E0728A0C6E}"/>
    <dgm:cxn modelId="{823BE9C4-CA6F-4ADC-BE97-588EE49ABBBB}" type="presOf" srcId="{B502F029-6248-4BBF-850B-68D7286E7FD4}" destId="{1087FA89-04A2-4DC7-B9F5-9B11FA540C94}" srcOrd="0" destOrd="0" presId="urn:microsoft.com/office/officeart/2005/8/layout/venn1"/>
    <dgm:cxn modelId="{051DD0C9-E0C8-4507-B583-8E5E94918B5E}" type="presOf" srcId="{8ECAADC3-3FE0-4A49-8BA1-0F804B6FE8CD}" destId="{9278574E-3B71-44E0-BA3D-0313B0E12FE0}" srcOrd="0" destOrd="0" presId="urn:microsoft.com/office/officeart/2005/8/layout/venn1"/>
    <dgm:cxn modelId="{4E567253-BC68-4BC8-B3DE-0C8CBB493E79}" type="presParOf" srcId="{A5D151D6-5C6B-4832-9F08-443F012CD481}" destId="{53ECAC99-9237-4BE5-954C-85D1DEABD277}" srcOrd="0" destOrd="0" presId="urn:microsoft.com/office/officeart/2005/8/layout/venn1"/>
    <dgm:cxn modelId="{9412D067-36D3-4BCE-A909-8D9F4CFD320A}" type="presParOf" srcId="{A5D151D6-5C6B-4832-9F08-443F012CD481}" destId="{8B1ACA1D-4718-4A28-AA7C-0FFE2A931613}" srcOrd="1" destOrd="0" presId="urn:microsoft.com/office/officeart/2005/8/layout/venn1"/>
    <dgm:cxn modelId="{B8DCBF05-CD0C-4469-BBBF-4664C24E9197}" type="presParOf" srcId="{A5D151D6-5C6B-4832-9F08-443F012CD481}" destId="{13BC4D90-5233-4F20-9C20-7A31C07EEA36}" srcOrd="2" destOrd="0" presId="urn:microsoft.com/office/officeart/2005/8/layout/venn1"/>
    <dgm:cxn modelId="{92FAEFA6-610D-4C31-BE73-7CD2A3126A13}" type="presParOf" srcId="{A5D151D6-5C6B-4832-9F08-443F012CD481}" destId="{1087FA89-04A2-4DC7-B9F5-9B11FA540C94}" srcOrd="3" destOrd="0" presId="urn:microsoft.com/office/officeart/2005/8/layout/venn1"/>
    <dgm:cxn modelId="{55C81065-8000-4F4C-A5F5-C2ADACC4676D}" type="presParOf" srcId="{A5D151D6-5C6B-4832-9F08-443F012CD481}" destId="{37253B77-A333-4C72-B9E2-A24307418BD9}" srcOrd="4" destOrd="0" presId="urn:microsoft.com/office/officeart/2005/8/layout/venn1"/>
    <dgm:cxn modelId="{604218BE-E1D1-4484-8FC1-9093A40E6000}" type="presParOf" srcId="{A5D151D6-5C6B-4832-9F08-443F012CD481}" destId="{F49C97ED-99E7-4E05-863E-FAEC7A3FBFD1}" srcOrd="5" destOrd="0" presId="urn:microsoft.com/office/officeart/2005/8/layout/venn1"/>
    <dgm:cxn modelId="{B2161E5B-97AF-4FF4-95C3-CF92440924BE}" type="presParOf" srcId="{A5D151D6-5C6B-4832-9F08-443F012CD481}" destId="{A1879D37-B75F-4318-8E4C-805AB6419055}" srcOrd="6" destOrd="0" presId="urn:microsoft.com/office/officeart/2005/8/layout/venn1"/>
    <dgm:cxn modelId="{316D61A1-D462-410B-A23A-3220705EE547}" type="presParOf" srcId="{A5D151D6-5C6B-4832-9F08-443F012CD481}" destId="{F9A8959D-1B54-44D0-9650-46BC3F9BFD8E}" srcOrd="7" destOrd="0" presId="urn:microsoft.com/office/officeart/2005/8/layout/venn1"/>
    <dgm:cxn modelId="{058FBBAF-6D0E-4E80-92BC-B8EFB8E2FFE3}" type="presParOf" srcId="{A5D151D6-5C6B-4832-9F08-443F012CD481}" destId="{45D04AD3-414F-43CF-9091-3253DCFCF828}" srcOrd="8" destOrd="0" presId="urn:microsoft.com/office/officeart/2005/8/layout/venn1"/>
    <dgm:cxn modelId="{AC1A970B-D198-4E03-ACFD-B4B14650796D}" type="presParOf" srcId="{A5D151D6-5C6B-4832-9F08-443F012CD481}" destId="{5B486551-0B7E-4ECF-98AE-74835AFD1D03}" srcOrd="9" destOrd="0" presId="urn:microsoft.com/office/officeart/2005/8/layout/venn1"/>
    <dgm:cxn modelId="{0E5F2655-B3CB-4468-BC3F-156305DDEB1F}" type="presParOf" srcId="{A5D151D6-5C6B-4832-9F08-443F012CD481}" destId="{F66273B7-35E6-46D8-9178-E8CEC9D73D12}" srcOrd="10" destOrd="0" presId="urn:microsoft.com/office/officeart/2005/8/layout/venn1"/>
    <dgm:cxn modelId="{E6354A10-DE96-4863-832B-595B5F1EC29A}" type="presParOf" srcId="{A5D151D6-5C6B-4832-9F08-443F012CD481}" destId="{31FA81A6-D8A4-408A-A68C-77310B0BCEDD}" srcOrd="11" destOrd="0" presId="urn:microsoft.com/office/officeart/2005/8/layout/venn1"/>
    <dgm:cxn modelId="{BFA090F1-620D-46E4-861D-52F26A503D79}" type="presParOf" srcId="{A5D151D6-5C6B-4832-9F08-443F012CD481}" destId="{69C9BBAF-2783-4A58-AC35-FDDF56F6BFA4}" srcOrd="12" destOrd="0" presId="urn:microsoft.com/office/officeart/2005/8/layout/venn1"/>
    <dgm:cxn modelId="{E2809369-61EF-47DA-8B76-7BFC33FD2DFF}" type="presParOf" srcId="{A5D151D6-5C6B-4832-9F08-443F012CD481}" destId="{9278574E-3B71-44E0-BA3D-0313B0E12FE0}" srcOrd="13"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A6D10DC-03A5-4FFD-9940-416399AD7B0C}" type="doc">
      <dgm:prSet loTypeId="urn:microsoft.com/office/officeart/2005/8/layout/hProcess11" loCatId="process" qsTypeId="urn:microsoft.com/office/officeart/2005/8/quickstyle/simple1" qsCatId="simple" csTypeId="urn:microsoft.com/office/officeart/2005/8/colors/colorful1" csCatId="colorful" phldr="1"/>
      <dgm:spPr/>
      <dgm:t>
        <a:bodyPr/>
        <a:lstStyle/>
        <a:p>
          <a:endParaRPr lang="en-IN"/>
        </a:p>
      </dgm:t>
    </dgm:pt>
    <dgm:pt modelId="{DB8D4708-020D-40EE-BA36-160DAB78F569}">
      <dgm:prSet custT="1"/>
      <dgm:spPr/>
      <dgm:t>
        <a:bodyPr/>
        <a:lstStyle/>
        <a:p>
          <a:r>
            <a:rPr lang="en-US" sz="1400" b="1" i="0" baseline="0" dirty="0">
              <a:solidFill>
                <a:schemeClr val="bg2"/>
              </a:solidFill>
            </a:rPr>
            <a:t>Identifying stakeholders</a:t>
          </a:r>
          <a:endParaRPr lang="en-IN" sz="1400" dirty="0">
            <a:solidFill>
              <a:schemeClr val="bg2"/>
            </a:solidFill>
          </a:endParaRPr>
        </a:p>
      </dgm:t>
    </dgm:pt>
    <dgm:pt modelId="{DCDB6A79-834F-4818-9C6F-18AF21ACD780}" type="parTrans" cxnId="{C6F72FF9-6C56-480E-ADB5-20F78ECB901B}">
      <dgm:prSet/>
      <dgm:spPr/>
      <dgm:t>
        <a:bodyPr/>
        <a:lstStyle/>
        <a:p>
          <a:endParaRPr lang="en-IN">
            <a:solidFill>
              <a:schemeClr val="bg2"/>
            </a:solidFill>
          </a:endParaRPr>
        </a:p>
      </dgm:t>
    </dgm:pt>
    <dgm:pt modelId="{BC14E672-C84E-466B-BCC7-D412DB1EDD3D}" type="sibTrans" cxnId="{C6F72FF9-6C56-480E-ADB5-20F78ECB901B}">
      <dgm:prSet/>
      <dgm:spPr/>
      <dgm:t>
        <a:bodyPr/>
        <a:lstStyle/>
        <a:p>
          <a:endParaRPr lang="en-IN">
            <a:solidFill>
              <a:schemeClr val="bg2"/>
            </a:solidFill>
          </a:endParaRPr>
        </a:p>
      </dgm:t>
    </dgm:pt>
    <dgm:pt modelId="{C44750E2-4A28-4ACC-ABD1-D465AA8C71C0}">
      <dgm:prSet custT="1"/>
      <dgm:spPr/>
      <dgm:t>
        <a:bodyPr/>
        <a:lstStyle/>
        <a:p>
          <a:r>
            <a:rPr lang="en-US" sz="1400" b="1" i="0" baseline="0">
              <a:solidFill>
                <a:schemeClr val="bg2"/>
              </a:solidFill>
            </a:rPr>
            <a:t>Understanding the business environment</a:t>
          </a:r>
          <a:endParaRPr lang="en-IN" sz="1400" dirty="0">
            <a:solidFill>
              <a:schemeClr val="bg2"/>
            </a:solidFill>
          </a:endParaRPr>
        </a:p>
      </dgm:t>
    </dgm:pt>
    <dgm:pt modelId="{D882F2AD-27A7-46EF-AE30-6B5D818642CC}" type="parTrans" cxnId="{F6C3376F-A27D-4390-9E37-9476076ABF61}">
      <dgm:prSet/>
      <dgm:spPr/>
      <dgm:t>
        <a:bodyPr/>
        <a:lstStyle/>
        <a:p>
          <a:endParaRPr lang="en-IN">
            <a:solidFill>
              <a:schemeClr val="bg2"/>
            </a:solidFill>
          </a:endParaRPr>
        </a:p>
      </dgm:t>
    </dgm:pt>
    <dgm:pt modelId="{0F2033DA-9838-462F-9846-2B9FBEFF39D4}" type="sibTrans" cxnId="{F6C3376F-A27D-4390-9E37-9476076ABF61}">
      <dgm:prSet/>
      <dgm:spPr/>
      <dgm:t>
        <a:bodyPr/>
        <a:lstStyle/>
        <a:p>
          <a:endParaRPr lang="en-IN">
            <a:solidFill>
              <a:schemeClr val="bg2"/>
            </a:solidFill>
          </a:endParaRPr>
        </a:p>
      </dgm:t>
    </dgm:pt>
    <dgm:pt modelId="{6FE29F3C-DB79-4FCE-8808-C6BE242CCF4E}">
      <dgm:prSet custT="1"/>
      <dgm:spPr/>
      <dgm:t>
        <a:bodyPr/>
        <a:lstStyle/>
        <a:p>
          <a:r>
            <a:rPr lang="en-US" sz="1400" b="1" i="0" baseline="0">
              <a:solidFill>
                <a:schemeClr val="bg2"/>
              </a:solidFill>
            </a:rPr>
            <a:t>Planning elicitation techniques</a:t>
          </a:r>
          <a:endParaRPr lang="en-IN" sz="1400" dirty="0">
            <a:solidFill>
              <a:schemeClr val="bg2"/>
            </a:solidFill>
          </a:endParaRPr>
        </a:p>
      </dgm:t>
    </dgm:pt>
    <dgm:pt modelId="{7F57294E-5C94-4542-8EF9-24B3DB04E48A}" type="parTrans" cxnId="{38ECD7FA-0EF4-4AAB-92C3-33BAB316263C}">
      <dgm:prSet/>
      <dgm:spPr/>
      <dgm:t>
        <a:bodyPr/>
        <a:lstStyle/>
        <a:p>
          <a:endParaRPr lang="en-IN">
            <a:solidFill>
              <a:schemeClr val="bg2"/>
            </a:solidFill>
          </a:endParaRPr>
        </a:p>
      </dgm:t>
    </dgm:pt>
    <dgm:pt modelId="{DF9E18FB-219A-44B9-AAB5-13CAEB5768FB}" type="sibTrans" cxnId="{38ECD7FA-0EF4-4AAB-92C3-33BAB316263C}">
      <dgm:prSet/>
      <dgm:spPr/>
      <dgm:t>
        <a:bodyPr/>
        <a:lstStyle/>
        <a:p>
          <a:endParaRPr lang="en-IN">
            <a:solidFill>
              <a:schemeClr val="bg2"/>
            </a:solidFill>
          </a:endParaRPr>
        </a:p>
      </dgm:t>
    </dgm:pt>
    <dgm:pt modelId="{18D68451-6712-4F6A-A9C5-982B50E3DAC6}">
      <dgm:prSet custT="1"/>
      <dgm:spPr/>
      <dgm:t>
        <a:bodyPr/>
        <a:lstStyle/>
        <a:p>
          <a:r>
            <a:rPr lang="en-US" sz="1400" b="1" i="0" baseline="0">
              <a:solidFill>
                <a:schemeClr val="bg2"/>
              </a:solidFill>
            </a:rPr>
            <a:t>Conducting elicitation sessions</a:t>
          </a:r>
          <a:endParaRPr lang="en-IN" sz="1400" dirty="0">
            <a:solidFill>
              <a:schemeClr val="bg2"/>
            </a:solidFill>
          </a:endParaRPr>
        </a:p>
      </dgm:t>
    </dgm:pt>
    <dgm:pt modelId="{A4FC1569-D9AD-4136-AB7E-5EB16894E447}" type="parTrans" cxnId="{0BC3538E-311D-45D9-B676-2F5300E00145}">
      <dgm:prSet/>
      <dgm:spPr/>
      <dgm:t>
        <a:bodyPr/>
        <a:lstStyle/>
        <a:p>
          <a:endParaRPr lang="en-IN">
            <a:solidFill>
              <a:schemeClr val="bg2"/>
            </a:solidFill>
          </a:endParaRPr>
        </a:p>
      </dgm:t>
    </dgm:pt>
    <dgm:pt modelId="{BD5F72A8-6ECC-46A4-8102-912A39ED5644}" type="sibTrans" cxnId="{0BC3538E-311D-45D9-B676-2F5300E00145}">
      <dgm:prSet/>
      <dgm:spPr/>
      <dgm:t>
        <a:bodyPr/>
        <a:lstStyle/>
        <a:p>
          <a:endParaRPr lang="en-IN">
            <a:solidFill>
              <a:schemeClr val="bg2"/>
            </a:solidFill>
          </a:endParaRPr>
        </a:p>
      </dgm:t>
    </dgm:pt>
    <dgm:pt modelId="{2B45FBD5-C138-44DD-B5A6-98377172358E}">
      <dgm:prSet custT="1"/>
      <dgm:spPr/>
      <dgm:t>
        <a:bodyPr/>
        <a:lstStyle/>
        <a:p>
          <a:r>
            <a:rPr lang="en-US" sz="1400" b="1" i="0" baseline="0">
              <a:solidFill>
                <a:schemeClr val="bg2"/>
              </a:solidFill>
            </a:rPr>
            <a:t>Documenting findings</a:t>
          </a:r>
          <a:endParaRPr lang="en-IN" sz="1400" dirty="0">
            <a:solidFill>
              <a:schemeClr val="bg2"/>
            </a:solidFill>
          </a:endParaRPr>
        </a:p>
      </dgm:t>
    </dgm:pt>
    <dgm:pt modelId="{E923D38A-A63F-4647-B6A7-896C00FEB40D}" type="parTrans" cxnId="{C7FD50A5-958B-43E1-B7F0-2DFE0F8B60AC}">
      <dgm:prSet/>
      <dgm:spPr/>
      <dgm:t>
        <a:bodyPr/>
        <a:lstStyle/>
        <a:p>
          <a:endParaRPr lang="en-IN">
            <a:solidFill>
              <a:schemeClr val="bg2"/>
            </a:solidFill>
          </a:endParaRPr>
        </a:p>
      </dgm:t>
    </dgm:pt>
    <dgm:pt modelId="{F64F0284-EBA2-4276-80FD-98FCA4ED7527}" type="sibTrans" cxnId="{C7FD50A5-958B-43E1-B7F0-2DFE0F8B60AC}">
      <dgm:prSet/>
      <dgm:spPr/>
      <dgm:t>
        <a:bodyPr/>
        <a:lstStyle/>
        <a:p>
          <a:endParaRPr lang="en-IN">
            <a:solidFill>
              <a:schemeClr val="bg2"/>
            </a:solidFill>
          </a:endParaRPr>
        </a:p>
      </dgm:t>
    </dgm:pt>
    <dgm:pt modelId="{11AD0A2F-072F-4658-AB49-CEE707739D07}">
      <dgm:prSet custT="1"/>
      <dgm:spPr/>
      <dgm:t>
        <a:bodyPr/>
        <a:lstStyle/>
        <a:p>
          <a:r>
            <a:rPr lang="en-US" sz="1400" b="1" i="0" baseline="0" dirty="0">
              <a:solidFill>
                <a:schemeClr val="bg2"/>
              </a:solidFill>
            </a:rPr>
            <a:t>Validating collected requirements</a:t>
          </a:r>
          <a:endParaRPr lang="en-IN" sz="1400" dirty="0">
            <a:solidFill>
              <a:schemeClr val="bg2"/>
            </a:solidFill>
          </a:endParaRPr>
        </a:p>
      </dgm:t>
    </dgm:pt>
    <dgm:pt modelId="{2092C5DA-1A96-42B5-ABF9-66066DD10702}" type="parTrans" cxnId="{C1DF20B8-28BA-4054-B7A7-FC4C23C74FAA}">
      <dgm:prSet/>
      <dgm:spPr/>
      <dgm:t>
        <a:bodyPr/>
        <a:lstStyle/>
        <a:p>
          <a:endParaRPr lang="en-IN">
            <a:solidFill>
              <a:schemeClr val="bg2"/>
            </a:solidFill>
          </a:endParaRPr>
        </a:p>
      </dgm:t>
    </dgm:pt>
    <dgm:pt modelId="{2E4E1BBD-8D11-4480-BABB-DB42FA4DB074}" type="sibTrans" cxnId="{C1DF20B8-28BA-4054-B7A7-FC4C23C74FAA}">
      <dgm:prSet/>
      <dgm:spPr/>
      <dgm:t>
        <a:bodyPr/>
        <a:lstStyle/>
        <a:p>
          <a:endParaRPr lang="en-IN">
            <a:solidFill>
              <a:schemeClr val="bg2"/>
            </a:solidFill>
          </a:endParaRPr>
        </a:p>
      </dgm:t>
    </dgm:pt>
    <dgm:pt modelId="{FBCF2AC7-413B-4B51-BCF5-842DBC22C1F4}" type="pres">
      <dgm:prSet presAssocID="{6A6D10DC-03A5-4FFD-9940-416399AD7B0C}" presName="Name0" presStyleCnt="0">
        <dgm:presLayoutVars>
          <dgm:dir/>
          <dgm:resizeHandles val="exact"/>
        </dgm:presLayoutVars>
      </dgm:prSet>
      <dgm:spPr/>
    </dgm:pt>
    <dgm:pt modelId="{8C2E7800-EB5B-4B9C-9E69-396B9014031E}" type="pres">
      <dgm:prSet presAssocID="{6A6D10DC-03A5-4FFD-9940-416399AD7B0C}" presName="arrow" presStyleLbl="bgShp" presStyleIdx="0" presStyleCnt="1"/>
      <dgm:spPr/>
    </dgm:pt>
    <dgm:pt modelId="{A12628AC-2507-4699-B37C-664F142EC582}" type="pres">
      <dgm:prSet presAssocID="{6A6D10DC-03A5-4FFD-9940-416399AD7B0C}" presName="points" presStyleCnt="0"/>
      <dgm:spPr/>
    </dgm:pt>
    <dgm:pt modelId="{2048B969-38EF-45D5-8036-07B0E154384B}" type="pres">
      <dgm:prSet presAssocID="{DB8D4708-020D-40EE-BA36-160DAB78F569}" presName="compositeA" presStyleCnt="0"/>
      <dgm:spPr/>
    </dgm:pt>
    <dgm:pt modelId="{E63C44B5-949D-4CCE-9045-F09D588F6DC8}" type="pres">
      <dgm:prSet presAssocID="{DB8D4708-020D-40EE-BA36-160DAB78F569}" presName="textA" presStyleLbl="revTx" presStyleIdx="0" presStyleCnt="6" custScaleX="656684">
        <dgm:presLayoutVars>
          <dgm:bulletEnabled val="1"/>
        </dgm:presLayoutVars>
      </dgm:prSet>
      <dgm:spPr/>
    </dgm:pt>
    <dgm:pt modelId="{45B350FF-076F-453B-B192-558E286D1527}" type="pres">
      <dgm:prSet presAssocID="{DB8D4708-020D-40EE-BA36-160DAB78F569}" presName="circleA" presStyleLbl="node1" presStyleIdx="0" presStyleCnt="6"/>
      <dgm:spPr/>
    </dgm:pt>
    <dgm:pt modelId="{1D9D87D0-84B7-406F-89EF-76B1CFD5D3C9}" type="pres">
      <dgm:prSet presAssocID="{DB8D4708-020D-40EE-BA36-160DAB78F569}" presName="spaceA" presStyleCnt="0"/>
      <dgm:spPr/>
    </dgm:pt>
    <dgm:pt modelId="{110C5BEF-FA9F-492D-BE7F-2FB55520D20B}" type="pres">
      <dgm:prSet presAssocID="{BC14E672-C84E-466B-BCC7-D412DB1EDD3D}" presName="space" presStyleCnt="0"/>
      <dgm:spPr/>
    </dgm:pt>
    <dgm:pt modelId="{A1C7ADC3-E146-4822-BEFC-70796B6A72E4}" type="pres">
      <dgm:prSet presAssocID="{C44750E2-4A28-4ACC-ABD1-D465AA8C71C0}" presName="compositeB" presStyleCnt="0"/>
      <dgm:spPr/>
    </dgm:pt>
    <dgm:pt modelId="{81516562-F807-4006-BFBD-C3A4BDBE222B}" type="pres">
      <dgm:prSet presAssocID="{C44750E2-4A28-4ACC-ABD1-D465AA8C71C0}" presName="textB" presStyleLbl="revTx" presStyleIdx="1" presStyleCnt="6" custScaleX="624770">
        <dgm:presLayoutVars>
          <dgm:bulletEnabled val="1"/>
        </dgm:presLayoutVars>
      </dgm:prSet>
      <dgm:spPr/>
    </dgm:pt>
    <dgm:pt modelId="{2BFE1EC4-FE35-4ED1-AD45-DB334B34C3A9}" type="pres">
      <dgm:prSet presAssocID="{C44750E2-4A28-4ACC-ABD1-D465AA8C71C0}" presName="circleB" presStyleLbl="node1" presStyleIdx="1" presStyleCnt="6"/>
      <dgm:spPr/>
    </dgm:pt>
    <dgm:pt modelId="{2183C907-F51D-46B9-8252-A1835CD45FD3}" type="pres">
      <dgm:prSet presAssocID="{C44750E2-4A28-4ACC-ABD1-D465AA8C71C0}" presName="spaceB" presStyleCnt="0"/>
      <dgm:spPr/>
    </dgm:pt>
    <dgm:pt modelId="{544F5676-8C96-404C-A76C-F460919B945B}" type="pres">
      <dgm:prSet presAssocID="{0F2033DA-9838-462F-9846-2B9FBEFF39D4}" presName="space" presStyleCnt="0"/>
      <dgm:spPr/>
    </dgm:pt>
    <dgm:pt modelId="{FC282F9C-8C28-4C19-8CF3-ADE283205FF0}" type="pres">
      <dgm:prSet presAssocID="{6FE29F3C-DB79-4FCE-8808-C6BE242CCF4E}" presName="compositeA" presStyleCnt="0"/>
      <dgm:spPr/>
    </dgm:pt>
    <dgm:pt modelId="{6481546A-6F84-4CEA-AFA1-4952347ABC88}" type="pres">
      <dgm:prSet presAssocID="{6FE29F3C-DB79-4FCE-8808-C6BE242CCF4E}" presName="textA" presStyleLbl="revTx" presStyleIdx="2" presStyleCnt="6" custScaleX="576137">
        <dgm:presLayoutVars>
          <dgm:bulletEnabled val="1"/>
        </dgm:presLayoutVars>
      </dgm:prSet>
      <dgm:spPr/>
    </dgm:pt>
    <dgm:pt modelId="{C3BE2545-2159-44CC-830B-F6F9F28E6040}" type="pres">
      <dgm:prSet presAssocID="{6FE29F3C-DB79-4FCE-8808-C6BE242CCF4E}" presName="circleA" presStyleLbl="node1" presStyleIdx="2" presStyleCnt="6"/>
      <dgm:spPr/>
    </dgm:pt>
    <dgm:pt modelId="{57B5EA49-26B2-4792-9A48-9CE1865A6DEB}" type="pres">
      <dgm:prSet presAssocID="{6FE29F3C-DB79-4FCE-8808-C6BE242CCF4E}" presName="spaceA" presStyleCnt="0"/>
      <dgm:spPr/>
    </dgm:pt>
    <dgm:pt modelId="{DCF2543D-3AE1-4CF8-8722-0A5CC510660D}" type="pres">
      <dgm:prSet presAssocID="{DF9E18FB-219A-44B9-AAB5-13CAEB5768FB}" presName="space" presStyleCnt="0"/>
      <dgm:spPr/>
    </dgm:pt>
    <dgm:pt modelId="{69742BA6-BF18-420C-9C16-126268657845}" type="pres">
      <dgm:prSet presAssocID="{18D68451-6712-4F6A-A9C5-982B50E3DAC6}" presName="compositeB" presStyleCnt="0"/>
      <dgm:spPr/>
    </dgm:pt>
    <dgm:pt modelId="{D1906398-073F-4F91-B382-BA92D95C4C9F}" type="pres">
      <dgm:prSet presAssocID="{18D68451-6712-4F6A-A9C5-982B50E3DAC6}" presName="textB" presStyleLbl="revTx" presStyleIdx="3" presStyleCnt="6" custScaleX="558604">
        <dgm:presLayoutVars>
          <dgm:bulletEnabled val="1"/>
        </dgm:presLayoutVars>
      </dgm:prSet>
      <dgm:spPr/>
    </dgm:pt>
    <dgm:pt modelId="{FC0F21B7-E06A-4848-983B-AEF5CBA109A6}" type="pres">
      <dgm:prSet presAssocID="{18D68451-6712-4F6A-A9C5-982B50E3DAC6}" presName="circleB" presStyleLbl="node1" presStyleIdx="3" presStyleCnt="6"/>
      <dgm:spPr/>
    </dgm:pt>
    <dgm:pt modelId="{ABD47630-1148-4015-B408-290DA4E5D01F}" type="pres">
      <dgm:prSet presAssocID="{18D68451-6712-4F6A-A9C5-982B50E3DAC6}" presName="spaceB" presStyleCnt="0"/>
      <dgm:spPr/>
    </dgm:pt>
    <dgm:pt modelId="{4275C46F-93B2-4C7B-8EB0-D1784CCDAA72}" type="pres">
      <dgm:prSet presAssocID="{BD5F72A8-6ECC-46A4-8102-912A39ED5644}" presName="space" presStyleCnt="0"/>
      <dgm:spPr/>
    </dgm:pt>
    <dgm:pt modelId="{CAD3301F-81CD-4DC4-B9B7-BA8A508118EC}" type="pres">
      <dgm:prSet presAssocID="{2B45FBD5-C138-44DD-B5A6-98377172358E}" presName="compositeA" presStyleCnt="0"/>
      <dgm:spPr/>
    </dgm:pt>
    <dgm:pt modelId="{9AA1E7D6-D710-4019-A11E-6395F4127590}" type="pres">
      <dgm:prSet presAssocID="{2B45FBD5-C138-44DD-B5A6-98377172358E}" presName="textA" presStyleLbl="revTx" presStyleIdx="4" presStyleCnt="6" custScaleX="438156">
        <dgm:presLayoutVars>
          <dgm:bulletEnabled val="1"/>
        </dgm:presLayoutVars>
      </dgm:prSet>
      <dgm:spPr/>
    </dgm:pt>
    <dgm:pt modelId="{CA2435C3-A8DA-4704-A9C9-5627FA6358D8}" type="pres">
      <dgm:prSet presAssocID="{2B45FBD5-C138-44DD-B5A6-98377172358E}" presName="circleA" presStyleLbl="node1" presStyleIdx="4" presStyleCnt="6"/>
      <dgm:spPr/>
    </dgm:pt>
    <dgm:pt modelId="{AAECBFEA-E84D-4D3C-B2A8-DAA310D4346B}" type="pres">
      <dgm:prSet presAssocID="{2B45FBD5-C138-44DD-B5A6-98377172358E}" presName="spaceA" presStyleCnt="0"/>
      <dgm:spPr/>
    </dgm:pt>
    <dgm:pt modelId="{D2EB4401-AE4D-4976-AE2D-E4C16CCB709E}" type="pres">
      <dgm:prSet presAssocID="{F64F0284-EBA2-4276-80FD-98FCA4ED7527}" presName="space" presStyleCnt="0"/>
      <dgm:spPr/>
    </dgm:pt>
    <dgm:pt modelId="{8CB608FF-90C6-4F93-9948-D4B4426F8A53}" type="pres">
      <dgm:prSet presAssocID="{11AD0A2F-072F-4658-AB49-CEE707739D07}" presName="compositeB" presStyleCnt="0"/>
      <dgm:spPr/>
    </dgm:pt>
    <dgm:pt modelId="{A7E38889-30B8-4265-9680-901122B3F705}" type="pres">
      <dgm:prSet presAssocID="{11AD0A2F-072F-4658-AB49-CEE707739D07}" presName="textB" presStyleLbl="revTx" presStyleIdx="5" presStyleCnt="6" custScaleX="487807">
        <dgm:presLayoutVars>
          <dgm:bulletEnabled val="1"/>
        </dgm:presLayoutVars>
      </dgm:prSet>
      <dgm:spPr/>
    </dgm:pt>
    <dgm:pt modelId="{8F9F829A-0378-4796-987A-E036EDADF94F}" type="pres">
      <dgm:prSet presAssocID="{11AD0A2F-072F-4658-AB49-CEE707739D07}" presName="circleB" presStyleLbl="node1" presStyleIdx="5" presStyleCnt="6"/>
      <dgm:spPr/>
    </dgm:pt>
    <dgm:pt modelId="{7E31EBE3-63CF-4A81-B5E2-CE9086688FB6}" type="pres">
      <dgm:prSet presAssocID="{11AD0A2F-072F-4658-AB49-CEE707739D07}" presName="spaceB" presStyleCnt="0"/>
      <dgm:spPr/>
    </dgm:pt>
  </dgm:ptLst>
  <dgm:cxnLst>
    <dgm:cxn modelId="{DA1AAB5B-75E6-45E6-A082-31AAD431BF37}" type="presOf" srcId="{2B45FBD5-C138-44DD-B5A6-98377172358E}" destId="{9AA1E7D6-D710-4019-A11E-6395F4127590}" srcOrd="0" destOrd="0" presId="urn:microsoft.com/office/officeart/2005/8/layout/hProcess11"/>
    <dgm:cxn modelId="{A53A4949-69C6-42FC-BF9B-507A26F8B103}" type="presOf" srcId="{6A6D10DC-03A5-4FFD-9940-416399AD7B0C}" destId="{FBCF2AC7-413B-4B51-BCF5-842DBC22C1F4}" srcOrd="0" destOrd="0" presId="urn:microsoft.com/office/officeart/2005/8/layout/hProcess11"/>
    <dgm:cxn modelId="{F6C3376F-A27D-4390-9E37-9476076ABF61}" srcId="{6A6D10DC-03A5-4FFD-9940-416399AD7B0C}" destId="{C44750E2-4A28-4ACC-ABD1-D465AA8C71C0}" srcOrd="1" destOrd="0" parTransId="{D882F2AD-27A7-46EF-AE30-6B5D818642CC}" sibTransId="{0F2033DA-9838-462F-9846-2B9FBEFF39D4}"/>
    <dgm:cxn modelId="{EA0CC57C-4B83-4DBB-85A3-72D0EEBDDB47}" type="presOf" srcId="{18D68451-6712-4F6A-A9C5-982B50E3DAC6}" destId="{D1906398-073F-4F91-B382-BA92D95C4C9F}" srcOrd="0" destOrd="0" presId="urn:microsoft.com/office/officeart/2005/8/layout/hProcess11"/>
    <dgm:cxn modelId="{0BC3538E-311D-45D9-B676-2F5300E00145}" srcId="{6A6D10DC-03A5-4FFD-9940-416399AD7B0C}" destId="{18D68451-6712-4F6A-A9C5-982B50E3DAC6}" srcOrd="3" destOrd="0" parTransId="{A4FC1569-D9AD-4136-AB7E-5EB16894E447}" sibTransId="{BD5F72A8-6ECC-46A4-8102-912A39ED5644}"/>
    <dgm:cxn modelId="{1EBA9F9E-C12F-4790-A67B-41D7A6CBC388}" type="presOf" srcId="{6FE29F3C-DB79-4FCE-8808-C6BE242CCF4E}" destId="{6481546A-6F84-4CEA-AFA1-4952347ABC88}" srcOrd="0" destOrd="0" presId="urn:microsoft.com/office/officeart/2005/8/layout/hProcess11"/>
    <dgm:cxn modelId="{C7FD50A5-958B-43E1-B7F0-2DFE0F8B60AC}" srcId="{6A6D10DC-03A5-4FFD-9940-416399AD7B0C}" destId="{2B45FBD5-C138-44DD-B5A6-98377172358E}" srcOrd="4" destOrd="0" parTransId="{E923D38A-A63F-4647-B6A7-896C00FEB40D}" sibTransId="{F64F0284-EBA2-4276-80FD-98FCA4ED7527}"/>
    <dgm:cxn modelId="{5BF6B8A7-CCB2-437F-8D10-808EDC252F35}" type="presOf" srcId="{11AD0A2F-072F-4658-AB49-CEE707739D07}" destId="{A7E38889-30B8-4265-9680-901122B3F705}" srcOrd="0" destOrd="0" presId="urn:microsoft.com/office/officeart/2005/8/layout/hProcess11"/>
    <dgm:cxn modelId="{5CC229B4-48EA-4DBF-862A-B761FC89F42D}" type="presOf" srcId="{DB8D4708-020D-40EE-BA36-160DAB78F569}" destId="{E63C44B5-949D-4CCE-9045-F09D588F6DC8}" srcOrd="0" destOrd="0" presId="urn:microsoft.com/office/officeart/2005/8/layout/hProcess11"/>
    <dgm:cxn modelId="{C1DF20B8-28BA-4054-B7A7-FC4C23C74FAA}" srcId="{6A6D10DC-03A5-4FFD-9940-416399AD7B0C}" destId="{11AD0A2F-072F-4658-AB49-CEE707739D07}" srcOrd="5" destOrd="0" parTransId="{2092C5DA-1A96-42B5-ABF9-66066DD10702}" sibTransId="{2E4E1BBD-8D11-4480-BABB-DB42FA4DB074}"/>
    <dgm:cxn modelId="{6705A0B9-16A1-46FF-8078-706C9B3E8A28}" type="presOf" srcId="{C44750E2-4A28-4ACC-ABD1-D465AA8C71C0}" destId="{81516562-F807-4006-BFBD-C3A4BDBE222B}" srcOrd="0" destOrd="0" presId="urn:microsoft.com/office/officeart/2005/8/layout/hProcess11"/>
    <dgm:cxn modelId="{C6F72FF9-6C56-480E-ADB5-20F78ECB901B}" srcId="{6A6D10DC-03A5-4FFD-9940-416399AD7B0C}" destId="{DB8D4708-020D-40EE-BA36-160DAB78F569}" srcOrd="0" destOrd="0" parTransId="{DCDB6A79-834F-4818-9C6F-18AF21ACD780}" sibTransId="{BC14E672-C84E-466B-BCC7-D412DB1EDD3D}"/>
    <dgm:cxn modelId="{38ECD7FA-0EF4-4AAB-92C3-33BAB316263C}" srcId="{6A6D10DC-03A5-4FFD-9940-416399AD7B0C}" destId="{6FE29F3C-DB79-4FCE-8808-C6BE242CCF4E}" srcOrd="2" destOrd="0" parTransId="{7F57294E-5C94-4542-8EF9-24B3DB04E48A}" sibTransId="{DF9E18FB-219A-44B9-AAB5-13CAEB5768FB}"/>
    <dgm:cxn modelId="{B2F98F04-0F7A-4621-9323-C1570BAA2E07}" type="presParOf" srcId="{FBCF2AC7-413B-4B51-BCF5-842DBC22C1F4}" destId="{8C2E7800-EB5B-4B9C-9E69-396B9014031E}" srcOrd="0" destOrd="0" presId="urn:microsoft.com/office/officeart/2005/8/layout/hProcess11"/>
    <dgm:cxn modelId="{F32F83A8-0F4B-4D2C-A222-B3CF032D7195}" type="presParOf" srcId="{FBCF2AC7-413B-4B51-BCF5-842DBC22C1F4}" destId="{A12628AC-2507-4699-B37C-664F142EC582}" srcOrd="1" destOrd="0" presId="urn:microsoft.com/office/officeart/2005/8/layout/hProcess11"/>
    <dgm:cxn modelId="{B956B249-21A1-44F7-8C19-1A48E9BBAFFA}" type="presParOf" srcId="{A12628AC-2507-4699-B37C-664F142EC582}" destId="{2048B969-38EF-45D5-8036-07B0E154384B}" srcOrd="0" destOrd="0" presId="urn:microsoft.com/office/officeart/2005/8/layout/hProcess11"/>
    <dgm:cxn modelId="{5FAFC20B-0F47-4D1A-A8A9-A2D1FEB0C26A}" type="presParOf" srcId="{2048B969-38EF-45D5-8036-07B0E154384B}" destId="{E63C44B5-949D-4CCE-9045-F09D588F6DC8}" srcOrd="0" destOrd="0" presId="urn:microsoft.com/office/officeart/2005/8/layout/hProcess11"/>
    <dgm:cxn modelId="{C620F41F-EF53-4B26-BB04-16FB001D046D}" type="presParOf" srcId="{2048B969-38EF-45D5-8036-07B0E154384B}" destId="{45B350FF-076F-453B-B192-558E286D1527}" srcOrd="1" destOrd="0" presId="urn:microsoft.com/office/officeart/2005/8/layout/hProcess11"/>
    <dgm:cxn modelId="{8870E80C-1412-4240-80C7-4A2C89258071}" type="presParOf" srcId="{2048B969-38EF-45D5-8036-07B0E154384B}" destId="{1D9D87D0-84B7-406F-89EF-76B1CFD5D3C9}" srcOrd="2" destOrd="0" presId="urn:microsoft.com/office/officeart/2005/8/layout/hProcess11"/>
    <dgm:cxn modelId="{3AE93BFF-7FCF-464A-80DA-B1CE4DA03E5E}" type="presParOf" srcId="{A12628AC-2507-4699-B37C-664F142EC582}" destId="{110C5BEF-FA9F-492D-BE7F-2FB55520D20B}" srcOrd="1" destOrd="0" presId="urn:microsoft.com/office/officeart/2005/8/layout/hProcess11"/>
    <dgm:cxn modelId="{1D406803-491D-4DBA-B856-62AACA4D3DEE}" type="presParOf" srcId="{A12628AC-2507-4699-B37C-664F142EC582}" destId="{A1C7ADC3-E146-4822-BEFC-70796B6A72E4}" srcOrd="2" destOrd="0" presId="urn:microsoft.com/office/officeart/2005/8/layout/hProcess11"/>
    <dgm:cxn modelId="{E67E3774-1B92-4B42-8832-489604A49CC7}" type="presParOf" srcId="{A1C7ADC3-E146-4822-BEFC-70796B6A72E4}" destId="{81516562-F807-4006-BFBD-C3A4BDBE222B}" srcOrd="0" destOrd="0" presId="urn:microsoft.com/office/officeart/2005/8/layout/hProcess11"/>
    <dgm:cxn modelId="{7EBD4B1E-822C-4020-88AC-413747A11304}" type="presParOf" srcId="{A1C7ADC3-E146-4822-BEFC-70796B6A72E4}" destId="{2BFE1EC4-FE35-4ED1-AD45-DB334B34C3A9}" srcOrd="1" destOrd="0" presId="urn:microsoft.com/office/officeart/2005/8/layout/hProcess11"/>
    <dgm:cxn modelId="{F6F1F2B5-3FDA-4441-9C89-0DD705CB2150}" type="presParOf" srcId="{A1C7ADC3-E146-4822-BEFC-70796B6A72E4}" destId="{2183C907-F51D-46B9-8252-A1835CD45FD3}" srcOrd="2" destOrd="0" presId="urn:microsoft.com/office/officeart/2005/8/layout/hProcess11"/>
    <dgm:cxn modelId="{2946849D-0A58-4C92-B462-585131F5B922}" type="presParOf" srcId="{A12628AC-2507-4699-B37C-664F142EC582}" destId="{544F5676-8C96-404C-A76C-F460919B945B}" srcOrd="3" destOrd="0" presId="urn:microsoft.com/office/officeart/2005/8/layout/hProcess11"/>
    <dgm:cxn modelId="{EBD3EB12-11B0-4E84-B9B0-8448472AB7DC}" type="presParOf" srcId="{A12628AC-2507-4699-B37C-664F142EC582}" destId="{FC282F9C-8C28-4C19-8CF3-ADE283205FF0}" srcOrd="4" destOrd="0" presId="urn:microsoft.com/office/officeart/2005/8/layout/hProcess11"/>
    <dgm:cxn modelId="{88EEBEA4-A418-496C-BA3B-868C47BD7D66}" type="presParOf" srcId="{FC282F9C-8C28-4C19-8CF3-ADE283205FF0}" destId="{6481546A-6F84-4CEA-AFA1-4952347ABC88}" srcOrd="0" destOrd="0" presId="urn:microsoft.com/office/officeart/2005/8/layout/hProcess11"/>
    <dgm:cxn modelId="{51DC9261-6D33-4F90-9470-B1B0680A8730}" type="presParOf" srcId="{FC282F9C-8C28-4C19-8CF3-ADE283205FF0}" destId="{C3BE2545-2159-44CC-830B-F6F9F28E6040}" srcOrd="1" destOrd="0" presId="urn:microsoft.com/office/officeart/2005/8/layout/hProcess11"/>
    <dgm:cxn modelId="{E1508B30-3AC4-49A6-801A-1193A2D86171}" type="presParOf" srcId="{FC282F9C-8C28-4C19-8CF3-ADE283205FF0}" destId="{57B5EA49-26B2-4792-9A48-9CE1865A6DEB}" srcOrd="2" destOrd="0" presId="urn:microsoft.com/office/officeart/2005/8/layout/hProcess11"/>
    <dgm:cxn modelId="{B7AF4058-2633-405E-9C11-B3A1524B3293}" type="presParOf" srcId="{A12628AC-2507-4699-B37C-664F142EC582}" destId="{DCF2543D-3AE1-4CF8-8722-0A5CC510660D}" srcOrd="5" destOrd="0" presId="urn:microsoft.com/office/officeart/2005/8/layout/hProcess11"/>
    <dgm:cxn modelId="{FF8636BF-2948-442D-86A5-1AE48654CD59}" type="presParOf" srcId="{A12628AC-2507-4699-B37C-664F142EC582}" destId="{69742BA6-BF18-420C-9C16-126268657845}" srcOrd="6" destOrd="0" presId="urn:microsoft.com/office/officeart/2005/8/layout/hProcess11"/>
    <dgm:cxn modelId="{8A080F28-03FA-452D-AB8C-3ADA7BC65B63}" type="presParOf" srcId="{69742BA6-BF18-420C-9C16-126268657845}" destId="{D1906398-073F-4F91-B382-BA92D95C4C9F}" srcOrd="0" destOrd="0" presId="urn:microsoft.com/office/officeart/2005/8/layout/hProcess11"/>
    <dgm:cxn modelId="{1DD01380-6B52-49F9-BB9A-97BAE82D4849}" type="presParOf" srcId="{69742BA6-BF18-420C-9C16-126268657845}" destId="{FC0F21B7-E06A-4848-983B-AEF5CBA109A6}" srcOrd="1" destOrd="0" presId="urn:microsoft.com/office/officeart/2005/8/layout/hProcess11"/>
    <dgm:cxn modelId="{69B75117-7638-44C8-892E-239C6B5ABC5A}" type="presParOf" srcId="{69742BA6-BF18-420C-9C16-126268657845}" destId="{ABD47630-1148-4015-B408-290DA4E5D01F}" srcOrd="2" destOrd="0" presId="urn:microsoft.com/office/officeart/2005/8/layout/hProcess11"/>
    <dgm:cxn modelId="{056164C8-78D0-4C61-8682-F1209DB2C4E7}" type="presParOf" srcId="{A12628AC-2507-4699-B37C-664F142EC582}" destId="{4275C46F-93B2-4C7B-8EB0-D1784CCDAA72}" srcOrd="7" destOrd="0" presId="urn:microsoft.com/office/officeart/2005/8/layout/hProcess11"/>
    <dgm:cxn modelId="{0B22A44E-E797-42AE-8E7D-A5E9506754D0}" type="presParOf" srcId="{A12628AC-2507-4699-B37C-664F142EC582}" destId="{CAD3301F-81CD-4DC4-B9B7-BA8A508118EC}" srcOrd="8" destOrd="0" presId="urn:microsoft.com/office/officeart/2005/8/layout/hProcess11"/>
    <dgm:cxn modelId="{FE7BEBB9-E515-4EAC-96E9-1C8669780A4F}" type="presParOf" srcId="{CAD3301F-81CD-4DC4-B9B7-BA8A508118EC}" destId="{9AA1E7D6-D710-4019-A11E-6395F4127590}" srcOrd="0" destOrd="0" presId="urn:microsoft.com/office/officeart/2005/8/layout/hProcess11"/>
    <dgm:cxn modelId="{C169284D-D70F-4ED0-A5E5-C61FD737995E}" type="presParOf" srcId="{CAD3301F-81CD-4DC4-B9B7-BA8A508118EC}" destId="{CA2435C3-A8DA-4704-A9C9-5627FA6358D8}" srcOrd="1" destOrd="0" presId="urn:microsoft.com/office/officeart/2005/8/layout/hProcess11"/>
    <dgm:cxn modelId="{3FA00D55-8730-49BD-8D0C-E199EA71629C}" type="presParOf" srcId="{CAD3301F-81CD-4DC4-B9B7-BA8A508118EC}" destId="{AAECBFEA-E84D-4D3C-B2A8-DAA310D4346B}" srcOrd="2" destOrd="0" presId="urn:microsoft.com/office/officeart/2005/8/layout/hProcess11"/>
    <dgm:cxn modelId="{F1CB3897-0394-40E3-BC5E-85B70D42C88E}" type="presParOf" srcId="{A12628AC-2507-4699-B37C-664F142EC582}" destId="{D2EB4401-AE4D-4976-AE2D-E4C16CCB709E}" srcOrd="9" destOrd="0" presId="urn:microsoft.com/office/officeart/2005/8/layout/hProcess11"/>
    <dgm:cxn modelId="{886C005E-E481-4EB9-BA44-6E21AACC4E33}" type="presParOf" srcId="{A12628AC-2507-4699-B37C-664F142EC582}" destId="{8CB608FF-90C6-4F93-9948-D4B4426F8A53}" srcOrd="10" destOrd="0" presId="urn:microsoft.com/office/officeart/2005/8/layout/hProcess11"/>
    <dgm:cxn modelId="{1A1267AC-86E0-4AB2-A79E-3B49597DF310}" type="presParOf" srcId="{8CB608FF-90C6-4F93-9948-D4B4426F8A53}" destId="{A7E38889-30B8-4265-9680-901122B3F705}" srcOrd="0" destOrd="0" presId="urn:microsoft.com/office/officeart/2005/8/layout/hProcess11"/>
    <dgm:cxn modelId="{AC73CF57-B568-4309-ADE5-BC356E5C053D}" type="presParOf" srcId="{8CB608FF-90C6-4F93-9948-D4B4426F8A53}" destId="{8F9F829A-0378-4796-987A-E036EDADF94F}" srcOrd="1" destOrd="0" presId="urn:microsoft.com/office/officeart/2005/8/layout/hProcess11"/>
    <dgm:cxn modelId="{85254EC8-837C-4715-A865-69C055D52C92}" type="presParOf" srcId="{8CB608FF-90C6-4F93-9948-D4B4426F8A53}" destId="{7E31EBE3-63CF-4A81-B5E2-CE9086688FB6}"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1D2D8E-C9FF-4A3D-9B57-80D99CCD3405}">
      <dsp:nvSpPr>
        <dsp:cNvPr id="0" name=""/>
        <dsp:cNvSpPr/>
      </dsp:nvSpPr>
      <dsp:spPr>
        <a:xfrm>
          <a:off x="0" y="551745"/>
          <a:ext cx="7229064"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dirty="0"/>
            <a:t>Helps identify </a:t>
          </a:r>
          <a:r>
            <a:rPr lang="en-US" sz="1900" b="1" i="0" kern="1200" dirty="0"/>
            <a:t>real user needs</a:t>
          </a:r>
          <a:r>
            <a:rPr lang="en-US" sz="1900" b="0" i="0" kern="1200" dirty="0"/>
            <a:t>, not assumptions</a:t>
          </a:r>
          <a:endParaRPr lang="en-IN" sz="1900" kern="1200" dirty="0"/>
        </a:p>
      </dsp:txBody>
      <dsp:txXfrm>
        <a:off x="22246" y="573991"/>
        <a:ext cx="7184572" cy="411223"/>
      </dsp:txXfrm>
    </dsp:sp>
    <dsp:sp modelId="{E16FDB9F-D3B0-48AA-BF65-36590D41F36B}">
      <dsp:nvSpPr>
        <dsp:cNvPr id="0" name=""/>
        <dsp:cNvSpPr/>
      </dsp:nvSpPr>
      <dsp:spPr>
        <a:xfrm>
          <a:off x="0" y="1062180"/>
          <a:ext cx="7229064"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Builds a </a:t>
          </a:r>
          <a:r>
            <a:rPr lang="en-US" sz="1900" b="1" i="0" kern="1200"/>
            <a:t>shared understanding</a:t>
          </a:r>
          <a:r>
            <a:rPr lang="en-US" sz="1900" b="0" i="0" kern="1200"/>
            <a:t> among developers and customers</a:t>
          </a:r>
          <a:endParaRPr lang="en-IN" sz="1900" kern="1200"/>
        </a:p>
      </dsp:txBody>
      <dsp:txXfrm>
        <a:off x="22246" y="1084426"/>
        <a:ext cx="7184572" cy="411223"/>
      </dsp:txXfrm>
    </dsp:sp>
    <dsp:sp modelId="{BE3B0256-D80F-48D9-9575-7819D15160D0}">
      <dsp:nvSpPr>
        <dsp:cNvPr id="0" name=""/>
        <dsp:cNvSpPr/>
      </dsp:nvSpPr>
      <dsp:spPr>
        <a:xfrm>
          <a:off x="0" y="1572615"/>
          <a:ext cx="7229064"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Reduces project failures caused by unclear or changing requirements</a:t>
          </a:r>
          <a:endParaRPr lang="en-IN" sz="1900" kern="1200"/>
        </a:p>
      </dsp:txBody>
      <dsp:txXfrm>
        <a:off x="22246" y="1594861"/>
        <a:ext cx="7184572" cy="411223"/>
      </dsp:txXfrm>
    </dsp:sp>
    <dsp:sp modelId="{3D7C5F03-CB7F-4773-B2AF-0269EA1DFEF2}">
      <dsp:nvSpPr>
        <dsp:cNvPr id="0" name=""/>
        <dsp:cNvSpPr/>
      </dsp:nvSpPr>
      <dsp:spPr>
        <a:xfrm>
          <a:off x="0" y="2083050"/>
          <a:ext cx="7229064"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Supports creation of a clear, complete, and consistent </a:t>
          </a:r>
          <a:r>
            <a:rPr lang="en-US" sz="1900" b="1" i="0" kern="1200"/>
            <a:t>SRS document</a:t>
          </a:r>
          <a:endParaRPr lang="en-IN" sz="1900" kern="1200"/>
        </a:p>
      </dsp:txBody>
      <dsp:txXfrm>
        <a:off x="22246" y="2105296"/>
        <a:ext cx="7184572" cy="411223"/>
      </dsp:txXfrm>
    </dsp:sp>
    <dsp:sp modelId="{3CF55C67-E55A-49AC-BB3A-F94E2ACA2A0D}">
      <dsp:nvSpPr>
        <dsp:cNvPr id="0" name=""/>
        <dsp:cNvSpPr/>
      </dsp:nvSpPr>
      <dsp:spPr>
        <a:xfrm>
          <a:off x="0" y="2593485"/>
          <a:ext cx="7229064"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Saves time and cost by avoiding rework</a:t>
          </a:r>
          <a:endParaRPr lang="en-IN" sz="1900" kern="1200"/>
        </a:p>
      </dsp:txBody>
      <dsp:txXfrm>
        <a:off x="22246" y="2615731"/>
        <a:ext cx="7184572" cy="4112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490AAB-3FAB-4136-BB68-BCEB7E6ABC7F}">
      <dsp:nvSpPr>
        <dsp:cNvPr id="0" name=""/>
        <dsp:cNvSpPr/>
      </dsp:nvSpPr>
      <dsp:spPr>
        <a:xfrm>
          <a:off x="1925175" y="897873"/>
          <a:ext cx="411430" cy="91440"/>
        </a:xfrm>
        <a:custGeom>
          <a:avLst/>
          <a:gdLst/>
          <a:ahLst/>
          <a:cxnLst/>
          <a:rect l="0" t="0" r="0" b="0"/>
          <a:pathLst>
            <a:path>
              <a:moveTo>
                <a:pt x="0" y="45720"/>
              </a:moveTo>
              <a:lnTo>
                <a:pt x="411430"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119839" y="941383"/>
        <a:ext cx="22101" cy="4420"/>
      </dsp:txXfrm>
    </dsp:sp>
    <dsp:sp modelId="{2E63EBE1-6D3E-4444-8BA1-AD55ABC867F8}">
      <dsp:nvSpPr>
        <dsp:cNvPr id="0" name=""/>
        <dsp:cNvSpPr/>
      </dsp:nvSpPr>
      <dsp:spPr>
        <a:xfrm>
          <a:off x="5105" y="367032"/>
          <a:ext cx="1921869" cy="11531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baseline="0"/>
            <a:t>Identify all stakeholders</a:t>
          </a:r>
          <a:endParaRPr lang="en-IN" sz="1600" kern="1200"/>
        </a:p>
      </dsp:txBody>
      <dsp:txXfrm>
        <a:off x="5105" y="367032"/>
        <a:ext cx="1921869" cy="1153121"/>
      </dsp:txXfrm>
    </dsp:sp>
    <dsp:sp modelId="{F92E2551-D37C-465C-B21E-C9DEF476922A}">
      <dsp:nvSpPr>
        <dsp:cNvPr id="0" name=""/>
        <dsp:cNvSpPr/>
      </dsp:nvSpPr>
      <dsp:spPr>
        <a:xfrm>
          <a:off x="4289074" y="897873"/>
          <a:ext cx="411430" cy="91440"/>
        </a:xfrm>
        <a:custGeom>
          <a:avLst/>
          <a:gdLst/>
          <a:ahLst/>
          <a:cxnLst/>
          <a:rect l="0" t="0" r="0" b="0"/>
          <a:pathLst>
            <a:path>
              <a:moveTo>
                <a:pt x="0" y="45720"/>
              </a:moveTo>
              <a:lnTo>
                <a:pt x="411430"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4483739" y="941383"/>
        <a:ext cx="22101" cy="4420"/>
      </dsp:txXfrm>
    </dsp:sp>
    <dsp:sp modelId="{9B50833E-4BE4-4471-8349-1C8B8D702139}">
      <dsp:nvSpPr>
        <dsp:cNvPr id="0" name=""/>
        <dsp:cNvSpPr/>
      </dsp:nvSpPr>
      <dsp:spPr>
        <a:xfrm>
          <a:off x="2369005" y="367032"/>
          <a:ext cx="1921869" cy="11531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baseline="0"/>
            <a:t>Understand business goals and workflow</a:t>
          </a:r>
          <a:endParaRPr lang="en-IN" sz="1600" kern="1200"/>
        </a:p>
      </dsp:txBody>
      <dsp:txXfrm>
        <a:off x="2369005" y="367032"/>
        <a:ext cx="1921869" cy="1153121"/>
      </dsp:txXfrm>
    </dsp:sp>
    <dsp:sp modelId="{C8545D61-F73A-4F22-86D1-B7DB077A8F75}">
      <dsp:nvSpPr>
        <dsp:cNvPr id="0" name=""/>
        <dsp:cNvSpPr/>
      </dsp:nvSpPr>
      <dsp:spPr>
        <a:xfrm>
          <a:off x="966040" y="1518354"/>
          <a:ext cx="4727799" cy="411430"/>
        </a:xfrm>
        <a:custGeom>
          <a:avLst/>
          <a:gdLst/>
          <a:ahLst/>
          <a:cxnLst/>
          <a:rect l="0" t="0" r="0" b="0"/>
          <a:pathLst>
            <a:path>
              <a:moveTo>
                <a:pt x="4727799" y="0"/>
              </a:moveTo>
              <a:lnTo>
                <a:pt x="4727799" y="222815"/>
              </a:lnTo>
              <a:lnTo>
                <a:pt x="0" y="222815"/>
              </a:lnTo>
              <a:lnTo>
                <a:pt x="0" y="41143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211229" y="1721859"/>
        <a:ext cx="237420" cy="4420"/>
      </dsp:txXfrm>
    </dsp:sp>
    <dsp:sp modelId="{BA1348DE-8B51-4EAF-9474-BF8D86D66185}">
      <dsp:nvSpPr>
        <dsp:cNvPr id="0" name=""/>
        <dsp:cNvSpPr/>
      </dsp:nvSpPr>
      <dsp:spPr>
        <a:xfrm>
          <a:off x="4732904" y="367032"/>
          <a:ext cx="1921869" cy="11531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baseline="0"/>
            <a:t>Discover functional and non-functional requirements</a:t>
          </a:r>
          <a:endParaRPr lang="en-IN" sz="1600" kern="1200"/>
        </a:p>
      </dsp:txBody>
      <dsp:txXfrm>
        <a:off x="4732904" y="367032"/>
        <a:ext cx="1921869" cy="1153121"/>
      </dsp:txXfrm>
    </dsp:sp>
    <dsp:sp modelId="{B69340D9-C884-4829-A590-791338E2677A}">
      <dsp:nvSpPr>
        <dsp:cNvPr id="0" name=""/>
        <dsp:cNvSpPr/>
      </dsp:nvSpPr>
      <dsp:spPr>
        <a:xfrm>
          <a:off x="1925175" y="2493025"/>
          <a:ext cx="411430" cy="91440"/>
        </a:xfrm>
        <a:custGeom>
          <a:avLst/>
          <a:gdLst/>
          <a:ahLst/>
          <a:cxnLst/>
          <a:rect l="0" t="0" r="0" b="0"/>
          <a:pathLst>
            <a:path>
              <a:moveTo>
                <a:pt x="0" y="45720"/>
              </a:moveTo>
              <a:lnTo>
                <a:pt x="411430"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119839" y="2536535"/>
        <a:ext cx="22101" cy="4420"/>
      </dsp:txXfrm>
    </dsp:sp>
    <dsp:sp modelId="{DABE8D45-A35C-407E-862E-D59F585B3DDE}">
      <dsp:nvSpPr>
        <dsp:cNvPr id="0" name=""/>
        <dsp:cNvSpPr/>
      </dsp:nvSpPr>
      <dsp:spPr>
        <a:xfrm>
          <a:off x="5105" y="1962184"/>
          <a:ext cx="1921869" cy="11531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baseline="0"/>
            <a:t>Reveal constraints, assumptions, and limitations</a:t>
          </a:r>
          <a:endParaRPr lang="en-IN" sz="1600" kern="1200"/>
        </a:p>
      </dsp:txBody>
      <dsp:txXfrm>
        <a:off x="5105" y="1962184"/>
        <a:ext cx="1921869" cy="1153121"/>
      </dsp:txXfrm>
    </dsp:sp>
    <dsp:sp modelId="{1122A185-BBC9-47B2-B185-1BA06958DFE1}">
      <dsp:nvSpPr>
        <dsp:cNvPr id="0" name=""/>
        <dsp:cNvSpPr/>
      </dsp:nvSpPr>
      <dsp:spPr>
        <a:xfrm>
          <a:off x="4289074" y="2493025"/>
          <a:ext cx="411430" cy="91440"/>
        </a:xfrm>
        <a:custGeom>
          <a:avLst/>
          <a:gdLst/>
          <a:ahLst/>
          <a:cxnLst/>
          <a:rect l="0" t="0" r="0" b="0"/>
          <a:pathLst>
            <a:path>
              <a:moveTo>
                <a:pt x="0" y="45720"/>
              </a:moveTo>
              <a:lnTo>
                <a:pt x="411430"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4483739" y="2536535"/>
        <a:ext cx="22101" cy="4420"/>
      </dsp:txXfrm>
    </dsp:sp>
    <dsp:sp modelId="{35F0A40A-B538-497C-B9FE-0832DA8822A3}">
      <dsp:nvSpPr>
        <dsp:cNvPr id="0" name=""/>
        <dsp:cNvSpPr/>
      </dsp:nvSpPr>
      <dsp:spPr>
        <a:xfrm>
          <a:off x="2369005" y="1962184"/>
          <a:ext cx="1921869" cy="11531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baseline="0"/>
            <a:t>Resolve conflicts among stakeholders</a:t>
          </a:r>
          <a:endParaRPr lang="en-IN" sz="1600" kern="1200"/>
        </a:p>
      </dsp:txBody>
      <dsp:txXfrm>
        <a:off x="2369005" y="1962184"/>
        <a:ext cx="1921869" cy="1153121"/>
      </dsp:txXfrm>
    </dsp:sp>
    <dsp:sp modelId="{0F8E9BF4-ADB9-476E-B24E-59626EDF2E84}">
      <dsp:nvSpPr>
        <dsp:cNvPr id="0" name=""/>
        <dsp:cNvSpPr/>
      </dsp:nvSpPr>
      <dsp:spPr>
        <a:xfrm>
          <a:off x="4732904" y="1962184"/>
          <a:ext cx="1921869" cy="11531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baseline="0"/>
            <a:t>Create a foundation for modeling, analysis, and specification</a:t>
          </a:r>
          <a:endParaRPr lang="en-IN" sz="1600" kern="1200"/>
        </a:p>
      </dsp:txBody>
      <dsp:txXfrm>
        <a:off x="4732904" y="1962184"/>
        <a:ext cx="1921869" cy="11531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ECAC99-9237-4BE5-954C-85D1DEABD277}">
      <dsp:nvSpPr>
        <dsp:cNvPr id="0" name=""/>
        <dsp:cNvSpPr/>
      </dsp:nvSpPr>
      <dsp:spPr>
        <a:xfrm>
          <a:off x="2947644" y="963816"/>
          <a:ext cx="1234714" cy="1234866"/>
        </a:xfrm>
        <a:prstGeom prst="ellipse">
          <a:avLst/>
        </a:prstGeom>
        <a:solidFill>
          <a:schemeClr val="accent4">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8B1ACA1D-4718-4A28-AA7C-0FFE2A931613}">
      <dsp:nvSpPr>
        <dsp:cNvPr id="0" name=""/>
        <dsp:cNvSpPr/>
      </dsp:nvSpPr>
      <dsp:spPr>
        <a:xfrm>
          <a:off x="2593452" y="0"/>
          <a:ext cx="1943097" cy="75712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bg2"/>
              </a:solidFill>
            </a:rPr>
            <a:t>End Users</a:t>
          </a:r>
          <a:r>
            <a:rPr lang="en-US" sz="1400" b="0" i="0" kern="1200" dirty="0">
              <a:solidFill>
                <a:schemeClr val="bg2"/>
              </a:solidFill>
            </a:rPr>
            <a:t> – people who use the system</a:t>
          </a:r>
          <a:endParaRPr lang="en-IN" sz="1400" kern="1200" dirty="0">
            <a:solidFill>
              <a:schemeClr val="bg2"/>
            </a:solidFill>
          </a:endParaRPr>
        </a:p>
      </dsp:txBody>
      <dsp:txXfrm>
        <a:off x="2593452" y="0"/>
        <a:ext cx="1943097" cy="757122"/>
      </dsp:txXfrm>
    </dsp:sp>
    <dsp:sp modelId="{13BC4D90-5233-4F20-9C20-7A31C07EEA36}">
      <dsp:nvSpPr>
        <dsp:cNvPr id="0" name=""/>
        <dsp:cNvSpPr/>
      </dsp:nvSpPr>
      <dsp:spPr>
        <a:xfrm>
          <a:off x="3309827" y="1137954"/>
          <a:ext cx="1234714" cy="1234866"/>
        </a:xfrm>
        <a:prstGeom prst="ellipse">
          <a:avLst/>
        </a:prstGeom>
        <a:solidFill>
          <a:schemeClr val="accent4">
            <a:alpha val="50000"/>
            <a:hueOff val="578806"/>
            <a:satOff val="-6306"/>
            <a:lumOff val="-879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1087FA89-04A2-4DC7-B9F5-9B11FA540C94}">
      <dsp:nvSpPr>
        <dsp:cNvPr id="0" name=""/>
        <dsp:cNvSpPr/>
      </dsp:nvSpPr>
      <dsp:spPr>
        <a:xfrm>
          <a:off x="4447072" y="719266"/>
          <a:ext cx="1837110" cy="83283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bg2"/>
              </a:solidFill>
            </a:rPr>
            <a:t>Clients/Customers</a:t>
          </a:r>
          <a:r>
            <a:rPr lang="en-US" sz="1400" b="0" i="0" kern="1200" dirty="0">
              <a:solidFill>
                <a:schemeClr val="bg2"/>
              </a:solidFill>
            </a:rPr>
            <a:t> – who request or purchase the system</a:t>
          </a:r>
          <a:endParaRPr lang="en-IN" sz="1400" kern="1200" dirty="0">
            <a:solidFill>
              <a:schemeClr val="bg2"/>
            </a:solidFill>
          </a:endParaRPr>
        </a:p>
      </dsp:txBody>
      <dsp:txXfrm>
        <a:off x="4447072" y="719266"/>
        <a:ext cx="1837110" cy="832834"/>
      </dsp:txXfrm>
    </dsp:sp>
    <dsp:sp modelId="{37253B77-A333-4C72-B9E2-A24307418BD9}">
      <dsp:nvSpPr>
        <dsp:cNvPr id="0" name=""/>
        <dsp:cNvSpPr/>
      </dsp:nvSpPr>
      <dsp:spPr>
        <a:xfrm>
          <a:off x="3398829" y="1529765"/>
          <a:ext cx="1234714" cy="1234866"/>
        </a:xfrm>
        <a:prstGeom prst="ellipse">
          <a:avLst/>
        </a:prstGeom>
        <a:solidFill>
          <a:schemeClr val="accent4">
            <a:alpha val="50000"/>
            <a:hueOff val="1157612"/>
            <a:satOff val="-12611"/>
            <a:lumOff val="-1758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F49C97ED-99E7-4E05-863E-FAEC7A3FBFD1}">
      <dsp:nvSpPr>
        <dsp:cNvPr id="0" name=""/>
        <dsp:cNvSpPr/>
      </dsp:nvSpPr>
      <dsp:spPr>
        <a:xfrm>
          <a:off x="4580491" y="1779237"/>
          <a:ext cx="1801781" cy="88961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i="0" kern="1200">
              <a:solidFill>
                <a:schemeClr val="bg2"/>
              </a:solidFill>
            </a:rPr>
            <a:t>Business Managers</a:t>
          </a:r>
          <a:r>
            <a:rPr lang="en-US" sz="1400" b="0" i="0" kern="1200">
              <a:solidFill>
                <a:schemeClr val="bg2"/>
              </a:solidFill>
            </a:rPr>
            <a:t> – decision-makers</a:t>
          </a:r>
          <a:endParaRPr lang="en-IN" sz="1400" kern="1200">
            <a:solidFill>
              <a:schemeClr val="bg2"/>
            </a:solidFill>
          </a:endParaRPr>
        </a:p>
      </dsp:txBody>
      <dsp:txXfrm>
        <a:off x="4580491" y="1779237"/>
        <a:ext cx="1801781" cy="889618"/>
      </dsp:txXfrm>
    </dsp:sp>
    <dsp:sp modelId="{A1879D37-B75F-4318-8E4C-805AB6419055}">
      <dsp:nvSpPr>
        <dsp:cNvPr id="0" name=""/>
        <dsp:cNvSpPr/>
      </dsp:nvSpPr>
      <dsp:spPr>
        <a:xfrm>
          <a:off x="3148285" y="1843971"/>
          <a:ext cx="1234714" cy="1234866"/>
        </a:xfrm>
        <a:prstGeom prst="ellipse">
          <a:avLst/>
        </a:prstGeom>
        <a:solidFill>
          <a:schemeClr val="accent4">
            <a:alpha val="50000"/>
            <a:hueOff val="1736418"/>
            <a:satOff val="-18917"/>
            <a:lumOff val="-26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F9A8959D-1B54-44D0-9650-46BC3F9BFD8E}">
      <dsp:nvSpPr>
        <dsp:cNvPr id="0" name=""/>
        <dsp:cNvSpPr/>
      </dsp:nvSpPr>
      <dsp:spPr>
        <a:xfrm>
          <a:off x="3995368" y="2971704"/>
          <a:ext cx="1943097" cy="81390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i="0" kern="1200">
              <a:solidFill>
                <a:schemeClr val="bg2"/>
              </a:solidFill>
            </a:rPr>
            <a:t>Domain Experts</a:t>
          </a:r>
          <a:r>
            <a:rPr lang="en-US" sz="1400" b="0" i="0" kern="1200">
              <a:solidFill>
                <a:schemeClr val="bg2"/>
              </a:solidFill>
            </a:rPr>
            <a:t> – subject-matter experts</a:t>
          </a:r>
          <a:endParaRPr lang="en-IN" sz="1400" kern="1200">
            <a:solidFill>
              <a:schemeClr val="bg2"/>
            </a:solidFill>
          </a:endParaRPr>
        </a:p>
      </dsp:txBody>
      <dsp:txXfrm>
        <a:off x="3995368" y="2971704"/>
        <a:ext cx="1943097" cy="813906"/>
      </dsp:txXfrm>
    </dsp:sp>
    <dsp:sp modelId="{45D04AD3-414F-43CF-9091-3253DCFCF828}">
      <dsp:nvSpPr>
        <dsp:cNvPr id="0" name=""/>
        <dsp:cNvSpPr/>
      </dsp:nvSpPr>
      <dsp:spPr>
        <a:xfrm>
          <a:off x="2747002" y="1843971"/>
          <a:ext cx="1234714" cy="1234866"/>
        </a:xfrm>
        <a:prstGeom prst="ellipse">
          <a:avLst/>
        </a:prstGeom>
        <a:solidFill>
          <a:schemeClr val="accent4">
            <a:alpha val="50000"/>
            <a:hueOff val="2315224"/>
            <a:satOff val="-25223"/>
            <a:lumOff val="-3516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5B486551-0B7E-4ECF-98AE-74835AFD1D03}">
      <dsp:nvSpPr>
        <dsp:cNvPr id="0" name=""/>
        <dsp:cNvSpPr/>
      </dsp:nvSpPr>
      <dsp:spPr>
        <a:xfrm>
          <a:off x="1191536" y="2971704"/>
          <a:ext cx="1943097" cy="81390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i="0" kern="1200">
              <a:solidFill>
                <a:schemeClr val="bg2"/>
              </a:solidFill>
            </a:rPr>
            <a:t>Developers</a:t>
          </a:r>
          <a:r>
            <a:rPr lang="en-US" sz="1400" b="0" i="0" kern="1200">
              <a:solidFill>
                <a:schemeClr val="bg2"/>
              </a:solidFill>
            </a:rPr>
            <a:t> – build the software</a:t>
          </a:r>
          <a:endParaRPr lang="en-IN" sz="1400" kern="1200">
            <a:solidFill>
              <a:schemeClr val="bg2"/>
            </a:solidFill>
          </a:endParaRPr>
        </a:p>
      </dsp:txBody>
      <dsp:txXfrm>
        <a:off x="1191536" y="2971704"/>
        <a:ext cx="1943097" cy="813906"/>
      </dsp:txXfrm>
    </dsp:sp>
    <dsp:sp modelId="{F66273B7-35E6-46D8-9178-E8CEC9D73D12}">
      <dsp:nvSpPr>
        <dsp:cNvPr id="0" name=""/>
        <dsp:cNvSpPr/>
      </dsp:nvSpPr>
      <dsp:spPr>
        <a:xfrm>
          <a:off x="2496458" y="1529765"/>
          <a:ext cx="1234714" cy="1234866"/>
        </a:xfrm>
        <a:prstGeom prst="ellipse">
          <a:avLst/>
        </a:prstGeom>
        <a:solidFill>
          <a:schemeClr val="accent4">
            <a:alpha val="50000"/>
            <a:hueOff val="2894029"/>
            <a:satOff val="-31528"/>
            <a:lumOff val="-439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31FA81A6-D8A4-408A-A68C-77310B0BCEDD}">
      <dsp:nvSpPr>
        <dsp:cNvPr id="0" name=""/>
        <dsp:cNvSpPr/>
      </dsp:nvSpPr>
      <dsp:spPr>
        <a:xfrm>
          <a:off x="747730" y="1779237"/>
          <a:ext cx="1801781" cy="88961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i="0" kern="1200">
              <a:solidFill>
                <a:schemeClr val="bg2"/>
              </a:solidFill>
            </a:rPr>
            <a:t>Testers</a:t>
          </a:r>
          <a:r>
            <a:rPr lang="en-US" sz="1400" b="0" i="0" kern="1200">
              <a:solidFill>
                <a:schemeClr val="bg2"/>
              </a:solidFill>
            </a:rPr>
            <a:t> – test the software</a:t>
          </a:r>
          <a:endParaRPr lang="en-IN" sz="1400" kern="1200">
            <a:solidFill>
              <a:schemeClr val="bg2"/>
            </a:solidFill>
          </a:endParaRPr>
        </a:p>
      </dsp:txBody>
      <dsp:txXfrm>
        <a:off x="747730" y="1779237"/>
        <a:ext cx="1801781" cy="889618"/>
      </dsp:txXfrm>
    </dsp:sp>
    <dsp:sp modelId="{69C9BBAF-2783-4A58-AC35-FDDF56F6BFA4}">
      <dsp:nvSpPr>
        <dsp:cNvPr id="0" name=""/>
        <dsp:cNvSpPr/>
      </dsp:nvSpPr>
      <dsp:spPr>
        <a:xfrm>
          <a:off x="2585461" y="1137954"/>
          <a:ext cx="1234714" cy="1234866"/>
        </a:xfrm>
        <a:prstGeom prst="ellipse">
          <a:avLst/>
        </a:prstGeom>
        <a:solidFill>
          <a:schemeClr val="accent4">
            <a:alpha val="50000"/>
            <a:hueOff val="3472835"/>
            <a:satOff val="-37834"/>
            <a:lumOff val="-5274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9278574E-3B71-44E0-BA3D-0313B0E12FE0}">
      <dsp:nvSpPr>
        <dsp:cNvPr id="0" name=""/>
        <dsp:cNvSpPr/>
      </dsp:nvSpPr>
      <dsp:spPr>
        <a:xfrm>
          <a:off x="845820" y="719266"/>
          <a:ext cx="1837110" cy="83283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i="0" kern="1200">
              <a:solidFill>
                <a:schemeClr val="bg2"/>
              </a:solidFill>
            </a:rPr>
            <a:t>System Administrators</a:t>
          </a:r>
          <a:r>
            <a:rPr lang="en-US" sz="1400" b="0" i="0" kern="1200">
              <a:solidFill>
                <a:schemeClr val="bg2"/>
              </a:solidFill>
            </a:rPr>
            <a:t> – maintain system operations</a:t>
          </a:r>
          <a:endParaRPr lang="en-IN" sz="1400" kern="1200">
            <a:solidFill>
              <a:schemeClr val="bg2"/>
            </a:solidFill>
          </a:endParaRPr>
        </a:p>
      </dsp:txBody>
      <dsp:txXfrm>
        <a:off x="845820" y="719266"/>
        <a:ext cx="1837110" cy="8328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E7800-EB5B-4B9C-9E69-396B9014031E}">
      <dsp:nvSpPr>
        <dsp:cNvPr id="0" name=""/>
        <dsp:cNvSpPr/>
      </dsp:nvSpPr>
      <dsp:spPr>
        <a:xfrm>
          <a:off x="0" y="622050"/>
          <a:ext cx="7941076" cy="829401"/>
        </a:xfrm>
        <a:prstGeom prst="notched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3C44B5-949D-4CCE-9045-F09D588F6DC8}">
      <dsp:nvSpPr>
        <dsp:cNvPr id="0" name=""/>
        <dsp:cNvSpPr/>
      </dsp:nvSpPr>
      <dsp:spPr>
        <a:xfrm>
          <a:off x="605" y="0"/>
          <a:ext cx="1393609" cy="829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b="1" i="0" kern="1200" baseline="0" dirty="0">
              <a:solidFill>
                <a:schemeClr val="bg2"/>
              </a:solidFill>
            </a:rPr>
            <a:t>Identifying stakeholders</a:t>
          </a:r>
          <a:endParaRPr lang="en-IN" sz="1400" kern="1200" dirty="0">
            <a:solidFill>
              <a:schemeClr val="bg2"/>
            </a:solidFill>
          </a:endParaRPr>
        </a:p>
      </dsp:txBody>
      <dsp:txXfrm>
        <a:off x="605" y="0"/>
        <a:ext cx="1393609" cy="829401"/>
      </dsp:txXfrm>
    </dsp:sp>
    <dsp:sp modelId="{45B350FF-076F-453B-B192-558E286D1527}">
      <dsp:nvSpPr>
        <dsp:cNvPr id="0" name=""/>
        <dsp:cNvSpPr/>
      </dsp:nvSpPr>
      <dsp:spPr>
        <a:xfrm>
          <a:off x="593735" y="933076"/>
          <a:ext cx="207350" cy="207350"/>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516562-F807-4006-BFBD-C3A4BDBE222B}">
      <dsp:nvSpPr>
        <dsp:cNvPr id="0" name=""/>
        <dsp:cNvSpPr/>
      </dsp:nvSpPr>
      <dsp:spPr>
        <a:xfrm>
          <a:off x="1404826" y="1244101"/>
          <a:ext cx="1325882" cy="829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b="1" i="0" kern="1200" baseline="0">
              <a:solidFill>
                <a:schemeClr val="bg2"/>
              </a:solidFill>
            </a:rPr>
            <a:t>Understanding the business environment</a:t>
          </a:r>
          <a:endParaRPr lang="en-IN" sz="1400" kern="1200" dirty="0">
            <a:solidFill>
              <a:schemeClr val="bg2"/>
            </a:solidFill>
          </a:endParaRPr>
        </a:p>
      </dsp:txBody>
      <dsp:txXfrm>
        <a:off x="1404826" y="1244101"/>
        <a:ext cx="1325882" cy="829401"/>
      </dsp:txXfrm>
    </dsp:sp>
    <dsp:sp modelId="{2BFE1EC4-FE35-4ED1-AD45-DB334B34C3A9}">
      <dsp:nvSpPr>
        <dsp:cNvPr id="0" name=""/>
        <dsp:cNvSpPr/>
      </dsp:nvSpPr>
      <dsp:spPr>
        <a:xfrm>
          <a:off x="1964092" y="933076"/>
          <a:ext cx="207350" cy="207350"/>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81546A-6F84-4CEA-AFA1-4952347ABC88}">
      <dsp:nvSpPr>
        <dsp:cNvPr id="0" name=""/>
        <dsp:cNvSpPr/>
      </dsp:nvSpPr>
      <dsp:spPr>
        <a:xfrm>
          <a:off x="2741319" y="0"/>
          <a:ext cx="1222673" cy="829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b="1" i="0" kern="1200" baseline="0">
              <a:solidFill>
                <a:schemeClr val="bg2"/>
              </a:solidFill>
            </a:rPr>
            <a:t>Planning elicitation techniques</a:t>
          </a:r>
          <a:endParaRPr lang="en-IN" sz="1400" kern="1200" dirty="0">
            <a:solidFill>
              <a:schemeClr val="bg2"/>
            </a:solidFill>
          </a:endParaRPr>
        </a:p>
      </dsp:txBody>
      <dsp:txXfrm>
        <a:off x="2741319" y="0"/>
        <a:ext cx="1222673" cy="829401"/>
      </dsp:txXfrm>
    </dsp:sp>
    <dsp:sp modelId="{C3BE2545-2159-44CC-830B-F6F9F28E6040}">
      <dsp:nvSpPr>
        <dsp:cNvPr id="0" name=""/>
        <dsp:cNvSpPr/>
      </dsp:nvSpPr>
      <dsp:spPr>
        <a:xfrm>
          <a:off x="3248981" y="933076"/>
          <a:ext cx="207350" cy="207350"/>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906398-073F-4F91-B382-BA92D95C4C9F}">
      <dsp:nvSpPr>
        <dsp:cNvPr id="0" name=""/>
        <dsp:cNvSpPr/>
      </dsp:nvSpPr>
      <dsp:spPr>
        <a:xfrm>
          <a:off x="3974604" y="1244101"/>
          <a:ext cx="1185465" cy="829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b="1" i="0" kern="1200" baseline="0">
              <a:solidFill>
                <a:schemeClr val="bg2"/>
              </a:solidFill>
            </a:rPr>
            <a:t>Conducting elicitation sessions</a:t>
          </a:r>
          <a:endParaRPr lang="en-IN" sz="1400" kern="1200" dirty="0">
            <a:solidFill>
              <a:schemeClr val="bg2"/>
            </a:solidFill>
          </a:endParaRPr>
        </a:p>
      </dsp:txBody>
      <dsp:txXfrm>
        <a:off x="3974604" y="1244101"/>
        <a:ext cx="1185465" cy="829401"/>
      </dsp:txXfrm>
    </dsp:sp>
    <dsp:sp modelId="{FC0F21B7-E06A-4848-983B-AEF5CBA109A6}">
      <dsp:nvSpPr>
        <dsp:cNvPr id="0" name=""/>
        <dsp:cNvSpPr/>
      </dsp:nvSpPr>
      <dsp:spPr>
        <a:xfrm>
          <a:off x="4463661" y="933076"/>
          <a:ext cx="207350" cy="207350"/>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A1E7D6-D710-4019-A11E-6395F4127590}">
      <dsp:nvSpPr>
        <dsp:cNvPr id="0" name=""/>
        <dsp:cNvSpPr/>
      </dsp:nvSpPr>
      <dsp:spPr>
        <a:xfrm>
          <a:off x="5170680" y="0"/>
          <a:ext cx="929851" cy="829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b="1" i="0" kern="1200" baseline="0">
              <a:solidFill>
                <a:schemeClr val="bg2"/>
              </a:solidFill>
            </a:rPr>
            <a:t>Documenting findings</a:t>
          </a:r>
          <a:endParaRPr lang="en-IN" sz="1400" kern="1200" dirty="0">
            <a:solidFill>
              <a:schemeClr val="bg2"/>
            </a:solidFill>
          </a:endParaRPr>
        </a:p>
      </dsp:txBody>
      <dsp:txXfrm>
        <a:off x="5170680" y="0"/>
        <a:ext cx="929851" cy="829401"/>
      </dsp:txXfrm>
    </dsp:sp>
    <dsp:sp modelId="{CA2435C3-A8DA-4704-A9C9-5627FA6358D8}">
      <dsp:nvSpPr>
        <dsp:cNvPr id="0" name=""/>
        <dsp:cNvSpPr/>
      </dsp:nvSpPr>
      <dsp:spPr>
        <a:xfrm>
          <a:off x="5531930" y="933076"/>
          <a:ext cx="207350" cy="207350"/>
        </a:xfrm>
        <a:prstGeom prst="ellipse">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E38889-30B8-4265-9680-901122B3F705}">
      <dsp:nvSpPr>
        <dsp:cNvPr id="0" name=""/>
        <dsp:cNvSpPr/>
      </dsp:nvSpPr>
      <dsp:spPr>
        <a:xfrm>
          <a:off x="6111142" y="1244101"/>
          <a:ext cx="1035220" cy="829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b="1" i="0" kern="1200" baseline="0" dirty="0">
              <a:solidFill>
                <a:schemeClr val="bg2"/>
              </a:solidFill>
            </a:rPr>
            <a:t>Validating collected requirements</a:t>
          </a:r>
          <a:endParaRPr lang="en-IN" sz="1400" kern="1200" dirty="0">
            <a:solidFill>
              <a:schemeClr val="bg2"/>
            </a:solidFill>
          </a:endParaRPr>
        </a:p>
      </dsp:txBody>
      <dsp:txXfrm>
        <a:off x="6111142" y="1244101"/>
        <a:ext cx="1035220" cy="829401"/>
      </dsp:txXfrm>
    </dsp:sp>
    <dsp:sp modelId="{8F9F829A-0378-4796-987A-E036EDADF94F}">
      <dsp:nvSpPr>
        <dsp:cNvPr id="0" name=""/>
        <dsp:cNvSpPr/>
      </dsp:nvSpPr>
      <dsp:spPr>
        <a:xfrm>
          <a:off x="6525077" y="933076"/>
          <a:ext cx="207350" cy="207350"/>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22C6AF8-29EE-B898-AED3-AF70CD88001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4E2CBAD-82BD-A0FC-7CFF-1A422C3864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B335324-82D2-FD4A-92A0-750403AE05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0684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AF8D011-1978-0123-5CB2-07F259488BA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F30FEB0-AB40-4EED-9FDB-BD2BDC5B187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0132642-52DF-B83A-52A1-4C0392323C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1119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6200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F395B1-0DDA-EC2D-8CD4-6D4FF14A3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24A4F30-E86A-115B-0CE7-D952412617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889E4CB-D564-C918-3A24-F3AEE033C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963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BB2C93B-7FE2-A8D6-21D2-CB1FAAB4160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35863A3-7B58-0DD0-4438-352440F08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C70A685-A7E2-6333-F188-6854C8061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1916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F395B1-0DDA-EC2D-8CD4-6D4FF14A3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24A4F30-E86A-115B-0CE7-D952412617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889E4CB-D564-C918-3A24-F3AEE033C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963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DF7FB36-7854-6F7D-37CE-D2520A7C29E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980A52F-776B-95D9-5200-52320E3909F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B13FBBC-3F50-B4DA-3BD7-481BB489B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8275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08DBA65-908E-1BC3-136B-17217AE3AD7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779B687-24ED-31F8-3DF6-6666C86E83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180FE54-5E1D-9798-CC5F-0EC901F5D1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33390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A41D992-44CF-0704-C257-424AD0243BE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0157738-55C7-761D-A6C4-E353507B8D6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7883482-8248-7F72-66ED-E013558456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75463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DD2823D-84B9-528E-16A2-8D7F13D0D7B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26973F4-10C8-5AE5-B926-AA37D5AA87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FF8132-D455-F30D-D368-E0D2334708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7292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1A860D3-CB8B-718C-DFA9-A4E619A2B02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B244D4B-1344-B5D9-CD0E-7F3759BE58A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F1E8DCD-4B80-2340-A639-E10B1B9B65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24565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70B2A80-F051-952F-3E26-19CAD943061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F475AB1-53A6-DFC6-FBB3-AB270832FE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2B870E0-4EF8-CB8C-CE39-64F0E6E63F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57813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7D38C2B-9101-61A3-E843-22DF980DB85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56C29F0-F2D3-52BD-AD84-1368221CCF4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0802BB74-F941-AC98-862F-15298B29CB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149678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27209A5-2A1E-4DC2-71E5-BB9DCB517CC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BC8A6BA-FFDB-B7C8-15DD-33DA5AE19A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D94C933-36B5-CC09-F90B-46D5598309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21156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1E1B24C-9A2E-05E5-E284-8C5194822A8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30F41A32-4CD1-367F-BEA1-9C617F0886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2DDB9DE-458D-5C5A-4189-09BBA88C9E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24051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8C9CAF5-F6D1-87A5-EF9D-00D68E9800D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6E7F3D7-EAA7-2C38-F950-F33F513082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97CC34C-0FD7-C212-4D17-9312596A69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041629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3AD7010-0466-94D1-9C82-49D082DCC36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0773054-E519-4226-C194-0838F781F2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FB88B95-2559-3E17-E033-A12AF78A1D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5276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E8ADC68-4769-829F-6A35-A35D9A46DDC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67B2B9E-9D50-2C83-E7F1-5454981E6B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DC983E0-C0B7-2694-D301-FFB9E22AA6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02970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39931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33566B8-DF3A-05B0-31BF-3E9330E905F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E1D4698-774E-05EC-35A8-C442A34DE00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F45E652-90CA-7AD8-28F6-16ACCE6A23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443842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18896A3-CA15-4C87-8FB7-24487FE577F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9BF4E4D-8363-3E77-BFA5-048BFD297E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1179ABD-E767-1A65-FB79-9B790ADA6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70333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18237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dirty="0"/>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dirty="0"/>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dirty="0"/>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62"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3"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onlinecourses.nptel.ac.in/noc25_cs108/preview?utm_source=chatgpt.com"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hyperlink" Target="https://www.youtube.com/watch?v=Z6f9ckEElsU&amp;utm_source=chatgpt.com" TargetMode="External"/><Relationship Id="rId4" Type="http://schemas.openxmlformats.org/officeDocument/2006/relationships/hyperlink" Target="https://www.youtube.com/watch?v=IHx9ImEMuzQ"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698809" y="973866"/>
            <a:ext cx="7997747" cy="3905644"/>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 </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AIT-CSE</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lvl="0" algn="ctr">
              <a:lnSpc>
                <a:spcPct val="90000"/>
              </a:lnSpc>
              <a:spcBef>
                <a:spcPts val="1120"/>
              </a:spcBef>
              <a:buClr>
                <a:schemeClr val="dk1"/>
              </a:buClr>
              <a:buSzPts val="2800"/>
            </a:pPr>
            <a:r>
              <a:rPr lang="en-IN" sz="24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B.E CSE </a:t>
            </a:r>
            <a:endParaRPr lang="en-IN"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1120"/>
              </a:spcBef>
              <a:buClr>
                <a:schemeClr val="dk1"/>
              </a:buClr>
              <a:buSzPts val="2800"/>
            </a:pPr>
            <a:r>
              <a:rPr lang="en-IN" sz="24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AIML/ 6</a:t>
            </a:r>
            <a:r>
              <a:rPr lang="en-IN" sz="2400"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th</a:t>
            </a:r>
            <a:endParaRPr lang="en-IN" sz="24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endParaRPr>
          </a:p>
          <a:p>
            <a:pPr algn="ctr">
              <a:spcBef>
                <a:spcPts val="1120"/>
              </a:spcBef>
              <a:buSzPts val="3200"/>
            </a:pPr>
            <a:r>
              <a:rPr lang="en-IN" sz="2800" dirty="0">
                <a:latin typeface="Times New Roman" panose="02020603050405020304" pitchFamily="18" charset="0"/>
                <a:ea typeface="Times New Roman" panose="02020603050405020304" pitchFamily="18" charset="0"/>
              </a:rPr>
              <a:t>SOFTWARE ENGINEERING </a:t>
            </a:r>
            <a:br>
              <a:rPr lang="en-IN" sz="2800" dirty="0">
                <a:latin typeface="Times New Roman" panose="02020603050405020304" pitchFamily="18" charset="0"/>
                <a:ea typeface="Times New Roman" panose="02020603050405020304" pitchFamily="18" charset="0"/>
              </a:rPr>
            </a:br>
            <a:r>
              <a:rPr lang="en-US" sz="2400" dirty="0">
                <a:solidFill>
                  <a:schemeClr val="bg2"/>
                </a:solidFill>
                <a:latin typeface="Calibri" panose="020F0502020204030204" pitchFamily="34" charset="0"/>
                <a:cs typeface="Calibri" panose="020F0502020204030204" pitchFamily="34" charset="0"/>
              </a:rPr>
              <a:t>23CSH-374</a:t>
            </a:r>
            <a:r>
              <a:rPr lang="en-IN" sz="2400" dirty="0">
                <a:solidFill>
                  <a:schemeClr val="bg2"/>
                </a:solidFill>
                <a:latin typeface="Calibri" panose="020F0502020204030204" pitchFamily="34" charset="0"/>
                <a:cs typeface="Calibri" panose="020F0502020204030204" pitchFamily="34" charset="0"/>
              </a:rPr>
              <a:t> </a:t>
            </a:r>
          </a:p>
          <a:p>
            <a:pPr algn="ctr">
              <a:spcBef>
                <a:spcPts val="1120"/>
              </a:spcBef>
              <a:buSzPts val="3200"/>
            </a:pPr>
            <a:r>
              <a:rPr lang="en-US" sz="2000" b="1" dirty="0">
                <a:latin typeface="Calibri" panose="020F0502020204030204" pitchFamily="34" charset="0"/>
                <a:ea typeface="Calibri" panose="020F0502020204030204" pitchFamily="34" charset="0"/>
                <a:cs typeface="Calibri" panose="020F0502020204030204" pitchFamily="34" charset="0"/>
              </a:rPr>
              <a:t>Faculty Name : Dr Geeta Rani              </a:t>
            </a:r>
            <a:r>
              <a:rPr lang="en-US" sz="2000" b="1" dirty="0" err="1">
                <a:latin typeface="Calibri" panose="020F0502020204030204" pitchFamily="34" charset="0"/>
                <a:ea typeface="Calibri" panose="020F0502020204030204" pitchFamily="34" charset="0"/>
                <a:cs typeface="Calibri" panose="020F0502020204030204" pitchFamily="34" charset="0"/>
              </a:rPr>
              <a:t>CUmail</a:t>
            </a:r>
            <a:r>
              <a:rPr lang="en-US" sz="2000" b="1" dirty="0">
                <a:latin typeface="Calibri" panose="020F0502020204030204" pitchFamily="34" charset="0"/>
                <a:ea typeface="Calibri" panose="020F0502020204030204" pitchFamily="34" charset="0"/>
                <a:cs typeface="Calibri" panose="020F0502020204030204" pitchFamily="34" charset="0"/>
              </a:rPr>
              <a:t>-ID : geeta.e15227@cumail.in</a:t>
            </a:r>
          </a:p>
          <a:p>
            <a:pPr>
              <a:spcBef>
                <a:spcPts val="1120"/>
              </a:spcBef>
              <a:buSzPts val="3200"/>
            </a:pPr>
            <a:r>
              <a:rPr lang="en-US" sz="2000" b="1" dirty="0">
                <a:latin typeface="Calibri" panose="020F0502020204030204" pitchFamily="34" charset="0"/>
                <a:ea typeface="Calibri" panose="020F0502020204030204" pitchFamily="34" charset="0"/>
                <a:cs typeface="Calibri" panose="020F0502020204030204" pitchFamily="34" charset="0"/>
              </a:rPr>
              <a:t>Designation : Associate Professor</a:t>
            </a:r>
            <a:endParaRPr lang="en-US" sz="3600" b="1"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77108"/>
          </a:xfrm>
          <a:prstGeom prst="rect">
            <a:avLst/>
          </a:prstGeom>
          <a:noFill/>
        </p:spPr>
        <p:txBody>
          <a:bodyPr wrap="square" rtlCol="0">
            <a:spAutoFit/>
          </a:bodyPr>
          <a:lstStyle/>
          <a:p>
            <a:pPr algn="r"/>
            <a:r>
              <a:rPr lang="en-IN" sz="20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8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9AA823F-7647-EC23-1D1D-BE99682D04DF}"/>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68E489D-DEF7-172C-BBAC-D35CA1568FA2}"/>
              </a:ext>
            </a:extLst>
          </p:cNvPr>
          <p:cNvGrpSpPr/>
          <p:nvPr/>
        </p:nvGrpSpPr>
        <p:grpSpPr>
          <a:xfrm>
            <a:off x="557644" y="482539"/>
            <a:ext cx="8277101" cy="444600"/>
            <a:chOff x="0" y="6299"/>
            <a:chExt cx="5580934" cy="444600"/>
          </a:xfrm>
          <a:noFill/>
        </p:grpSpPr>
        <p:sp>
          <p:nvSpPr>
            <p:cNvPr id="109" name="Google Shape;109;p2">
              <a:extLst>
                <a:ext uri="{FF2B5EF4-FFF2-40B4-BE49-F238E27FC236}">
                  <a16:creationId xmlns:a16="http://schemas.microsoft.com/office/drawing/2014/main" id="{18D3AC0D-843C-8079-7685-CF8E1B7049EE}"/>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0A2AB195-9CC4-1DA1-CFC9-569DD2CAE32C}"/>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Course Objectives </a:t>
              </a:r>
            </a:p>
          </p:txBody>
        </p:sp>
      </p:grpSp>
      <p:sp>
        <p:nvSpPr>
          <p:cNvPr id="111" name="Google Shape;111;p2">
            <a:extLst>
              <a:ext uri="{FF2B5EF4-FFF2-40B4-BE49-F238E27FC236}">
                <a16:creationId xmlns:a16="http://schemas.microsoft.com/office/drawing/2014/main" id="{826FD4B4-7817-D0EB-1F71-78AE2F3112A1}"/>
              </a:ext>
            </a:extLst>
          </p:cNvPr>
          <p:cNvSpPr txBox="1">
            <a:spLocks noGrp="1"/>
          </p:cNvSpPr>
          <p:nvPr>
            <p:ph type="body" idx="1"/>
          </p:nvPr>
        </p:nvSpPr>
        <p:spPr>
          <a:xfrm>
            <a:off x="385500" y="133058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B407E2C6-9DD9-D9F6-FAFD-68257A85FB83}"/>
              </a:ext>
            </a:extLst>
          </p:cNvPr>
          <p:cNvSpPr txBox="1"/>
          <p:nvPr/>
        </p:nvSpPr>
        <p:spPr>
          <a:xfrm>
            <a:off x="8709003" y="85987"/>
            <a:ext cx="383438" cy="307777"/>
          </a:xfrm>
          <a:prstGeom prst="rect">
            <a:avLst/>
          </a:prstGeom>
          <a:noFill/>
        </p:spPr>
        <p:txBody>
          <a:bodyPr wrap="none" rtlCol="0">
            <a:spAutoFit/>
          </a:bodyPr>
          <a:lstStyle/>
          <a:p>
            <a:r>
              <a:rPr lang="en-IN" dirty="0"/>
              <a:t>16</a:t>
            </a:r>
          </a:p>
        </p:txBody>
      </p:sp>
      <p:sp>
        <p:nvSpPr>
          <p:cNvPr id="3" name="TextBox 2">
            <a:extLst>
              <a:ext uri="{FF2B5EF4-FFF2-40B4-BE49-F238E27FC236}">
                <a16:creationId xmlns:a16="http://schemas.microsoft.com/office/drawing/2014/main" id="{C97C741A-FADA-20D3-9798-F44278B29F12}"/>
              </a:ext>
            </a:extLst>
          </p:cNvPr>
          <p:cNvSpPr txBox="1"/>
          <p:nvPr/>
        </p:nvSpPr>
        <p:spPr>
          <a:xfrm>
            <a:off x="757500" y="898115"/>
            <a:ext cx="7796667" cy="4204356"/>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Understand fundamental software engineering processes, SDLC models, and requirement engineering techniques used in real-world projects.</a:t>
            </a:r>
            <a:endParaRPr lang="en-IN" sz="1800" dirty="0">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Apply modeling concepts, design principles, and UML diagrams to represent system structures and behaviors effectively.</a:t>
            </a:r>
            <a:endParaRPr lang="en-IN" sz="1800" dirty="0">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Analyze various software development, design, and testing strategies to determine their suitability for different project scenarios.</a:t>
            </a:r>
            <a:endParaRPr lang="en-IN" sz="1800" dirty="0">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Evaluate software solutions and project management practices based on quality metrics, design principles, and testing outcomes.</a:t>
            </a:r>
            <a:endParaRPr lang="en-IN" sz="1800" dirty="0">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Create structured requirement documents, UML models, test plans, and project management artifacts for medium-scale software systems.</a:t>
            </a:r>
            <a:endParaRPr lang="en-IN"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20432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BED8776-82A9-C3BD-5844-FF05405138E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00E0E5BE-FA8F-5957-A3CD-8C1DD3BFF409}"/>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D89AB046-BF5D-9FB0-A377-F7F7D02D466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E02AF8FA-0EE9-C2FB-6C1E-80FEF5B5E3AC}"/>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Course Outcomes</a:t>
              </a:r>
            </a:p>
          </p:txBody>
        </p:sp>
      </p:grpSp>
      <p:sp>
        <p:nvSpPr>
          <p:cNvPr id="111" name="Google Shape;111;p2">
            <a:extLst>
              <a:ext uri="{FF2B5EF4-FFF2-40B4-BE49-F238E27FC236}">
                <a16:creationId xmlns:a16="http://schemas.microsoft.com/office/drawing/2014/main" id="{6C9CDB22-B6A6-EEC4-E538-5F62E68049E9}"/>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16</a:t>
            </a:r>
          </a:p>
        </p:txBody>
      </p:sp>
      <p:graphicFrame>
        <p:nvGraphicFramePr>
          <p:cNvPr id="2" name="Table 1">
            <a:extLst>
              <a:ext uri="{FF2B5EF4-FFF2-40B4-BE49-F238E27FC236}">
                <a16:creationId xmlns:a16="http://schemas.microsoft.com/office/drawing/2014/main" id="{DF55B9C3-0D82-6862-B56F-2DBD19B3AEFD}"/>
              </a:ext>
            </a:extLst>
          </p:cNvPr>
          <p:cNvGraphicFramePr>
            <a:graphicFrameLocks noGrp="1"/>
          </p:cNvGraphicFramePr>
          <p:nvPr/>
        </p:nvGraphicFramePr>
        <p:xfrm>
          <a:off x="748144" y="1079124"/>
          <a:ext cx="7382396" cy="3770750"/>
        </p:xfrm>
        <a:graphic>
          <a:graphicData uri="http://schemas.openxmlformats.org/drawingml/2006/table">
            <a:tbl>
              <a:tblPr firstRow="1" firstCol="1" bandRow="1">
                <a:tableStyleId>{2D5ABB26-0587-4C30-8999-92F81FD0307C}</a:tableStyleId>
              </a:tblPr>
              <a:tblGrid>
                <a:gridCol w="844436">
                  <a:extLst>
                    <a:ext uri="{9D8B030D-6E8A-4147-A177-3AD203B41FA5}">
                      <a16:colId xmlns:a16="http://schemas.microsoft.com/office/drawing/2014/main" val="194261115"/>
                    </a:ext>
                  </a:extLst>
                </a:gridCol>
                <a:gridCol w="6537960">
                  <a:extLst>
                    <a:ext uri="{9D8B030D-6E8A-4147-A177-3AD203B41FA5}">
                      <a16:colId xmlns:a16="http://schemas.microsoft.com/office/drawing/2014/main" val="3570576572"/>
                    </a:ext>
                  </a:extLst>
                </a:gridCol>
              </a:tblGrid>
              <a:tr h="547437">
                <a:tc>
                  <a:txBody>
                    <a:bodyPr/>
                    <a:lstStyle/>
                    <a:p>
                      <a:pPr marL="0" marR="0" lvl="0" indent="0" algn="just" rtl="0">
                        <a:lnSpc>
                          <a:spcPct val="90000"/>
                        </a:lnSpc>
                        <a:spcBef>
                          <a:spcPts val="0"/>
                        </a:spcBef>
                        <a:spcAft>
                          <a:spcPts val="0"/>
                        </a:spcAft>
                        <a:buClr>
                          <a:srgbClr val="000000"/>
                        </a:buClr>
                        <a:buFont typeface="Arial"/>
                        <a:buNone/>
                      </a:pPr>
                      <a:r>
                        <a:rPr lang="en-US" sz="1600" b="1" u="none" strike="noStrike" cap="none" dirty="0">
                          <a:ln>
                            <a:solidFill>
                              <a:schemeClr val="bg2"/>
                            </a:solidFill>
                          </a:ln>
                          <a:solidFill>
                            <a:sysClr val="windowText" lastClr="000000"/>
                          </a:solidFill>
                          <a:sym typeface="Arial"/>
                        </a:rPr>
                        <a:t>CO No.</a:t>
                      </a:r>
                      <a:endParaRPr lang="en-IN" sz="1600" b="1" i="0" u="none" strike="noStrike" cap="none" dirty="0">
                        <a:ln>
                          <a:solidFill>
                            <a:schemeClr val="bg2"/>
                          </a:solidFill>
                        </a:ln>
                        <a:solidFill>
                          <a:sysClr val="windowText" lastClr="000000"/>
                        </a:solidFill>
                        <a:latin typeface="+mn-lt"/>
                        <a:ea typeface="+mn-ea"/>
                        <a:cs typeface="+mn-cs"/>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ctr" rtl="0">
                        <a:lnSpc>
                          <a:spcPct val="90000"/>
                        </a:lnSpc>
                        <a:spcBef>
                          <a:spcPts val="0"/>
                        </a:spcBef>
                        <a:spcAft>
                          <a:spcPts val="0"/>
                        </a:spcAft>
                        <a:buClr>
                          <a:srgbClr val="000000"/>
                        </a:buClr>
                        <a:buFont typeface="Arial"/>
                        <a:buNone/>
                      </a:pPr>
                      <a:r>
                        <a:rPr lang="en-US" sz="1600" b="1" u="none" strike="noStrike" cap="none" dirty="0">
                          <a:ln>
                            <a:solidFill>
                              <a:schemeClr val="bg2"/>
                            </a:solidFill>
                          </a:ln>
                          <a:solidFill>
                            <a:sysClr val="windowText" lastClr="000000"/>
                          </a:solidFill>
                          <a:sym typeface="Arial"/>
                        </a:rPr>
                        <a:t>Statement</a:t>
                      </a:r>
                      <a:endParaRPr lang="en-IN" sz="1600" b="1" i="0" u="none" strike="noStrike" cap="none" dirty="0">
                        <a:ln>
                          <a:solidFill>
                            <a:schemeClr val="bg2"/>
                          </a:solidFill>
                        </a:ln>
                        <a:solidFill>
                          <a:sysClr val="windowText" lastClr="000000"/>
                        </a:solidFill>
                        <a:latin typeface="+mn-lt"/>
                        <a:ea typeface="+mn-ea"/>
                        <a:cs typeface="+mn-cs"/>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4005914877"/>
                  </a:ext>
                </a:extLst>
              </a:tr>
              <a:tr h="557708">
                <a:tc>
                  <a:txBody>
                    <a:bodyPr/>
                    <a:lstStyle/>
                    <a:p>
                      <a:pPr>
                        <a:lnSpc>
                          <a:spcPct val="107000"/>
                        </a:lnSpc>
                        <a:spcAft>
                          <a:spcPts val="800"/>
                        </a:spcAft>
                        <a:buNone/>
                      </a:pPr>
                      <a:r>
                        <a:rPr lang="en-US" sz="1800" b="0" u="none" strike="noStrike" cap="none" dirty="0">
                          <a:ln>
                            <a:solidFill>
                              <a:schemeClr val="bg2"/>
                            </a:solidFill>
                          </a:ln>
                          <a:solidFill>
                            <a:sysClr val="windowText" lastClr="000000"/>
                          </a:solidFill>
                          <a:latin typeface="Calibri" panose="020F0502020204030204" pitchFamily="34" charset="0"/>
                          <a:cs typeface="Calibri" panose="020F0502020204030204" pitchFamily="34" charset="0"/>
                          <a:sym typeface="Arial"/>
                        </a:rPr>
                        <a:t>CO1</a:t>
                      </a:r>
                      <a:endParaRPr lang="en-IN" sz="1800" b="0" i="0" u="none" strike="noStrike" cap="none" dirty="0">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lvl="1">
                        <a:lnSpc>
                          <a:spcPct val="107000"/>
                        </a:lnSpc>
                        <a:spcAft>
                          <a:spcPts val="800"/>
                        </a:spcAft>
                        <a:buNone/>
                      </a:pPr>
                      <a:r>
                        <a:rPr lang="en-US" sz="1800" b="0" u="none" strike="noStrike" cap="none" dirty="0">
                          <a:ln>
                            <a:solidFill>
                              <a:schemeClr val="bg2"/>
                            </a:solidFill>
                          </a:ln>
                          <a:solidFill>
                            <a:sysClr val="windowText" lastClr="000000"/>
                          </a:solidFill>
                          <a:latin typeface="Calibri" panose="020F0502020204030204" pitchFamily="34" charset="0"/>
                          <a:cs typeface="Calibri" panose="020F0502020204030204" pitchFamily="34" charset="0"/>
                          <a:sym typeface="Arial"/>
                        </a:rPr>
                        <a:t>Explain SDLC models, requirement principles, testing strategies, and project management concepts.</a:t>
                      </a:r>
                      <a:endParaRPr lang="en-IN" sz="1800" b="0" i="0" u="none" strike="noStrike" cap="none" dirty="0">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995475364"/>
                  </a:ext>
                </a:extLst>
              </a:tr>
              <a:tr h="557708">
                <a:tc>
                  <a:txBody>
                    <a:bodyPr/>
                    <a:lstStyle/>
                    <a:p>
                      <a:pPr>
                        <a:lnSpc>
                          <a:spcPct val="107000"/>
                        </a:lnSpc>
                        <a:spcAft>
                          <a:spcPts val="800"/>
                        </a:spcAft>
                        <a:buNone/>
                      </a:pPr>
                      <a:r>
                        <a:rPr lang="en-US" sz="1800" b="0" u="none" strike="noStrike" cap="none" dirty="0">
                          <a:ln>
                            <a:solidFill>
                              <a:schemeClr val="bg2"/>
                            </a:solidFill>
                          </a:ln>
                          <a:solidFill>
                            <a:sysClr val="windowText" lastClr="000000"/>
                          </a:solidFill>
                          <a:latin typeface="Calibri" panose="020F0502020204030204" pitchFamily="34" charset="0"/>
                          <a:cs typeface="Calibri" panose="020F0502020204030204" pitchFamily="34" charset="0"/>
                          <a:sym typeface="Arial"/>
                        </a:rPr>
                        <a:t>CO2</a:t>
                      </a:r>
                      <a:endParaRPr lang="en-IN" sz="1800" b="0" i="0" u="none" strike="noStrike" cap="none" dirty="0">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lvl="1">
                        <a:lnSpc>
                          <a:spcPct val="107000"/>
                        </a:lnSpc>
                        <a:spcAft>
                          <a:spcPts val="800"/>
                        </a:spcAft>
                        <a:buNone/>
                      </a:pPr>
                      <a:r>
                        <a:rPr lang="en-US" sz="1800" b="0" u="none" strike="noStrike" cap="none" dirty="0">
                          <a:ln>
                            <a:solidFill>
                              <a:schemeClr val="bg2"/>
                            </a:solidFill>
                          </a:ln>
                          <a:solidFill>
                            <a:sysClr val="windowText" lastClr="000000"/>
                          </a:solidFill>
                          <a:latin typeface="Calibri" panose="020F0502020204030204" pitchFamily="34" charset="0"/>
                          <a:cs typeface="Calibri" panose="020F0502020204030204" pitchFamily="34" charset="0"/>
                          <a:sym typeface="Arial"/>
                        </a:rPr>
                        <a:t>Construct UML diagrams and apply design patterns to solve software design problems</a:t>
                      </a:r>
                      <a:endParaRPr lang="en-IN" sz="1800" b="0" i="0" u="none" strike="noStrike" cap="none" dirty="0">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38146710"/>
                  </a:ext>
                </a:extLst>
              </a:tr>
              <a:tr h="557708">
                <a:tc>
                  <a:txBody>
                    <a:bodyPr/>
                    <a:lstStyle/>
                    <a:p>
                      <a:pPr>
                        <a:lnSpc>
                          <a:spcPct val="107000"/>
                        </a:lnSpc>
                        <a:spcAft>
                          <a:spcPts val="800"/>
                        </a:spcAft>
                        <a:buNone/>
                      </a:pPr>
                      <a:r>
                        <a:rPr lang="en-US" sz="1800" b="0" u="none" strike="noStrike" cap="none">
                          <a:ln>
                            <a:solidFill>
                              <a:schemeClr val="bg2"/>
                            </a:solidFill>
                          </a:ln>
                          <a:solidFill>
                            <a:sysClr val="windowText" lastClr="000000"/>
                          </a:solidFill>
                          <a:latin typeface="Calibri" panose="020F0502020204030204" pitchFamily="34" charset="0"/>
                          <a:cs typeface="Calibri" panose="020F0502020204030204" pitchFamily="34" charset="0"/>
                          <a:sym typeface="Arial"/>
                        </a:rPr>
                        <a:t>CO3</a:t>
                      </a:r>
                      <a:endParaRPr lang="en-IN" sz="1800" b="0" i="0" u="none" strike="noStrike" cap="none">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lvl="1">
                        <a:lnSpc>
                          <a:spcPct val="107000"/>
                        </a:lnSpc>
                        <a:spcAft>
                          <a:spcPts val="800"/>
                        </a:spcAft>
                        <a:buNone/>
                      </a:pPr>
                      <a:r>
                        <a:rPr lang="en-US" sz="1800" b="0" u="none" strike="noStrike" cap="none" dirty="0">
                          <a:ln>
                            <a:solidFill>
                              <a:schemeClr val="bg2"/>
                            </a:solidFill>
                          </a:ln>
                          <a:solidFill>
                            <a:sysClr val="windowText" lastClr="000000"/>
                          </a:solidFill>
                          <a:latin typeface="Calibri" panose="020F0502020204030204" pitchFamily="34" charset="0"/>
                          <a:cs typeface="Calibri" panose="020F0502020204030204" pitchFamily="34" charset="0"/>
                          <a:sym typeface="Arial"/>
                        </a:rPr>
                        <a:t>Compare SDLC models, testing strategies for different scenarios.</a:t>
                      </a:r>
                      <a:endParaRPr lang="en-IN" sz="1800" b="0" i="0" u="none" strike="noStrike" cap="none" dirty="0">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313777814"/>
                  </a:ext>
                </a:extLst>
              </a:tr>
              <a:tr h="557708">
                <a:tc>
                  <a:txBody>
                    <a:bodyPr/>
                    <a:lstStyle/>
                    <a:p>
                      <a:pPr>
                        <a:lnSpc>
                          <a:spcPct val="107000"/>
                        </a:lnSpc>
                        <a:spcAft>
                          <a:spcPts val="800"/>
                        </a:spcAft>
                        <a:buNone/>
                      </a:pPr>
                      <a:r>
                        <a:rPr lang="en-US" sz="1800" b="0" u="none" strike="noStrike" cap="none">
                          <a:ln>
                            <a:solidFill>
                              <a:schemeClr val="bg2"/>
                            </a:solidFill>
                          </a:ln>
                          <a:solidFill>
                            <a:sysClr val="windowText" lastClr="000000"/>
                          </a:solidFill>
                          <a:latin typeface="Calibri" panose="020F0502020204030204" pitchFamily="34" charset="0"/>
                          <a:cs typeface="Calibri" panose="020F0502020204030204" pitchFamily="34" charset="0"/>
                          <a:sym typeface="Arial"/>
                        </a:rPr>
                        <a:t>CO4</a:t>
                      </a:r>
                      <a:endParaRPr lang="en-IN" sz="1800" b="0" i="0" u="none" strike="noStrike" cap="none">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lvl="1">
                        <a:lnSpc>
                          <a:spcPct val="107000"/>
                        </a:lnSpc>
                        <a:spcAft>
                          <a:spcPts val="800"/>
                        </a:spcAft>
                        <a:buNone/>
                      </a:pPr>
                      <a:r>
                        <a:rPr lang="en-US" sz="1800" b="0" u="none" strike="noStrike" cap="none" dirty="0">
                          <a:ln>
                            <a:solidFill>
                              <a:schemeClr val="bg2"/>
                            </a:solidFill>
                          </a:ln>
                          <a:solidFill>
                            <a:sysClr val="windowText" lastClr="000000"/>
                          </a:solidFill>
                          <a:latin typeface="Calibri" panose="020F0502020204030204" pitchFamily="34" charset="0"/>
                          <a:cs typeface="Calibri" panose="020F0502020204030204" pitchFamily="34" charset="0"/>
                          <a:sym typeface="Arial"/>
                        </a:rPr>
                        <a:t>Assess testing strategies, maintenance approaches, and project metrics to ensure software quality.</a:t>
                      </a:r>
                      <a:endParaRPr lang="en-IN" sz="1800" b="0" i="0" u="none" strike="noStrike" cap="none" dirty="0">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562861669"/>
                  </a:ext>
                </a:extLst>
              </a:tr>
              <a:tr h="836527">
                <a:tc>
                  <a:txBody>
                    <a:bodyPr/>
                    <a:lstStyle/>
                    <a:p>
                      <a:pPr>
                        <a:lnSpc>
                          <a:spcPct val="107000"/>
                        </a:lnSpc>
                        <a:spcAft>
                          <a:spcPts val="800"/>
                        </a:spcAft>
                        <a:buNone/>
                      </a:pPr>
                      <a:r>
                        <a:rPr lang="en-US" sz="1800" b="0" u="none" strike="noStrike" cap="none">
                          <a:ln>
                            <a:solidFill>
                              <a:schemeClr val="bg2"/>
                            </a:solidFill>
                          </a:ln>
                          <a:solidFill>
                            <a:sysClr val="windowText" lastClr="000000"/>
                          </a:solidFill>
                          <a:latin typeface="Calibri" panose="020F0502020204030204" pitchFamily="34" charset="0"/>
                          <a:cs typeface="Calibri" panose="020F0502020204030204" pitchFamily="34" charset="0"/>
                          <a:sym typeface="Arial"/>
                        </a:rPr>
                        <a:t>CO5</a:t>
                      </a:r>
                      <a:endParaRPr lang="en-IN" sz="1800" b="0" i="0" u="none" strike="noStrike" cap="none">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lvl="1">
                        <a:lnSpc>
                          <a:spcPct val="107000"/>
                        </a:lnSpc>
                        <a:spcAft>
                          <a:spcPts val="800"/>
                        </a:spcAft>
                        <a:buNone/>
                      </a:pPr>
                      <a:r>
                        <a:rPr lang="en-US" sz="1800" b="0" u="none" strike="noStrike" cap="none" dirty="0">
                          <a:ln>
                            <a:solidFill>
                              <a:schemeClr val="bg2"/>
                            </a:solidFill>
                          </a:ln>
                          <a:solidFill>
                            <a:sysClr val="windowText" lastClr="000000"/>
                          </a:solidFill>
                          <a:latin typeface="Calibri" panose="020F0502020204030204" pitchFamily="34" charset="0"/>
                          <a:cs typeface="Calibri" panose="020F0502020204030204" pitchFamily="34" charset="0"/>
                          <a:sym typeface="Arial"/>
                        </a:rPr>
                        <a:t>Develop complete requirement specifications, design models, test plans, and project management documents (including Jira-based defect tracking) for real-world case studies</a:t>
                      </a:r>
                      <a:endParaRPr lang="en-IN" sz="1800" b="0" i="0" u="none" strike="noStrike" cap="none" dirty="0">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199479134"/>
                  </a:ext>
                </a:extLst>
              </a:tr>
            </a:tbl>
          </a:graphicData>
        </a:graphic>
      </p:graphicFrame>
      <p:pic>
        <p:nvPicPr>
          <p:cNvPr id="3" name="Graphic 2" descr="Chevron arrows with solid fill">
            <a:extLst>
              <a:ext uri="{FF2B5EF4-FFF2-40B4-BE49-F238E27FC236}">
                <a16:creationId xmlns:a16="http://schemas.microsoft.com/office/drawing/2014/main" id="{2139EB93-65F3-1AFD-8324-B3DCBE9220E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319098" y="1800210"/>
            <a:ext cx="346172" cy="216000"/>
          </a:xfrm>
          <a:prstGeom prst="rect">
            <a:avLst/>
          </a:prstGeom>
        </p:spPr>
      </p:pic>
    </p:spTree>
    <p:extLst>
      <p:ext uri="{BB962C8B-B14F-4D97-AF65-F5344CB8AC3E}">
        <p14:creationId xmlns:p14="http://schemas.microsoft.com/office/powerpoint/2010/main" val="1210374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Suggestive Readings</a:t>
              </a:r>
            </a:p>
          </p:txBody>
        </p:sp>
      </p:grpSp>
      <p:sp>
        <p:nvSpPr>
          <p:cNvPr id="111" name="Google Shape;111;p2">
            <a:extLst>
              <a:ext uri="{FF2B5EF4-FFF2-40B4-BE49-F238E27FC236}">
                <a16:creationId xmlns:a16="http://schemas.microsoft.com/office/drawing/2014/main" id="{95329CA0-B433-F78D-DDAC-218F49813DA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23</a:t>
            </a:r>
          </a:p>
        </p:txBody>
      </p:sp>
      <p:sp>
        <p:nvSpPr>
          <p:cNvPr id="4" name="TextBox 3">
            <a:extLst>
              <a:ext uri="{FF2B5EF4-FFF2-40B4-BE49-F238E27FC236}">
                <a16:creationId xmlns:a16="http://schemas.microsoft.com/office/drawing/2014/main" id="{D72EB782-99A3-BCFF-B22A-E7B8A5618FAF}"/>
              </a:ext>
            </a:extLst>
          </p:cNvPr>
          <p:cNvSpPr txBox="1"/>
          <p:nvPr/>
        </p:nvSpPr>
        <p:spPr>
          <a:xfrm>
            <a:off x="780333" y="1275011"/>
            <a:ext cx="8001000" cy="3569567"/>
          </a:xfrm>
          <a:prstGeom prst="rect">
            <a:avLst/>
          </a:prstGeom>
          <a:noFill/>
        </p:spPr>
        <p:txBody>
          <a:bodyPr wrap="square">
            <a:spAutoFit/>
          </a:bodyPr>
          <a:lstStyle/>
          <a:p>
            <a:pPr algn="just">
              <a:lnSpc>
                <a:spcPct val="200000"/>
              </a:lnSpc>
              <a:spcBef>
                <a:spcPts val="600"/>
              </a:spcBef>
              <a:spcAft>
                <a:spcPts val="6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Text Books:</a:t>
            </a:r>
            <a:endParaRPr lang="en-IN" sz="1800" dirty="0">
              <a:effectLst/>
              <a:latin typeface="Calibri" panose="020F0502020204030204" pitchFamily="34" charset="0"/>
              <a:ea typeface="Times New Roman" panose="02020603050405020304" pitchFamily="18" charset="0"/>
              <a:cs typeface="Calibri" panose="020F0502020204030204" pitchFamily="34" charset="0"/>
            </a:endParaRPr>
          </a:p>
          <a:p>
            <a:pPr marL="285750" lvl="0" indent="-285750">
              <a:lnSpc>
                <a:spcPct val="2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Pressman, R. S., “Software Engineering: A Practitioner’s Approach,” McGraw Hill.</a:t>
            </a:r>
            <a:endParaRPr lang="en-IN" sz="1800" dirty="0">
              <a:latin typeface="Calibri" panose="020F0502020204030204" pitchFamily="34" charset="0"/>
              <a:cs typeface="Calibri" panose="020F0502020204030204" pitchFamily="34" charset="0"/>
            </a:endParaRPr>
          </a:p>
          <a:p>
            <a:pPr marL="285750" lvl="0" indent="-285750">
              <a:lnSpc>
                <a:spcPct val="2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Ian Sommerville, “Software Engineering,” Pearson.</a:t>
            </a:r>
            <a:endParaRPr lang="en-IN" sz="1800" dirty="0">
              <a:latin typeface="Calibri" panose="020F0502020204030204" pitchFamily="34" charset="0"/>
              <a:cs typeface="Calibri" panose="020F0502020204030204" pitchFamily="34" charset="0"/>
            </a:endParaRPr>
          </a:p>
          <a:p>
            <a:pPr algn="just">
              <a:lnSpc>
                <a:spcPct val="200000"/>
              </a:lnSpc>
              <a:spcBef>
                <a:spcPts val="600"/>
              </a:spcBef>
              <a:spcAft>
                <a:spcPts val="6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Reference Books:</a:t>
            </a:r>
            <a:endParaRPr lang="en-IN" sz="1800" dirty="0">
              <a:effectLst/>
              <a:latin typeface="Calibri" panose="020F0502020204030204" pitchFamily="34" charset="0"/>
              <a:ea typeface="Times New Roman" panose="02020603050405020304" pitchFamily="18" charset="0"/>
              <a:cs typeface="Calibri" panose="020F0502020204030204" pitchFamily="34" charset="0"/>
            </a:endParaRPr>
          </a:p>
          <a:p>
            <a:pPr marL="285750" lvl="0" indent="-285750">
              <a:lnSpc>
                <a:spcPct val="2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Pankaj </a:t>
            </a:r>
            <a:r>
              <a:rPr lang="en-US" sz="1800" dirty="0" err="1">
                <a:latin typeface="Calibri" panose="020F0502020204030204" pitchFamily="34" charset="0"/>
                <a:cs typeface="Calibri" panose="020F0502020204030204" pitchFamily="34" charset="0"/>
              </a:rPr>
              <a:t>Jalote</a:t>
            </a:r>
            <a:r>
              <a:rPr lang="en-US" sz="1800" dirty="0">
                <a:latin typeface="Calibri" panose="020F0502020204030204" pitchFamily="34" charset="0"/>
                <a:cs typeface="Calibri" panose="020F0502020204030204" pitchFamily="34" charset="0"/>
              </a:rPr>
              <a:t>, “An Integrated Approach to Software Engineering,” </a:t>
            </a:r>
            <a:r>
              <a:rPr lang="en-US" sz="1800" dirty="0" err="1">
                <a:latin typeface="Calibri" panose="020F0502020204030204" pitchFamily="34" charset="0"/>
                <a:cs typeface="Calibri" panose="020F0502020204030204" pitchFamily="34" charset="0"/>
              </a:rPr>
              <a:t>Narosa</a:t>
            </a:r>
            <a:r>
              <a:rPr lang="en-US" sz="1800" dirty="0">
                <a:latin typeface="Calibri" panose="020F0502020204030204" pitchFamily="34" charset="0"/>
                <a:cs typeface="Calibri" panose="020F0502020204030204" pitchFamily="34" charset="0"/>
              </a:rPr>
              <a:t>.</a:t>
            </a:r>
            <a:endParaRPr lang="en-IN" sz="1800" dirty="0">
              <a:latin typeface="Calibri" panose="020F0502020204030204" pitchFamily="34" charset="0"/>
              <a:cs typeface="Calibri" panose="020F0502020204030204" pitchFamily="34" charset="0"/>
            </a:endParaRPr>
          </a:p>
          <a:p>
            <a:pPr marL="285750" lvl="0" indent="-285750">
              <a:lnSpc>
                <a:spcPct val="2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Ghezzi, Jazayeri, </a:t>
            </a:r>
            <a:r>
              <a:rPr lang="en-US" sz="1800" dirty="0" err="1">
                <a:latin typeface="Calibri" panose="020F0502020204030204" pitchFamily="34" charset="0"/>
                <a:cs typeface="Calibri" panose="020F0502020204030204" pitchFamily="34" charset="0"/>
              </a:rPr>
              <a:t>Mandrioli</a:t>
            </a:r>
            <a:r>
              <a:rPr lang="en-US" sz="1800" dirty="0">
                <a:latin typeface="Calibri" panose="020F0502020204030204" pitchFamily="34" charset="0"/>
                <a:cs typeface="Calibri" panose="020F0502020204030204" pitchFamily="34" charset="0"/>
              </a:rPr>
              <a:t>, “Fundamentals of Software Engineering,” PHI.</a:t>
            </a:r>
            <a:endParaRPr lang="en-IN"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5429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B83A878-A8C8-7563-ACC5-60FA0ECC44F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9A4CEF4-12CF-768B-A34D-158E7C86A758}"/>
              </a:ext>
            </a:extLst>
          </p:cNvPr>
          <p:cNvGrpSpPr/>
          <p:nvPr/>
        </p:nvGrpSpPr>
        <p:grpSpPr>
          <a:xfrm>
            <a:off x="616475" y="562737"/>
            <a:ext cx="8277101" cy="444600"/>
            <a:chOff x="0" y="6299"/>
            <a:chExt cx="5580934" cy="444600"/>
          </a:xfrm>
          <a:noFill/>
        </p:grpSpPr>
        <p:sp>
          <p:nvSpPr>
            <p:cNvPr id="109" name="Google Shape;109;p2">
              <a:extLst>
                <a:ext uri="{FF2B5EF4-FFF2-40B4-BE49-F238E27FC236}">
                  <a16:creationId xmlns:a16="http://schemas.microsoft.com/office/drawing/2014/main" id="{AF07FB58-ECE4-103C-FAE0-D4F3B657187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622E3EC-0CED-9721-7595-ED925977BC7E}"/>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Unit-I Syllabus </a:t>
              </a:r>
            </a:p>
          </p:txBody>
        </p:sp>
      </p:grpSp>
      <p:sp>
        <p:nvSpPr>
          <p:cNvPr id="8" name="TextBox 7"/>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graphicFrame>
        <p:nvGraphicFramePr>
          <p:cNvPr id="2" name="Table 1">
            <a:extLst>
              <a:ext uri="{FF2B5EF4-FFF2-40B4-BE49-F238E27FC236}">
                <a16:creationId xmlns:a16="http://schemas.microsoft.com/office/drawing/2014/main" id="{EE777444-8FB4-66CE-F759-1573782085CD}"/>
              </a:ext>
            </a:extLst>
          </p:cNvPr>
          <p:cNvGraphicFramePr>
            <a:graphicFrameLocks noGrp="1"/>
          </p:cNvGraphicFramePr>
          <p:nvPr/>
        </p:nvGraphicFramePr>
        <p:xfrm>
          <a:off x="815340" y="1537527"/>
          <a:ext cx="7719060" cy="2875922"/>
        </p:xfrm>
        <a:graphic>
          <a:graphicData uri="http://schemas.openxmlformats.org/drawingml/2006/table">
            <a:tbl>
              <a:tblPr firstRow="1" firstCol="1" bandRow="1">
                <a:tableStyleId>{2D5ABB26-0587-4C30-8999-92F81FD0307C}</a:tableStyleId>
              </a:tblPr>
              <a:tblGrid>
                <a:gridCol w="1827493">
                  <a:extLst>
                    <a:ext uri="{9D8B030D-6E8A-4147-A177-3AD203B41FA5}">
                      <a16:colId xmlns:a16="http://schemas.microsoft.com/office/drawing/2014/main" val="38313313"/>
                    </a:ext>
                  </a:extLst>
                </a:gridCol>
                <a:gridCol w="5891567">
                  <a:extLst>
                    <a:ext uri="{9D8B030D-6E8A-4147-A177-3AD203B41FA5}">
                      <a16:colId xmlns:a16="http://schemas.microsoft.com/office/drawing/2014/main" val="1926233377"/>
                    </a:ext>
                  </a:extLst>
                </a:gridCol>
              </a:tblGrid>
              <a:tr h="779926">
                <a:tc>
                  <a:txBody>
                    <a:bodyPr/>
                    <a:lstStyle/>
                    <a:p>
                      <a:pPr marR="0" algn="l" rtl="0">
                        <a:lnSpc>
                          <a:spcPct val="150000"/>
                        </a:lnSpc>
                        <a:spcBef>
                          <a:spcPts val="0"/>
                        </a:spcBef>
                        <a:spcAft>
                          <a:spcPts val="0"/>
                        </a:spcAft>
                        <a:buClr>
                          <a:srgbClr val="000000"/>
                        </a:buClr>
                        <a:buFont typeface="Arial"/>
                        <a:buNone/>
                      </a:pPr>
                      <a:r>
                        <a:rPr lang="en-US"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rPr>
                        <a:t>Unit</a:t>
                      </a:r>
                      <a:r>
                        <a:rPr lang="en-GB"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rPr>
                        <a:t>-1</a:t>
                      </a:r>
                      <a:endParaRPr lang="en-IN"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R="0" algn="l" rtl="0">
                        <a:lnSpc>
                          <a:spcPct val="150000"/>
                        </a:lnSpc>
                        <a:spcBef>
                          <a:spcPts val="0"/>
                        </a:spcBef>
                        <a:spcAft>
                          <a:spcPts val="0"/>
                        </a:spcAft>
                        <a:buClr>
                          <a:srgbClr val="000000"/>
                        </a:buClr>
                        <a:buFont typeface="Arial"/>
                        <a:buNone/>
                      </a:pPr>
                      <a:r>
                        <a:rPr lang="en-US"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rPr>
                        <a:t>Unit 1: Software Process and Requirement Engineering (15 hours)</a:t>
                      </a:r>
                      <a:endParaRPr lang="en-IN"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955392206"/>
                  </a:ext>
                </a:extLst>
              </a:tr>
              <a:tr h="779926">
                <a:tc>
                  <a:txBody>
                    <a:bodyPr/>
                    <a:lstStyle/>
                    <a:p>
                      <a:pPr marR="0" rtl="0">
                        <a:lnSpc>
                          <a:spcPct val="150000"/>
                        </a:lnSpc>
                        <a:spcAft>
                          <a:spcPts val="800"/>
                        </a:spcAft>
                        <a:buClr>
                          <a:srgbClr val="000000"/>
                        </a:buClr>
                        <a:buNone/>
                      </a:pPr>
                      <a:r>
                        <a:rPr lang="en-US" sz="1800" b="1" i="0" u="none" strike="noStrike" cap="none" dirty="0">
                          <a:solidFill>
                            <a:srgbClr val="000000"/>
                          </a:solidFill>
                          <a:effectLst/>
                          <a:latin typeface="Calibri" panose="020F0502020204030204" pitchFamily="34" charset="0"/>
                          <a:cs typeface="Calibri" panose="020F0502020204030204" pitchFamily="34" charset="0"/>
                          <a:sym typeface="Arial"/>
                        </a:rPr>
                        <a:t>Chapter 1.1</a:t>
                      </a:r>
                      <a:endParaRPr lang="en-IN" sz="1800" b="1"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R="0" rtl="0">
                        <a:lnSpc>
                          <a:spcPct val="150000"/>
                        </a:lnSpc>
                        <a:buClr>
                          <a:srgbClr val="000000"/>
                        </a:buClr>
                        <a:buNone/>
                      </a:pPr>
                      <a:r>
                        <a:rPr lang="en-US" sz="1800" b="0" i="0" u="none" strike="noStrike" cap="none" dirty="0">
                          <a:solidFill>
                            <a:srgbClr val="000000"/>
                          </a:solidFill>
                          <a:effectLst/>
                          <a:latin typeface="Calibri" panose="020F0502020204030204" pitchFamily="34" charset="0"/>
                          <a:cs typeface="Calibri" panose="020F0502020204030204" pitchFamily="34" charset="0"/>
                          <a:sym typeface="Arial"/>
                        </a:rPr>
                        <a:t>Software Engineering: Introduction, SDLC, Agile vs Traditional models.</a:t>
                      </a:r>
                      <a:endParaRPr lang="en-IN" sz="18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28326827"/>
                  </a:ext>
                </a:extLst>
              </a:tr>
              <a:tr h="779926">
                <a:tc>
                  <a:txBody>
                    <a:bodyPr/>
                    <a:lstStyle/>
                    <a:p>
                      <a:pPr marR="0" rtl="0">
                        <a:lnSpc>
                          <a:spcPct val="150000"/>
                        </a:lnSpc>
                        <a:spcAft>
                          <a:spcPts val="800"/>
                        </a:spcAft>
                        <a:buClr>
                          <a:srgbClr val="000000"/>
                        </a:buClr>
                        <a:buNone/>
                      </a:pPr>
                      <a:r>
                        <a:rPr lang="en-US" sz="1800" b="1" i="0" u="none" strike="noStrike" cap="none">
                          <a:solidFill>
                            <a:srgbClr val="000000"/>
                          </a:solidFill>
                          <a:effectLst/>
                          <a:latin typeface="Calibri" panose="020F0502020204030204" pitchFamily="34" charset="0"/>
                          <a:cs typeface="Calibri" panose="020F0502020204030204" pitchFamily="34" charset="0"/>
                          <a:sym typeface="Arial"/>
                        </a:rPr>
                        <a:t>Chapter 1.2</a:t>
                      </a:r>
                      <a:endParaRPr lang="en-IN" sz="1800" b="1" i="0" u="none" strike="noStrike" cap="none">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R="0" rtl="0">
                        <a:lnSpc>
                          <a:spcPct val="150000"/>
                        </a:lnSpc>
                        <a:buClr>
                          <a:srgbClr val="000000"/>
                        </a:buClr>
                        <a:buNone/>
                      </a:pPr>
                      <a:r>
                        <a:rPr lang="en-US" sz="1800" b="0" i="0" u="none" strike="noStrike" cap="none" dirty="0">
                          <a:solidFill>
                            <a:srgbClr val="000000"/>
                          </a:solidFill>
                          <a:effectLst/>
                          <a:latin typeface="Calibri" panose="020F0502020204030204" pitchFamily="34" charset="0"/>
                          <a:cs typeface="Calibri" panose="020F0502020204030204" pitchFamily="34" charset="0"/>
                          <a:sym typeface="Arial"/>
                        </a:rPr>
                        <a:t>Requirement Engineering: Elicitation, Analysis, Specification, Validation.</a:t>
                      </a:r>
                      <a:endParaRPr lang="en-IN" sz="18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662942923"/>
                  </a:ext>
                </a:extLst>
              </a:tr>
              <a:tr h="534677">
                <a:tc>
                  <a:txBody>
                    <a:bodyPr/>
                    <a:lstStyle/>
                    <a:p>
                      <a:pPr marR="0" rtl="0">
                        <a:lnSpc>
                          <a:spcPct val="150000"/>
                        </a:lnSpc>
                        <a:spcAft>
                          <a:spcPts val="800"/>
                        </a:spcAft>
                        <a:buClr>
                          <a:srgbClr val="000000"/>
                        </a:buClr>
                        <a:buNone/>
                      </a:pPr>
                      <a:r>
                        <a:rPr lang="en-US" sz="1800" b="1" i="0" u="none" strike="noStrike" cap="none">
                          <a:solidFill>
                            <a:srgbClr val="000000"/>
                          </a:solidFill>
                          <a:effectLst/>
                          <a:latin typeface="Calibri" panose="020F0502020204030204" pitchFamily="34" charset="0"/>
                          <a:cs typeface="Calibri" panose="020F0502020204030204" pitchFamily="34" charset="0"/>
                          <a:sym typeface="Arial"/>
                        </a:rPr>
                        <a:t>Chapter 1.3</a:t>
                      </a:r>
                      <a:endParaRPr lang="en-IN" sz="1800" b="1" i="0" u="none" strike="noStrike" cap="none">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R="0" rtl="0">
                        <a:lnSpc>
                          <a:spcPct val="150000"/>
                        </a:lnSpc>
                        <a:buClr>
                          <a:srgbClr val="000000"/>
                        </a:buClr>
                        <a:buNone/>
                      </a:pPr>
                      <a:r>
                        <a:rPr lang="en-US" sz="1800" b="0" i="0" u="none" strike="noStrike" cap="none" dirty="0">
                          <a:solidFill>
                            <a:srgbClr val="000000"/>
                          </a:solidFill>
                          <a:effectLst/>
                          <a:latin typeface="Calibri" panose="020F0502020204030204" pitchFamily="34" charset="0"/>
                          <a:cs typeface="Calibri" panose="020F0502020204030204" pitchFamily="34" charset="0"/>
                          <a:sym typeface="Arial"/>
                        </a:rPr>
                        <a:t>Case Studies: Requirements in online payment systems.</a:t>
                      </a:r>
                      <a:endParaRPr lang="en-IN" sz="18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665356180"/>
                  </a:ext>
                </a:extLst>
              </a:tr>
            </a:tbl>
          </a:graphicData>
        </a:graphic>
      </p:graphicFrame>
      <p:pic>
        <p:nvPicPr>
          <p:cNvPr id="3" name="Graphic 2" descr="Chevron arrows with solid fill">
            <a:extLst>
              <a:ext uri="{FF2B5EF4-FFF2-40B4-BE49-F238E27FC236}">
                <a16:creationId xmlns:a16="http://schemas.microsoft.com/office/drawing/2014/main" id="{E135E308-1A0E-79EB-6C0F-C38D5CB8C5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436514" y="3202890"/>
            <a:ext cx="346172" cy="216000"/>
          </a:xfrm>
          <a:prstGeom prst="rect">
            <a:avLst/>
          </a:prstGeom>
        </p:spPr>
      </p:pic>
    </p:spTree>
    <p:extLst>
      <p:ext uri="{BB962C8B-B14F-4D97-AF65-F5344CB8AC3E}">
        <p14:creationId xmlns:p14="http://schemas.microsoft.com/office/powerpoint/2010/main" val="1440648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F165C73-F363-A304-734E-7CBF8D3F9F6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7B7C442-1162-E7EE-DA61-E33D8E4C9122}"/>
              </a:ext>
            </a:extLst>
          </p:cNvPr>
          <p:cNvGrpSpPr/>
          <p:nvPr/>
        </p:nvGrpSpPr>
        <p:grpSpPr>
          <a:xfrm>
            <a:off x="760020" y="218172"/>
            <a:ext cx="8265225" cy="755814"/>
            <a:chOff x="0" y="6299"/>
            <a:chExt cx="5580934" cy="755814"/>
          </a:xfrm>
          <a:noFill/>
        </p:grpSpPr>
        <p:sp>
          <p:nvSpPr>
            <p:cNvPr id="109" name="Google Shape;109;p2">
              <a:extLst>
                <a:ext uri="{FF2B5EF4-FFF2-40B4-BE49-F238E27FC236}">
                  <a16:creationId xmlns:a16="http://schemas.microsoft.com/office/drawing/2014/main" id="{8E0F9992-62FC-4C63-BED6-091FF56DEF0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FBE6ABC-C3B9-AA73-42F9-036BD547E8EB}"/>
                </a:ext>
              </a:extLst>
            </p:cNvPr>
            <p:cNvSpPr txBox="1"/>
            <p:nvPr/>
          </p:nvSpPr>
          <p:spPr>
            <a:xfrm>
              <a:off x="7974" y="360921"/>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Recap of Previous Lecture</a:t>
              </a:r>
            </a:p>
          </p:txBody>
        </p:sp>
      </p:grpSp>
      <p:sp>
        <p:nvSpPr>
          <p:cNvPr id="111" name="Google Shape;111;p2">
            <a:extLst>
              <a:ext uri="{FF2B5EF4-FFF2-40B4-BE49-F238E27FC236}">
                <a16:creationId xmlns:a16="http://schemas.microsoft.com/office/drawing/2014/main" id="{8B576DE2-C283-2E3E-CC36-4B7ABE8B874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
        <p:nvSpPr>
          <p:cNvPr id="2" name="Content Placeholder 2">
            <a:extLst>
              <a:ext uri="{FF2B5EF4-FFF2-40B4-BE49-F238E27FC236}">
                <a16:creationId xmlns:a16="http://schemas.microsoft.com/office/drawing/2014/main" id="{DC15CC39-A72D-8FB2-99C2-19067840EBFA}"/>
              </a:ext>
            </a:extLst>
          </p:cNvPr>
          <p:cNvSpPr txBox="1">
            <a:spLocks/>
          </p:cNvSpPr>
          <p:nvPr/>
        </p:nvSpPr>
        <p:spPr>
          <a:xfrm>
            <a:off x="663976" y="1481696"/>
            <a:ext cx="8229600"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1800" b="0" i="0" u="none" strike="noStrike" kern="1200" cap="none" spc="0" normalizeH="0" baseline="0" noProof="0" dirty="0">
                <a:ln>
                  <a:noFill/>
                </a:ln>
                <a:solidFill>
                  <a:srgbClr val="46424D"/>
                </a:solidFill>
                <a:effectLst/>
                <a:uLnTx/>
                <a:uFillTx/>
                <a:latin typeface="Calibri "/>
              </a:rPr>
              <a:t>Discusses various SDLC Models and their comparison </a:t>
            </a:r>
          </a:p>
          <a:p>
            <a:pPr marL="342900" marR="0" lvl="0" indent="-342900" algn="l"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1800" b="0" i="0" u="none" strike="noStrike" kern="1200" cap="none" spc="0" normalizeH="0" baseline="0" noProof="0" dirty="0">
                <a:ln>
                  <a:noFill/>
                </a:ln>
                <a:solidFill>
                  <a:srgbClr val="46424D"/>
                </a:solidFill>
                <a:effectLst/>
                <a:uLnTx/>
                <a:uFillTx/>
                <a:latin typeface="Calibri "/>
              </a:rPr>
              <a:t>Discussed AGILE Development Model </a:t>
            </a:r>
          </a:p>
          <a:p>
            <a:pPr marL="342900" marR="0" lvl="0" indent="-342900" algn="l"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1800" b="0" i="0" u="none" strike="noStrike" kern="1200" cap="none" spc="0" normalizeH="0" baseline="0" noProof="0" dirty="0">
                <a:ln>
                  <a:noFill/>
                </a:ln>
                <a:solidFill>
                  <a:srgbClr val="46424D"/>
                </a:solidFill>
                <a:effectLst/>
                <a:uLnTx/>
                <a:uFillTx/>
                <a:latin typeface="Calibri "/>
              </a:rPr>
              <a:t>Agile methods are incremental development methods that focus on rapid software development, frequent releases of the software, reducing process overheads by minimizing documentation and producing high-quality code.  </a:t>
            </a:r>
          </a:p>
        </p:txBody>
      </p:sp>
    </p:spTree>
    <p:extLst>
      <p:ext uri="{BB962C8B-B14F-4D97-AF65-F5344CB8AC3E}">
        <p14:creationId xmlns:p14="http://schemas.microsoft.com/office/powerpoint/2010/main" val="1337512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B83A878-A8C8-7563-ACC5-60FA0ECC44F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9A4CEF4-12CF-768B-A34D-158E7C86A758}"/>
              </a:ext>
            </a:extLst>
          </p:cNvPr>
          <p:cNvGrpSpPr/>
          <p:nvPr/>
        </p:nvGrpSpPr>
        <p:grpSpPr>
          <a:xfrm>
            <a:off x="83127" y="315187"/>
            <a:ext cx="8277101" cy="444600"/>
            <a:chOff x="0" y="6299"/>
            <a:chExt cx="5580934" cy="444600"/>
          </a:xfrm>
          <a:noFill/>
        </p:grpSpPr>
        <p:sp>
          <p:nvSpPr>
            <p:cNvPr id="109" name="Google Shape;109;p2">
              <a:extLst>
                <a:ext uri="{FF2B5EF4-FFF2-40B4-BE49-F238E27FC236}">
                  <a16:creationId xmlns:a16="http://schemas.microsoft.com/office/drawing/2014/main" id="{AF07FB58-ECE4-103C-FAE0-D4F3B657187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622E3EC-0CED-9721-7595-ED925977BC7E}"/>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Topic </a:t>
              </a:r>
            </a:p>
          </p:txBody>
        </p:sp>
      </p:grpSp>
      <p:sp>
        <p:nvSpPr>
          <p:cNvPr id="113" name="Google Shape;113;p2">
            <a:extLst>
              <a:ext uri="{FF2B5EF4-FFF2-40B4-BE49-F238E27FC236}">
                <a16:creationId xmlns:a16="http://schemas.microsoft.com/office/drawing/2014/main" id="{BC685EF9-A30D-D2E6-4A85-FB96E46BDA9B}"/>
              </a:ext>
            </a:extLst>
          </p:cNvPr>
          <p:cNvSpPr txBox="1"/>
          <p:nvPr/>
        </p:nvSpPr>
        <p:spPr>
          <a:xfrm>
            <a:off x="901477" y="1564968"/>
            <a:ext cx="5910804" cy="4413476"/>
          </a:xfrm>
          <a:prstGeom prst="rect">
            <a:avLst/>
          </a:prstGeom>
          <a:noFill/>
          <a:ln>
            <a:noFill/>
          </a:ln>
        </p:spPr>
        <p:txBody>
          <a:bodyPr spcFirstLastPara="1" wrap="square" lIns="91425" tIns="45700" rIns="91425" bIns="45700" anchor="t" anchorCtr="0">
            <a:spAutoFit/>
          </a:bodyPr>
          <a:lstStyle/>
          <a:p>
            <a:pPr marL="342900" indent="-342900">
              <a:lnSpc>
                <a:spcPct val="150000"/>
              </a:lnSpc>
              <a:buSzPts val="1900"/>
              <a:buFont typeface="Arial" panose="020B0604020202020204" pitchFamily="34" charset="0"/>
              <a:buChar char="•"/>
            </a:pPr>
            <a:r>
              <a:rPr lang="en-IN" sz="2000" dirty="0">
                <a:latin typeface="Calibri "/>
              </a:rPr>
              <a:t>Introduction to Requirement Elicitation</a:t>
            </a:r>
            <a:r>
              <a:rPr lang="en-US" sz="2000" dirty="0">
                <a:latin typeface="Calibri "/>
              </a:rPr>
              <a:t> </a:t>
            </a:r>
          </a:p>
          <a:p>
            <a:pPr marL="342900" indent="-342900">
              <a:lnSpc>
                <a:spcPct val="150000"/>
              </a:lnSpc>
              <a:buSzPts val="1900"/>
              <a:buFont typeface="Arial" panose="020B0604020202020204" pitchFamily="34" charset="0"/>
              <a:buChar char="•"/>
            </a:pPr>
            <a:r>
              <a:rPr lang="en-US" sz="2000" dirty="0">
                <a:latin typeface="Calibri "/>
              </a:rPr>
              <a:t>Why Requirement Elicitation Is Important </a:t>
            </a:r>
          </a:p>
          <a:p>
            <a:pPr marL="342900" indent="-342900">
              <a:lnSpc>
                <a:spcPct val="150000"/>
              </a:lnSpc>
              <a:buSzPts val="1900"/>
              <a:buFont typeface="Arial" panose="020B0604020202020204" pitchFamily="34" charset="0"/>
              <a:buChar char="•"/>
            </a:pPr>
            <a:r>
              <a:rPr lang="en-US" sz="2000" dirty="0">
                <a:latin typeface="Calibri "/>
              </a:rPr>
              <a:t>Goals of Requirement Elicitation </a:t>
            </a:r>
          </a:p>
          <a:p>
            <a:pPr marL="342900" indent="-342900">
              <a:lnSpc>
                <a:spcPct val="150000"/>
              </a:lnSpc>
              <a:buSzPts val="1900"/>
              <a:buFont typeface="Arial" panose="020B0604020202020204" pitchFamily="34" charset="0"/>
              <a:buChar char="•"/>
            </a:pPr>
            <a:r>
              <a:rPr lang="en-US" sz="2000" dirty="0">
                <a:latin typeface="Calibri "/>
              </a:rPr>
              <a:t>Stakeholders in Requirement Elicitation</a:t>
            </a:r>
          </a:p>
          <a:p>
            <a:pPr marL="342900" indent="-342900">
              <a:lnSpc>
                <a:spcPct val="150000"/>
              </a:lnSpc>
              <a:buSzPts val="1900"/>
              <a:buFont typeface="Arial" panose="020B0604020202020204" pitchFamily="34" charset="0"/>
              <a:buChar char="•"/>
            </a:pPr>
            <a:r>
              <a:rPr lang="en-IN" sz="2000" dirty="0">
                <a:latin typeface="Calibri "/>
              </a:rPr>
              <a:t>Elicitation Activities</a:t>
            </a:r>
            <a:r>
              <a:rPr lang="en-US" sz="2000" dirty="0">
                <a:latin typeface="Calibri "/>
              </a:rPr>
              <a:t> </a:t>
            </a:r>
          </a:p>
          <a:p>
            <a:pPr marL="342900" indent="-342900">
              <a:lnSpc>
                <a:spcPct val="150000"/>
              </a:lnSpc>
              <a:buSzPts val="1900"/>
              <a:buFont typeface="Arial" panose="020B0604020202020204" pitchFamily="34" charset="0"/>
              <a:buChar char="•"/>
            </a:pPr>
            <a:r>
              <a:rPr lang="en-US" sz="2000" dirty="0">
                <a:latin typeface="Calibri "/>
              </a:rPr>
              <a:t>Features of a Good SRS document</a:t>
            </a:r>
            <a:endParaRPr lang="en-IN" sz="2000" dirty="0">
              <a:latin typeface="Calibri "/>
            </a:endParaRPr>
          </a:p>
          <a:p>
            <a:pPr marL="342900" indent="-342900">
              <a:lnSpc>
                <a:spcPct val="90000"/>
              </a:lnSpc>
              <a:buSzPts val="1900"/>
              <a:buFont typeface="Arial" panose="020B0604020202020204" pitchFamily="34" charset="0"/>
              <a:buChar char="•"/>
            </a:pPr>
            <a:endParaRPr lang="en-US" sz="2000" dirty="0">
              <a:latin typeface="Calibri "/>
            </a:endParaRPr>
          </a:p>
          <a:p>
            <a:pPr marL="342900" indent="-342900">
              <a:lnSpc>
                <a:spcPct val="90000"/>
              </a:lnSpc>
              <a:buSzPts val="1900"/>
              <a:buFont typeface="Arial" panose="020B0604020202020204" pitchFamily="34" charset="0"/>
              <a:buChar char="•"/>
            </a:pPr>
            <a:endParaRPr lang="en-US" sz="36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342900" indent="-342900">
              <a:lnSpc>
                <a:spcPct val="90000"/>
              </a:lnSpc>
              <a:buSzPts val="1900"/>
              <a:buFont typeface="Arial" panose="020B0604020202020204" pitchFamily="34" charset="0"/>
              <a:buChar char="•"/>
            </a:pPr>
            <a:endParaRPr lang="en-US" sz="36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90000"/>
              </a:lnSpc>
              <a:buSzPts val="1900"/>
              <a:buFont typeface="Arial" panose="020B0604020202020204" pitchFamily="34" charset="0"/>
              <a:buChar char="•"/>
            </a:pPr>
            <a:endParaRPr lang="en-US" sz="2000" dirty="0">
              <a:solidFill>
                <a:schemeClr val="bg2"/>
              </a:solidFill>
              <a:latin typeface="Calibri "/>
              <a:ea typeface="Calibri" panose="020F0502020204030204" pitchFamily="34" charset="0"/>
              <a:cs typeface="Calibri" panose="020F0502020204030204" pitchFamily="34" charset="0"/>
            </a:endParaRPr>
          </a:p>
        </p:txBody>
      </p:sp>
      <p:sp>
        <p:nvSpPr>
          <p:cNvPr id="8" name="TextBox 7"/>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Tree>
    <p:extLst>
      <p:ext uri="{BB962C8B-B14F-4D97-AF65-F5344CB8AC3E}">
        <p14:creationId xmlns:p14="http://schemas.microsoft.com/office/powerpoint/2010/main" val="2691230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59123A7-9CE8-50E9-3446-D2F979DDED2F}"/>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4CD68670-E600-D758-2545-3AE90B450E7F}"/>
              </a:ext>
            </a:extLst>
          </p:cNvPr>
          <p:cNvGrpSpPr/>
          <p:nvPr/>
        </p:nvGrpSpPr>
        <p:grpSpPr>
          <a:xfrm>
            <a:off x="83127" y="315187"/>
            <a:ext cx="8802471" cy="479769"/>
            <a:chOff x="0" y="6299"/>
            <a:chExt cx="5935171" cy="479769"/>
          </a:xfrm>
          <a:noFill/>
        </p:grpSpPr>
        <p:sp>
          <p:nvSpPr>
            <p:cNvPr id="109" name="Google Shape;109;p2">
              <a:extLst>
                <a:ext uri="{FF2B5EF4-FFF2-40B4-BE49-F238E27FC236}">
                  <a16:creationId xmlns:a16="http://schemas.microsoft.com/office/drawing/2014/main" id="{5B541827-2308-EE08-ED71-4D5946FEDA8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bg2"/>
                </a:solidFill>
              </a:endParaRPr>
            </a:p>
          </p:txBody>
        </p:sp>
        <p:sp>
          <p:nvSpPr>
            <p:cNvPr id="110" name="Google Shape;110;p2">
              <a:extLst>
                <a:ext uri="{FF2B5EF4-FFF2-40B4-BE49-F238E27FC236}">
                  <a16:creationId xmlns:a16="http://schemas.microsoft.com/office/drawing/2014/main" id="{94028654-C800-219E-0DF8-D357332731C2}"/>
                </a:ext>
              </a:extLst>
            </p:cNvPr>
            <p:cNvSpPr txBox="1"/>
            <p:nvPr/>
          </p:nvSpPr>
          <p:spPr>
            <a:xfrm>
              <a:off x="397645" y="84876"/>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IN" sz="3200" b="1" dirty="0"/>
                <a:t> Introduction to Requirement Elicitation</a:t>
              </a: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a:t>
              </a:r>
            </a:p>
          </p:txBody>
        </p:sp>
      </p:grpSp>
      <p:sp>
        <p:nvSpPr>
          <p:cNvPr id="113" name="Google Shape;113;p2">
            <a:extLst>
              <a:ext uri="{FF2B5EF4-FFF2-40B4-BE49-F238E27FC236}">
                <a16:creationId xmlns:a16="http://schemas.microsoft.com/office/drawing/2014/main" id="{08FDAE47-C143-D81B-D11A-163FBB7E35BF}"/>
              </a:ext>
            </a:extLst>
          </p:cNvPr>
          <p:cNvSpPr txBox="1"/>
          <p:nvPr/>
        </p:nvSpPr>
        <p:spPr>
          <a:xfrm>
            <a:off x="474757" y="1333457"/>
            <a:ext cx="7885472" cy="2862282"/>
          </a:xfrm>
          <a:prstGeom prst="rect">
            <a:avLst/>
          </a:prstGeom>
          <a:noFill/>
          <a:ln>
            <a:noFill/>
          </a:ln>
        </p:spPr>
        <p:txBody>
          <a:bodyPr spcFirstLastPara="1" wrap="square" lIns="91425" tIns="45700" rIns="91425" bIns="45700" anchor="t" anchorCtr="0">
            <a:spAutoFit/>
          </a:bodyPr>
          <a:lstStyle/>
          <a:p>
            <a:pPr algn="just"/>
            <a:r>
              <a:rPr lang="en-US" sz="1800" dirty="0"/>
              <a:t>Requirement Elicitation is the </a:t>
            </a:r>
            <a:r>
              <a:rPr lang="en-US" sz="1800" b="1" dirty="0"/>
              <a:t>first and most crucial</a:t>
            </a:r>
            <a:r>
              <a:rPr lang="en-US" sz="1800" dirty="0"/>
              <a:t> step of Requirement </a:t>
            </a:r>
            <a:r>
              <a:rPr lang="en-US" sz="1800" dirty="0" err="1"/>
              <a:t>Engineering.It</a:t>
            </a:r>
            <a:r>
              <a:rPr lang="en-US" sz="1800" dirty="0"/>
              <a:t> refers to the </a:t>
            </a:r>
            <a:r>
              <a:rPr lang="en-US" sz="1800" b="1" dirty="0"/>
              <a:t>systematic process of gathering information</a:t>
            </a:r>
            <a:r>
              <a:rPr lang="en-US" sz="1800" dirty="0"/>
              <a:t> from stakeholders to understand:</a:t>
            </a:r>
          </a:p>
          <a:p>
            <a:pPr algn="just"/>
            <a:endParaRPr lang="en-US" sz="1800" dirty="0"/>
          </a:p>
          <a:p>
            <a:pPr marL="285750" indent="-285750" algn="just">
              <a:buFont typeface="Arial" panose="020B0604020202020204" pitchFamily="34" charset="0"/>
              <a:buChar char="•"/>
            </a:pPr>
            <a:r>
              <a:rPr lang="en-US" sz="1800" dirty="0"/>
              <a:t>What the system should do</a:t>
            </a:r>
          </a:p>
          <a:p>
            <a:pPr marL="285750" indent="-285750" algn="just">
              <a:buFont typeface="Arial" panose="020B0604020202020204" pitchFamily="34" charset="0"/>
              <a:buChar char="•"/>
            </a:pPr>
            <a:r>
              <a:rPr lang="en-US" sz="1800" dirty="0"/>
              <a:t>Constraints under which the system operates</a:t>
            </a:r>
          </a:p>
          <a:p>
            <a:pPr marL="285750" indent="-285750" algn="just">
              <a:buFont typeface="Arial" panose="020B0604020202020204" pitchFamily="34" charset="0"/>
              <a:buChar char="•"/>
            </a:pPr>
            <a:r>
              <a:rPr lang="en-US" sz="1800" dirty="0"/>
              <a:t>User expectations and business needs</a:t>
            </a:r>
          </a:p>
          <a:p>
            <a:pPr algn="just"/>
            <a:endParaRPr lang="en-US" sz="1800" dirty="0"/>
          </a:p>
          <a:p>
            <a:pPr algn="just"/>
            <a:r>
              <a:rPr lang="en-US" sz="1800" dirty="0"/>
              <a:t>Elicitation bridges the gap between </a:t>
            </a:r>
            <a:r>
              <a:rPr lang="en-US" sz="1800" b="1" dirty="0"/>
              <a:t>stakeholder needs</a:t>
            </a:r>
            <a:r>
              <a:rPr lang="en-US" sz="1800" dirty="0"/>
              <a:t> and </a:t>
            </a:r>
            <a:r>
              <a:rPr lang="en-US" sz="1800" b="1" dirty="0"/>
              <a:t>software solutions</a:t>
            </a:r>
            <a:r>
              <a:rPr lang="en-US" sz="1800" dirty="0"/>
              <a:t>.</a:t>
            </a:r>
          </a:p>
        </p:txBody>
      </p:sp>
      <p:sp>
        <p:nvSpPr>
          <p:cNvPr id="8" name="TextBox 7">
            <a:extLst>
              <a:ext uri="{FF2B5EF4-FFF2-40B4-BE49-F238E27FC236}">
                <a16:creationId xmlns:a16="http://schemas.microsoft.com/office/drawing/2014/main" id="{6BA289E7-2D87-920F-671D-932E3BD8588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Tree>
    <p:extLst>
      <p:ext uri="{BB962C8B-B14F-4D97-AF65-F5344CB8AC3E}">
        <p14:creationId xmlns:p14="http://schemas.microsoft.com/office/powerpoint/2010/main" val="57469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9EF43A0-AFBF-FCBB-644C-8FC32BDEEF7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ED7C7D0A-FC45-B300-EAD9-0AA6D2924D39}"/>
              </a:ext>
            </a:extLst>
          </p:cNvPr>
          <p:cNvGrpSpPr/>
          <p:nvPr/>
        </p:nvGrpSpPr>
        <p:grpSpPr>
          <a:xfrm>
            <a:off x="83127" y="315187"/>
            <a:ext cx="8277101" cy="444600"/>
            <a:chOff x="0" y="6299"/>
            <a:chExt cx="5580934" cy="444600"/>
          </a:xfrm>
          <a:noFill/>
        </p:grpSpPr>
        <p:sp>
          <p:nvSpPr>
            <p:cNvPr id="109" name="Google Shape;109;p2">
              <a:extLst>
                <a:ext uri="{FF2B5EF4-FFF2-40B4-BE49-F238E27FC236}">
                  <a16:creationId xmlns:a16="http://schemas.microsoft.com/office/drawing/2014/main" id="{C13F993A-AC4A-CEDE-3B0B-FC132C403AC2}"/>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ACF2BAE2-30F0-4A08-A589-25782AFB74D2}"/>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2400" b="1" dirty="0"/>
                <a:t>Why Requirement Elicitation Is Important</a:t>
              </a:r>
              <a:r>
                <a:rPr lang="en-US" sz="24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graphicFrame>
        <p:nvGraphicFramePr>
          <p:cNvPr id="7" name="Diagram 6">
            <a:extLst>
              <a:ext uri="{FF2B5EF4-FFF2-40B4-BE49-F238E27FC236}">
                <a16:creationId xmlns:a16="http://schemas.microsoft.com/office/drawing/2014/main" id="{FC5768D8-2A35-96CE-D6CE-1CB75AD0FCED}"/>
              </a:ext>
            </a:extLst>
          </p:cNvPr>
          <p:cNvGraphicFramePr/>
          <p:nvPr>
            <p:extLst>
              <p:ext uri="{D42A27DB-BD31-4B8C-83A1-F6EECF244321}">
                <p14:modId xmlns:p14="http://schemas.microsoft.com/office/powerpoint/2010/main" val="620060625"/>
              </p:ext>
            </p:extLst>
          </p:nvPr>
        </p:nvGraphicFramePr>
        <p:xfrm>
          <a:off x="957468" y="909648"/>
          <a:ext cx="7229064" cy="36009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DA30D2A0-7F48-DFA8-2994-6A2023096B9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Tree>
    <p:extLst>
      <p:ext uri="{BB962C8B-B14F-4D97-AF65-F5344CB8AC3E}">
        <p14:creationId xmlns:p14="http://schemas.microsoft.com/office/powerpoint/2010/main" val="74707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85A5B41-8954-CD86-CA16-7EBA032913B4}"/>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A783C53-2FC5-CE53-C1AE-78C28F806CF7}"/>
              </a:ext>
            </a:extLst>
          </p:cNvPr>
          <p:cNvGrpSpPr/>
          <p:nvPr/>
        </p:nvGrpSpPr>
        <p:grpSpPr>
          <a:xfrm>
            <a:off x="83127" y="315187"/>
            <a:ext cx="8277101" cy="444600"/>
            <a:chOff x="0" y="6299"/>
            <a:chExt cx="5580934" cy="444600"/>
          </a:xfrm>
          <a:noFill/>
        </p:grpSpPr>
        <p:sp>
          <p:nvSpPr>
            <p:cNvPr id="109" name="Google Shape;109;p2">
              <a:extLst>
                <a:ext uri="{FF2B5EF4-FFF2-40B4-BE49-F238E27FC236}">
                  <a16:creationId xmlns:a16="http://schemas.microsoft.com/office/drawing/2014/main" id="{C012B598-3962-4247-FC18-3A8E3CB2199E}"/>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9C8D33DC-A84F-F9B8-6241-7D5728D15091}"/>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2800" b="1" dirty="0"/>
                <a:t>Goals of Requirement Elicitation</a:t>
              </a: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a:t>
              </a:r>
            </a:p>
          </p:txBody>
        </p:sp>
      </p:grpSp>
      <p:sp>
        <p:nvSpPr>
          <p:cNvPr id="8" name="TextBox 7">
            <a:extLst>
              <a:ext uri="{FF2B5EF4-FFF2-40B4-BE49-F238E27FC236}">
                <a16:creationId xmlns:a16="http://schemas.microsoft.com/office/drawing/2014/main" id="{D22470D7-F877-1522-8F75-C4A9953FF09F}"/>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graphicFrame>
        <p:nvGraphicFramePr>
          <p:cNvPr id="5" name="Diagram 4">
            <a:extLst>
              <a:ext uri="{FF2B5EF4-FFF2-40B4-BE49-F238E27FC236}">
                <a16:creationId xmlns:a16="http://schemas.microsoft.com/office/drawing/2014/main" id="{4370B9B2-5939-812F-70C0-D3B382E66FFE}"/>
              </a:ext>
            </a:extLst>
          </p:cNvPr>
          <p:cNvGraphicFramePr/>
          <p:nvPr>
            <p:extLst>
              <p:ext uri="{D42A27DB-BD31-4B8C-83A1-F6EECF244321}">
                <p14:modId xmlns:p14="http://schemas.microsoft.com/office/powerpoint/2010/main" val="1904532597"/>
              </p:ext>
            </p:extLst>
          </p:nvPr>
        </p:nvGraphicFramePr>
        <p:xfrm>
          <a:off x="1249680" y="1074420"/>
          <a:ext cx="6659880" cy="34823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6975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D4A9FAD-42E9-B873-DEEB-01974AAF1EF3}"/>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DA9C176F-E4FC-4EB6-4D64-A2892FF3FB52}"/>
              </a:ext>
            </a:extLst>
          </p:cNvPr>
          <p:cNvGrpSpPr/>
          <p:nvPr/>
        </p:nvGrpSpPr>
        <p:grpSpPr>
          <a:xfrm>
            <a:off x="83127" y="315187"/>
            <a:ext cx="8526397" cy="479769"/>
            <a:chOff x="0" y="6299"/>
            <a:chExt cx="5749025" cy="479769"/>
          </a:xfrm>
          <a:noFill/>
        </p:grpSpPr>
        <p:sp>
          <p:nvSpPr>
            <p:cNvPr id="109" name="Google Shape;109;p2">
              <a:extLst>
                <a:ext uri="{FF2B5EF4-FFF2-40B4-BE49-F238E27FC236}">
                  <a16:creationId xmlns:a16="http://schemas.microsoft.com/office/drawing/2014/main" id="{D773AB73-2B4B-5140-94BE-8DE592B1F45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8F089417-2578-AE62-89F9-E985842B53B5}"/>
                </a:ext>
              </a:extLst>
            </p:cNvPr>
            <p:cNvSpPr txBox="1"/>
            <p:nvPr/>
          </p:nvSpPr>
          <p:spPr>
            <a:xfrm>
              <a:off x="211499" y="84876"/>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3200" b="1" dirty="0"/>
                <a:t>Stakeholders in Requirement Elicitation</a:t>
              </a: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a:t>
              </a:r>
            </a:p>
          </p:txBody>
        </p:sp>
      </p:grpSp>
      <p:graphicFrame>
        <p:nvGraphicFramePr>
          <p:cNvPr id="2" name="Diagram 1">
            <a:extLst>
              <a:ext uri="{FF2B5EF4-FFF2-40B4-BE49-F238E27FC236}">
                <a16:creationId xmlns:a16="http://schemas.microsoft.com/office/drawing/2014/main" id="{458A89BA-09F0-D7C0-12F3-FF5C9393BCB6}"/>
              </a:ext>
            </a:extLst>
          </p:cNvPr>
          <p:cNvGraphicFramePr/>
          <p:nvPr>
            <p:extLst>
              <p:ext uri="{D42A27DB-BD31-4B8C-83A1-F6EECF244321}">
                <p14:modId xmlns:p14="http://schemas.microsoft.com/office/powerpoint/2010/main" val="2794178149"/>
              </p:ext>
            </p:extLst>
          </p:nvPr>
        </p:nvGraphicFramePr>
        <p:xfrm>
          <a:off x="901476" y="993468"/>
          <a:ext cx="7130003" cy="37856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2287EF36-5ACD-482E-C71C-55FC1E357530}"/>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Tree>
    <p:extLst>
      <p:ext uri="{BB962C8B-B14F-4D97-AF65-F5344CB8AC3E}">
        <p14:creationId xmlns:p14="http://schemas.microsoft.com/office/powerpoint/2010/main" val="1934776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199AD08-96C0-BC31-D7A0-C6D07D060A4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5D9C7720-F47C-53F2-D2CA-01C4FE97D5FC}"/>
              </a:ext>
            </a:extLst>
          </p:cNvPr>
          <p:cNvGrpSpPr/>
          <p:nvPr/>
        </p:nvGrpSpPr>
        <p:grpSpPr>
          <a:xfrm>
            <a:off x="83127" y="315187"/>
            <a:ext cx="8277101" cy="444600"/>
            <a:chOff x="0" y="6299"/>
            <a:chExt cx="5580934" cy="444600"/>
          </a:xfrm>
          <a:noFill/>
        </p:grpSpPr>
        <p:sp>
          <p:nvSpPr>
            <p:cNvPr id="109" name="Google Shape;109;p2">
              <a:extLst>
                <a:ext uri="{FF2B5EF4-FFF2-40B4-BE49-F238E27FC236}">
                  <a16:creationId xmlns:a16="http://schemas.microsoft.com/office/drawing/2014/main" id="{68D13A07-CC34-C68C-3285-2075BE22C44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CB0452E5-A6A1-4D08-1865-F50053B4A182}"/>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IN" sz="4000" b="1" dirty="0"/>
                <a:t>Elicitation Activities</a:t>
              </a: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a:t>
              </a:r>
            </a:p>
          </p:txBody>
        </p:sp>
      </p:grpSp>
      <p:sp>
        <p:nvSpPr>
          <p:cNvPr id="8" name="TextBox 7">
            <a:extLst>
              <a:ext uri="{FF2B5EF4-FFF2-40B4-BE49-F238E27FC236}">
                <a16:creationId xmlns:a16="http://schemas.microsoft.com/office/drawing/2014/main" id="{AA520BBF-F832-E9AD-7202-C739D1057B25}"/>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graphicFrame>
        <p:nvGraphicFramePr>
          <p:cNvPr id="5" name="Diagram 4">
            <a:extLst>
              <a:ext uri="{FF2B5EF4-FFF2-40B4-BE49-F238E27FC236}">
                <a16:creationId xmlns:a16="http://schemas.microsoft.com/office/drawing/2014/main" id="{30847E08-DF43-4BD1-0C82-1A4CB8D7FBAC}"/>
              </a:ext>
            </a:extLst>
          </p:cNvPr>
          <p:cNvGraphicFramePr/>
          <p:nvPr>
            <p:extLst>
              <p:ext uri="{D42A27DB-BD31-4B8C-83A1-F6EECF244321}">
                <p14:modId xmlns:p14="http://schemas.microsoft.com/office/powerpoint/2010/main" val="937695810"/>
              </p:ext>
            </p:extLst>
          </p:nvPr>
        </p:nvGraphicFramePr>
        <p:xfrm>
          <a:off x="952500" y="1370736"/>
          <a:ext cx="7941076" cy="20735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2211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4729B8C-2778-D61A-5991-3A0C05E2796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3451D48C-8C12-FAF8-855D-EA114EFD0E23}"/>
              </a:ext>
            </a:extLst>
          </p:cNvPr>
          <p:cNvGrpSpPr/>
          <p:nvPr/>
        </p:nvGrpSpPr>
        <p:grpSpPr>
          <a:xfrm>
            <a:off x="83127" y="315187"/>
            <a:ext cx="8277101" cy="549544"/>
            <a:chOff x="0" y="6299"/>
            <a:chExt cx="5580934" cy="549544"/>
          </a:xfrm>
          <a:noFill/>
        </p:grpSpPr>
        <p:sp>
          <p:nvSpPr>
            <p:cNvPr id="109" name="Google Shape;109;p2">
              <a:extLst>
                <a:ext uri="{FF2B5EF4-FFF2-40B4-BE49-F238E27FC236}">
                  <a16:creationId xmlns:a16="http://schemas.microsoft.com/office/drawing/2014/main" id="{7C32F598-8155-7662-C3CA-2B013D46F0E3}"/>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258FF8D3-C9D8-F535-591B-65181784AD5E}"/>
                </a:ext>
              </a:extLst>
            </p:cNvPr>
            <p:cNvSpPr txBox="1"/>
            <p:nvPr/>
          </p:nvSpPr>
          <p:spPr>
            <a:xfrm>
              <a:off x="43408" y="154651"/>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IN" sz="3500" b="1" dirty="0">
                  <a:latin typeface="+mj-lt"/>
                </a:rPr>
                <a:t>Requirement Elicitation Techniques </a:t>
              </a:r>
              <a:r>
                <a:rPr lang="en-US" sz="3500" b="1" i="0" u="none" strike="noStrike" cap="none" dirty="0">
                  <a:solidFill>
                    <a:schemeClr val="bg2"/>
                  </a:solidFill>
                  <a:latin typeface="+mj-lt"/>
                  <a:ea typeface="Calibri" panose="020F0502020204030204" pitchFamily="34" charset="0"/>
                  <a:cs typeface="Calibri" panose="020F0502020204030204" pitchFamily="34" charset="0"/>
                  <a:sym typeface="Arial"/>
                </a:rPr>
                <a:t> </a:t>
              </a:r>
            </a:p>
          </p:txBody>
        </p:sp>
      </p:grpSp>
      <p:sp>
        <p:nvSpPr>
          <p:cNvPr id="8" name="TextBox 7">
            <a:extLst>
              <a:ext uri="{FF2B5EF4-FFF2-40B4-BE49-F238E27FC236}">
                <a16:creationId xmlns:a16="http://schemas.microsoft.com/office/drawing/2014/main" id="{4497B226-F851-AE62-BFAB-4C563F87B640}"/>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
        <p:nvSpPr>
          <p:cNvPr id="5" name="TextBox 4">
            <a:extLst>
              <a:ext uri="{FF2B5EF4-FFF2-40B4-BE49-F238E27FC236}">
                <a16:creationId xmlns:a16="http://schemas.microsoft.com/office/drawing/2014/main" id="{8C08BF1C-1A16-CFC4-ECF4-59D710DD5FBD}"/>
              </a:ext>
            </a:extLst>
          </p:cNvPr>
          <p:cNvSpPr txBox="1"/>
          <p:nvPr/>
        </p:nvSpPr>
        <p:spPr>
          <a:xfrm>
            <a:off x="906780" y="1320908"/>
            <a:ext cx="7139318" cy="2957861"/>
          </a:xfrm>
          <a:prstGeom prst="rect">
            <a:avLst/>
          </a:prstGeom>
          <a:noFill/>
        </p:spPr>
        <p:txBody>
          <a:bodyPr wrap="square">
            <a:spAutoFit/>
          </a:bodyPr>
          <a:lstStyle/>
          <a:p>
            <a:pPr>
              <a:lnSpc>
                <a:spcPct val="150000"/>
              </a:lnSpc>
              <a:buNone/>
            </a:pPr>
            <a:r>
              <a:rPr lang="en-US" sz="1800" b="1" dirty="0">
                <a:latin typeface="+mj-lt"/>
              </a:rPr>
              <a:t>Interviews</a:t>
            </a:r>
          </a:p>
          <a:p>
            <a:pPr>
              <a:lnSpc>
                <a:spcPct val="150000"/>
              </a:lnSpc>
              <a:buFont typeface="Arial" panose="020B0604020202020204" pitchFamily="34" charset="0"/>
              <a:buChar char="•"/>
            </a:pPr>
            <a:r>
              <a:rPr lang="en-US" sz="1800" dirty="0">
                <a:latin typeface="+mj-lt"/>
              </a:rPr>
              <a:t>One-on-one or group</a:t>
            </a:r>
          </a:p>
          <a:p>
            <a:pPr>
              <a:lnSpc>
                <a:spcPct val="150000"/>
              </a:lnSpc>
              <a:buFont typeface="Arial" panose="020B0604020202020204" pitchFamily="34" charset="0"/>
              <a:buChar char="•"/>
            </a:pPr>
            <a:r>
              <a:rPr lang="en-US" sz="1800" dirty="0">
                <a:latin typeface="+mj-lt"/>
              </a:rPr>
              <a:t>Types:</a:t>
            </a:r>
          </a:p>
          <a:p>
            <a:pPr marL="742950" lvl="1" indent="-285750">
              <a:lnSpc>
                <a:spcPct val="150000"/>
              </a:lnSpc>
              <a:buFont typeface="Arial" panose="020B0604020202020204" pitchFamily="34" charset="0"/>
              <a:buChar char="•"/>
            </a:pPr>
            <a:r>
              <a:rPr lang="en-US" sz="1800" b="1" dirty="0">
                <a:latin typeface="+mj-lt"/>
              </a:rPr>
              <a:t>Structured</a:t>
            </a:r>
            <a:r>
              <a:rPr lang="en-US" sz="1800" dirty="0">
                <a:latin typeface="+mj-lt"/>
              </a:rPr>
              <a:t> (pre-defined questions)</a:t>
            </a:r>
          </a:p>
          <a:p>
            <a:pPr marL="742950" lvl="1" indent="-285750">
              <a:lnSpc>
                <a:spcPct val="150000"/>
              </a:lnSpc>
              <a:buFont typeface="Arial" panose="020B0604020202020204" pitchFamily="34" charset="0"/>
              <a:buChar char="•"/>
            </a:pPr>
            <a:r>
              <a:rPr lang="en-US" sz="1800" b="1" dirty="0">
                <a:latin typeface="+mj-lt"/>
              </a:rPr>
              <a:t>Unstructured</a:t>
            </a:r>
            <a:r>
              <a:rPr lang="en-US" sz="1800" dirty="0">
                <a:latin typeface="+mj-lt"/>
              </a:rPr>
              <a:t> (free discussion)</a:t>
            </a:r>
          </a:p>
          <a:p>
            <a:pPr marL="742950" lvl="1" indent="-285750">
              <a:lnSpc>
                <a:spcPct val="150000"/>
              </a:lnSpc>
              <a:buFont typeface="Arial" panose="020B0604020202020204" pitchFamily="34" charset="0"/>
              <a:buChar char="•"/>
            </a:pPr>
            <a:r>
              <a:rPr lang="en-US" sz="1800" b="1" dirty="0">
                <a:latin typeface="+mj-lt"/>
              </a:rPr>
              <a:t>Semi-structured</a:t>
            </a:r>
            <a:r>
              <a:rPr lang="en-US" sz="1800" dirty="0">
                <a:latin typeface="+mj-lt"/>
              </a:rPr>
              <a:t> (combination)</a:t>
            </a:r>
          </a:p>
          <a:p>
            <a:pPr>
              <a:lnSpc>
                <a:spcPct val="150000"/>
              </a:lnSpc>
              <a:buFont typeface="Arial" panose="020B0604020202020204" pitchFamily="34" charset="0"/>
              <a:buChar char="•"/>
            </a:pPr>
            <a:r>
              <a:rPr lang="en-US" sz="1800" dirty="0">
                <a:latin typeface="+mj-lt"/>
              </a:rPr>
              <a:t>Good for exploring user expectations, problems, and workflows</a:t>
            </a:r>
          </a:p>
        </p:txBody>
      </p:sp>
    </p:spTree>
    <p:extLst>
      <p:ext uri="{BB962C8B-B14F-4D97-AF65-F5344CB8AC3E}">
        <p14:creationId xmlns:p14="http://schemas.microsoft.com/office/powerpoint/2010/main" val="3777780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2CC68F7-1053-D22C-CB05-D055219B9712}"/>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D6E11F21-9042-C156-B6D5-5CC3451FEBF9}"/>
              </a:ext>
            </a:extLst>
          </p:cNvPr>
          <p:cNvGrpSpPr/>
          <p:nvPr/>
        </p:nvGrpSpPr>
        <p:grpSpPr>
          <a:xfrm>
            <a:off x="83127" y="315187"/>
            <a:ext cx="8277101" cy="444600"/>
            <a:chOff x="0" y="6299"/>
            <a:chExt cx="5580934" cy="444600"/>
          </a:xfrm>
          <a:noFill/>
        </p:grpSpPr>
        <p:sp>
          <p:nvSpPr>
            <p:cNvPr id="109" name="Google Shape;109;p2">
              <a:extLst>
                <a:ext uri="{FF2B5EF4-FFF2-40B4-BE49-F238E27FC236}">
                  <a16:creationId xmlns:a16="http://schemas.microsoft.com/office/drawing/2014/main" id="{96CA9AE9-138F-2078-8EC4-C98DEF4A275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5DE5EC17-43B6-A7E0-CCC0-FB27B16E1E5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IN" sz="3500" b="1" dirty="0">
                  <a:latin typeface="+mj-lt"/>
                </a:rPr>
                <a:t>Requirement Elicitation Techniques </a:t>
              </a:r>
              <a:r>
                <a:rPr lang="en-US" sz="3500" b="1" i="0" u="none" strike="noStrike" cap="none" dirty="0">
                  <a:solidFill>
                    <a:schemeClr val="bg2"/>
                  </a:solidFill>
                  <a:latin typeface="+mj-lt"/>
                  <a:ea typeface="Calibri" panose="020F0502020204030204" pitchFamily="34" charset="0"/>
                  <a:cs typeface="Calibri" panose="020F0502020204030204" pitchFamily="34" charset="0"/>
                  <a:sym typeface="Arial"/>
                </a:rPr>
                <a:t> </a:t>
              </a:r>
            </a:p>
          </p:txBody>
        </p:sp>
      </p:grpSp>
      <p:sp>
        <p:nvSpPr>
          <p:cNvPr id="8" name="TextBox 7">
            <a:extLst>
              <a:ext uri="{FF2B5EF4-FFF2-40B4-BE49-F238E27FC236}">
                <a16:creationId xmlns:a16="http://schemas.microsoft.com/office/drawing/2014/main" id="{6567B88D-4411-54B3-E903-90494CCBEA7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
        <p:nvSpPr>
          <p:cNvPr id="5" name="TextBox 4">
            <a:extLst>
              <a:ext uri="{FF2B5EF4-FFF2-40B4-BE49-F238E27FC236}">
                <a16:creationId xmlns:a16="http://schemas.microsoft.com/office/drawing/2014/main" id="{5564482B-C235-29B2-8198-A0524ED2835F}"/>
              </a:ext>
            </a:extLst>
          </p:cNvPr>
          <p:cNvSpPr txBox="1"/>
          <p:nvPr/>
        </p:nvSpPr>
        <p:spPr>
          <a:xfrm>
            <a:off x="1220910" y="947480"/>
            <a:ext cx="7139318" cy="4196020"/>
          </a:xfrm>
          <a:prstGeom prst="rect">
            <a:avLst/>
          </a:prstGeom>
          <a:noFill/>
        </p:spPr>
        <p:txBody>
          <a:bodyPr wrap="square">
            <a:spAutoFit/>
          </a:bodyPr>
          <a:lstStyle/>
          <a:p>
            <a:pPr>
              <a:lnSpc>
                <a:spcPct val="150000"/>
              </a:lnSpc>
              <a:buNone/>
            </a:pPr>
            <a:r>
              <a:rPr lang="en-IN" sz="1800" b="1" dirty="0"/>
              <a:t>Questionnaires / Surveys</a:t>
            </a:r>
          </a:p>
          <a:p>
            <a:pPr marL="285750" indent="-285750">
              <a:lnSpc>
                <a:spcPct val="150000"/>
              </a:lnSpc>
              <a:buFont typeface="Arial" panose="020B0604020202020204" pitchFamily="34" charset="0"/>
              <a:buChar char="•"/>
            </a:pPr>
            <a:r>
              <a:rPr lang="en-US" sz="1800" dirty="0"/>
              <a:t>Used when many users are involved</a:t>
            </a:r>
          </a:p>
          <a:p>
            <a:pPr marL="285750" indent="-285750">
              <a:lnSpc>
                <a:spcPct val="150000"/>
              </a:lnSpc>
              <a:buFont typeface="Arial" panose="020B0604020202020204" pitchFamily="34" charset="0"/>
              <a:buChar char="•"/>
            </a:pPr>
            <a:r>
              <a:rPr lang="en-IN" sz="1800" dirty="0"/>
              <a:t>Economical and quick</a:t>
            </a:r>
          </a:p>
          <a:p>
            <a:pPr lvl="5">
              <a:lnSpc>
                <a:spcPct val="150000"/>
              </a:lnSpc>
            </a:pPr>
            <a:r>
              <a:rPr lang="en-IN" sz="1800" dirty="0"/>
              <a:t>Types:</a:t>
            </a:r>
          </a:p>
          <a:p>
            <a:pPr marL="285750" lvl="5" indent="-285750">
              <a:lnSpc>
                <a:spcPct val="150000"/>
              </a:lnSpc>
              <a:buFont typeface="Arial" panose="020B0604020202020204" pitchFamily="34" charset="0"/>
              <a:buChar char="•"/>
            </a:pPr>
            <a:r>
              <a:rPr lang="en-IN" sz="1800" dirty="0"/>
              <a:t>Open-ended</a:t>
            </a:r>
          </a:p>
          <a:p>
            <a:pPr marL="285750" lvl="5" indent="-285750">
              <a:lnSpc>
                <a:spcPct val="150000"/>
              </a:lnSpc>
              <a:buFont typeface="Arial" panose="020B0604020202020204" pitchFamily="34" charset="0"/>
              <a:buChar char="•"/>
            </a:pPr>
            <a:r>
              <a:rPr lang="en-IN" sz="1800" dirty="0"/>
              <a:t>Close-ended</a:t>
            </a:r>
          </a:p>
          <a:p>
            <a:pPr lvl="5">
              <a:lnSpc>
                <a:spcPct val="150000"/>
              </a:lnSpc>
            </a:pPr>
            <a:r>
              <a:rPr lang="en-IN" sz="1800" b="1" dirty="0"/>
              <a:t>Brainstorming</a:t>
            </a:r>
          </a:p>
          <a:p>
            <a:pPr marL="285750" lvl="5" indent="-285750">
              <a:lnSpc>
                <a:spcPct val="150000"/>
              </a:lnSpc>
              <a:buFont typeface="Arial" panose="020B0604020202020204" pitchFamily="34" charset="0"/>
              <a:buChar char="•"/>
            </a:pPr>
            <a:r>
              <a:rPr lang="en-IN" sz="1800" dirty="0"/>
              <a:t>Group creativity session</a:t>
            </a:r>
          </a:p>
          <a:p>
            <a:pPr marL="285750" lvl="5" indent="-285750">
              <a:lnSpc>
                <a:spcPct val="150000"/>
              </a:lnSpc>
              <a:buFont typeface="Arial" panose="020B0604020202020204" pitchFamily="34" charset="0"/>
              <a:buChar char="•"/>
            </a:pPr>
            <a:r>
              <a:rPr lang="en-US" sz="1800" dirty="0"/>
              <a:t>Generates innovative ideas and solution options</a:t>
            </a:r>
          </a:p>
          <a:p>
            <a:pPr marL="285750" lvl="5" indent="-285750">
              <a:lnSpc>
                <a:spcPct val="150000"/>
              </a:lnSpc>
              <a:buFont typeface="Arial" panose="020B0604020202020204" pitchFamily="34" charset="0"/>
              <a:buChar char="•"/>
            </a:pPr>
            <a:r>
              <a:rPr lang="en-US" sz="1800" dirty="0"/>
              <a:t>Especially useful in early project stages</a:t>
            </a:r>
            <a:endParaRPr lang="en-IN" sz="1800" b="1" dirty="0"/>
          </a:p>
        </p:txBody>
      </p:sp>
    </p:spTree>
    <p:extLst>
      <p:ext uri="{BB962C8B-B14F-4D97-AF65-F5344CB8AC3E}">
        <p14:creationId xmlns:p14="http://schemas.microsoft.com/office/powerpoint/2010/main" val="2724990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9E94696-F6A6-B7D2-0B40-BDF8C74ECF02}"/>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02FDC0A-A32F-6ED4-DBBB-9A8C40121512}"/>
              </a:ext>
            </a:extLst>
          </p:cNvPr>
          <p:cNvGrpSpPr/>
          <p:nvPr/>
        </p:nvGrpSpPr>
        <p:grpSpPr>
          <a:xfrm>
            <a:off x="83127" y="315187"/>
            <a:ext cx="8277101" cy="444600"/>
            <a:chOff x="0" y="6299"/>
            <a:chExt cx="5580934" cy="444600"/>
          </a:xfrm>
          <a:noFill/>
        </p:grpSpPr>
        <p:sp>
          <p:nvSpPr>
            <p:cNvPr id="109" name="Google Shape;109;p2">
              <a:extLst>
                <a:ext uri="{FF2B5EF4-FFF2-40B4-BE49-F238E27FC236}">
                  <a16:creationId xmlns:a16="http://schemas.microsoft.com/office/drawing/2014/main" id="{5E249EF1-1D1A-4115-063B-27B94986B887}"/>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4B1A4B01-2F05-C8CC-C341-815805357D3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IN" sz="3500" b="1" dirty="0">
                  <a:latin typeface="+mj-lt"/>
                </a:rPr>
                <a:t>Requirement Elicitation Techniques </a:t>
              </a:r>
              <a:r>
                <a:rPr lang="en-US" sz="3500" b="1" i="0" u="none" strike="noStrike" cap="none" dirty="0">
                  <a:solidFill>
                    <a:schemeClr val="bg2"/>
                  </a:solidFill>
                  <a:latin typeface="+mj-lt"/>
                  <a:ea typeface="Calibri" panose="020F0502020204030204" pitchFamily="34" charset="0"/>
                  <a:cs typeface="Calibri" panose="020F0502020204030204" pitchFamily="34" charset="0"/>
                  <a:sym typeface="Arial"/>
                </a:rPr>
                <a:t> </a:t>
              </a:r>
            </a:p>
          </p:txBody>
        </p:sp>
      </p:grpSp>
      <p:sp>
        <p:nvSpPr>
          <p:cNvPr id="8" name="TextBox 7">
            <a:extLst>
              <a:ext uri="{FF2B5EF4-FFF2-40B4-BE49-F238E27FC236}">
                <a16:creationId xmlns:a16="http://schemas.microsoft.com/office/drawing/2014/main" id="{86F76EB6-54B1-A759-EA73-49612946476C}"/>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
        <p:nvSpPr>
          <p:cNvPr id="5" name="TextBox 4">
            <a:extLst>
              <a:ext uri="{FF2B5EF4-FFF2-40B4-BE49-F238E27FC236}">
                <a16:creationId xmlns:a16="http://schemas.microsoft.com/office/drawing/2014/main" id="{44B9D851-7699-8668-D814-A2E783C3339B}"/>
              </a:ext>
            </a:extLst>
          </p:cNvPr>
          <p:cNvSpPr txBox="1"/>
          <p:nvPr/>
        </p:nvSpPr>
        <p:spPr>
          <a:xfrm>
            <a:off x="1220910" y="947480"/>
            <a:ext cx="7139318" cy="3780522"/>
          </a:xfrm>
          <a:prstGeom prst="rect">
            <a:avLst/>
          </a:prstGeom>
          <a:noFill/>
        </p:spPr>
        <p:txBody>
          <a:bodyPr wrap="square">
            <a:spAutoFit/>
          </a:bodyPr>
          <a:lstStyle/>
          <a:p>
            <a:pPr>
              <a:lnSpc>
                <a:spcPct val="150000"/>
              </a:lnSpc>
              <a:buNone/>
            </a:pPr>
            <a:r>
              <a:rPr lang="en-US" sz="1800" b="1" dirty="0"/>
              <a:t>Workshops / Joint Application Development (JAD)</a:t>
            </a:r>
          </a:p>
          <a:p>
            <a:pPr marL="285750" indent="-285750">
              <a:lnSpc>
                <a:spcPct val="150000"/>
              </a:lnSpc>
              <a:buFont typeface="Arial" panose="020B0604020202020204" pitchFamily="34" charset="0"/>
              <a:buChar char="•"/>
            </a:pPr>
            <a:r>
              <a:rPr lang="en-US" sz="1800" dirty="0"/>
              <a:t>Conducted with multiple stakeholders and experts</a:t>
            </a:r>
          </a:p>
          <a:p>
            <a:pPr marL="285750" indent="-285750">
              <a:lnSpc>
                <a:spcPct val="150000"/>
              </a:lnSpc>
              <a:buFont typeface="Arial" panose="020B0604020202020204" pitchFamily="34" charset="0"/>
              <a:buChar char="•"/>
            </a:pPr>
            <a:r>
              <a:rPr lang="en-IN" sz="1800" dirty="0"/>
              <a:t>Helps resolve conflicts</a:t>
            </a:r>
          </a:p>
          <a:p>
            <a:pPr marL="285750" indent="-285750">
              <a:lnSpc>
                <a:spcPct val="150000"/>
              </a:lnSpc>
              <a:buFont typeface="Arial" panose="020B0604020202020204" pitchFamily="34" charset="0"/>
              <a:buChar char="•"/>
            </a:pPr>
            <a:r>
              <a:rPr lang="en-IN" sz="1800" dirty="0"/>
              <a:t>Produces well-defined requirements collaboratively</a:t>
            </a:r>
          </a:p>
          <a:p>
            <a:pPr lvl="5">
              <a:lnSpc>
                <a:spcPct val="150000"/>
              </a:lnSpc>
            </a:pPr>
            <a:r>
              <a:rPr lang="en-IN" sz="1800" b="1" dirty="0"/>
              <a:t>Brainstorming</a:t>
            </a:r>
          </a:p>
          <a:p>
            <a:pPr marL="285750" lvl="5" indent="-285750">
              <a:lnSpc>
                <a:spcPct val="150000"/>
              </a:lnSpc>
              <a:buFont typeface="Arial" panose="020B0604020202020204" pitchFamily="34" charset="0"/>
              <a:buChar char="•"/>
            </a:pPr>
            <a:r>
              <a:rPr lang="en-IN" sz="1800" dirty="0"/>
              <a:t>Analyst observes users performing tasks.</a:t>
            </a:r>
          </a:p>
          <a:p>
            <a:pPr marL="285750" lvl="5" indent="-285750">
              <a:lnSpc>
                <a:spcPct val="150000"/>
              </a:lnSpc>
              <a:buFont typeface="Arial" panose="020B0604020202020204" pitchFamily="34" charset="0"/>
              <a:buChar char="•"/>
            </a:pPr>
            <a:r>
              <a:rPr lang="en-IN" sz="1800" dirty="0"/>
              <a:t>Types:  </a:t>
            </a:r>
          </a:p>
          <a:p>
            <a:pPr marL="285750" lvl="5" indent="-285750">
              <a:lnSpc>
                <a:spcPct val="150000"/>
              </a:lnSpc>
              <a:buFont typeface="Arial" panose="020B0604020202020204" pitchFamily="34" charset="0"/>
              <a:buChar char="•"/>
            </a:pPr>
            <a:r>
              <a:rPr lang="en-IN" sz="1800" b="1" dirty="0"/>
              <a:t>            </a:t>
            </a:r>
            <a:r>
              <a:rPr lang="en-US" sz="1800" b="1" dirty="0"/>
              <a:t>Passive</a:t>
            </a:r>
            <a:r>
              <a:rPr lang="en-US" sz="1800" dirty="0"/>
              <a:t>: Analyst watches but does not interrupt</a:t>
            </a:r>
          </a:p>
          <a:p>
            <a:pPr marL="285750" lvl="6" indent="-285750">
              <a:lnSpc>
                <a:spcPct val="150000"/>
              </a:lnSpc>
              <a:buFont typeface="Arial" panose="020B0604020202020204" pitchFamily="34" charset="0"/>
              <a:buChar char="•"/>
            </a:pPr>
            <a:r>
              <a:rPr lang="en-IN" sz="1800" b="1" dirty="0"/>
              <a:t> 	  Active</a:t>
            </a:r>
            <a:r>
              <a:rPr lang="en-IN" sz="1800" dirty="0"/>
              <a:t>: Analyst participates or asks questions</a:t>
            </a:r>
          </a:p>
        </p:txBody>
      </p:sp>
    </p:spTree>
    <p:extLst>
      <p:ext uri="{BB962C8B-B14F-4D97-AF65-F5344CB8AC3E}">
        <p14:creationId xmlns:p14="http://schemas.microsoft.com/office/powerpoint/2010/main" val="843404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35CCA91-9425-7E4A-4790-AC92ECB8A5A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F4C1791-AFC6-E146-8B94-B65473127EE2}"/>
              </a:ext>
            </a:extLst>
          </p:cNvPr>
          <p:cNvGrpSpPr/>
          <p:nvPr/>
        </p:nvGrpSpPr>
        <p:grpSpPr>
          <a:xfrm>
            <a:off x="83127" y="315187"/>
            <a:ext cx="8277101" cy="444600"/>
            <a:chOff x="0" y="6299"/>
            <a:chExt cx="5580934" cy="444600"/>
          </a:xfrm>
          <a:noFill/>
        </p:grpSpPr>
        <p:sp>
          <p:nvSpPr>
            <p:cNvPr id="109" name="Google Shape;109;p2">
              <a:extLst>
                <a:ext uri="{FF2B5EF4-FFF2-40B4-BE49-F238E27FC236}">
                  <a16:creationId xmlns:a16="http://schemas.microsoft.com/office/drawing/2014/main" id="{82568993-7DFC-FB81-35EA-745E8F625B70}"/>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A5FDC02D-2892-2A8C-E025-908B37902A7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IN" sz="3500" b="1" dirty="0">
                  <a:latin typeface="+mj-lt"/>
                </a:rPr>
                <a:t>Requirement Elicitation Techniques </a:t>
              </a:r>
              <a:r>
                <a:rPr lang="en-US" sz="3500" b="1" i="0" u="none" strike="noStrike" cap="none" dirty="0">
                  <a:solidFill>
                    <a:schemeClr val="bg2"/>
                  </a:solidFill>
                  <a:latin typeface="+mj-lt"/>
                  <a:ea typeface="Calibri" panose="020F0502020204030204" pitchFamily="34" charset="0"/>
                  <a:cs typeface="Calibri" panose="020F0502020204030204" pitchFamily="34" charset="0"/>
                  <a:sym typeface="Arial"/>
                </a:rPr>
                <a:t> </a:t>
              </a:r>
            </a:p>
          </p:txBody>
        </p:sp>
      </p:grpSp>
      <p:sp>
        <p:nvSpPr>
          <p:cNvPr id="8" name="TextBox 7">
            <a:extLst>
              <a:ext uri="{FF2B5EF4-FFF2-40B4-BE49-F238E27FC236}">
                <a16:creationId xmlns:a16="http://schemas.microsoft.com/office/drawing/2014/main" id="{DB7D2EBE-D588-2C71-DE5F-F82BE856CFC0}"/>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
        <p:nvSpPr>
          <p:cNvPr id="5" name="TextBox 4">
            <a:extLst>
              <a:ext uri="{FF2B5EF4-FFF2-40B4-BE49-F238E27FC236}">
                <a16:creationId xmlns:a16="http://schemas.microsoft.com/office/drawing/2014/main" id="{0ECCC56A-ED23-1902-96E8-8C7989A63813}"/>
              </a:ext>
            </a:extLst>
          </p:cNvPr>
          <p:cNvSpPr txBox="1"/>
          <p:nvPr/>
        </p:nvSpPr>
        <p:spPr>
          <a:xfrm>
            <a:off x="1220910" y="947480"/>
            <a:ext cx="7139318" cy="3780522"/>
          </a:xfrm>
          <a:prstGeom prst="rect">
            <a:avLst/>
          </a:prstGeom>
          <a:noFill/>
        </p:spPr>
        <p:txBody>
          <a:bodyPr wrap="square">
            <a:spAutoFit/>
          </a:bodyPr>
          <a:lstStyle/>
          <a:p>
            <a:pPr>
              <a:lnSpc>
                <a:spcPct val="150000"/>
              </a:lnSpc>
              <a:buNone/>
            </a:pPr>
            <a:r>
              <a:rPr lang="en-IN" sz="1800" b="1" dirty="0"/>
              <a:t>Document Analysis</a:t>
            </a:r>
          </a:p>
          <a:p>
            <a:pPr>
              <a:lnSpc>
                <a:spcPct val="150000"/>
              </a:lnSpc>
              <a:buNone/>
            </a:pPr>
            <a:r>
              <a:rPr lang="en-IN" sz="1800" dirty="0"/>
              <a:t>Examines existing:</a:t>
            </a:r>
          </a:p>
          <a:p>
            <a:pPr marL="285750" indent="-285750">
              <a:lnSpc>
                <a:spcPct val="150000"/>
              </a:lnSpc>
              <a:buFont typeface="Arial" panose="020B0604020202020204" pitchFamily="34" charset="0"/>
              <a:buChar char="•"/>
            </a:pPr>
            <a:r>
              <a:rPr lang="en-IN" sz="1800" dirty="0"/>
              <a:t>Manuals</a:t>
            </a:r>
          </a:p>
          <a:p>
            <a:pPr marL="285750" indent="-285750">
              <a:lnSpc>
                <a:spcPct val="150000"/>
              </a:lnSpc>
              <a:buFont typeface="Arial" panose="020B0604020202020204" pitchFamily="34" charset="0"/>
              <a:buChar char="•"/>
            </a:pPr>
            <a:r>
              <a:rPr lang="en-IN" sz="1800" dirty="0"/>
              <a:t>Forms</a:t>
            </a:r>
          </a:p>
          <a:p>
            <a:pPr marL="285750" indent="-285750">
              <a:lnSpc>
                <a:spcPct val="150000"/>
              </a:lnSpc>
              <a:buFont typeface="Arial" panose="020B0604020202020204" pitchFamily="34" charset="0"/>
              <a:buChar char="•"/>
            </a:pPr>
            <a:r>
              <a:rPr lang="en-IN" sz="1800" dirty="0"/>
              <a:t>Reports</a:t>
            </a:r>
          </a:p>
          <a:p>
            <a:pPr marL="285750" indent="-285750">
              <a:lnSpc>
                <a:spcPct val="150000"/>
              </a:lnSpc>
              <a:buFont typeface="Arial" panose="020B0604020202020204" pitchFamily="34" charset="0"/>
              <a:buChar char="•"/>
            </a:pPr>
            <a:r>
              <a:rPr lang="en-IN" sz="1800" dirty="0"/>
              <a:t>Previous system documentation</a:t>
            </a:r>
          </a:p>
          <a:p>
            <a:pPr>
              <a:lnSpc>
                <a:spcPct val="150000"/>
              </a:lnSpc>
              <a:buNone/>
            </a:pPr>
            <a:r>
              <a:rPr lang="en-IN" sz="1800" dirty="0"/>
              <a:t>Useful for:</a:t>
            </a:r>
          </a:p>
          <a:p>
            <a:pPr marL="285750" indent="-285750">
              <a:lnSpc>
                <a:spcPct val="150000"/>
              </a:lnSpc>
              <a:buFont typeface="Arial" panose="020B0604020202020204" pitchFamily="34" charset="0"/>
              <a:buChar char="•"/>
            </a:pPr>
            <a:r>
              <a:rPr lang="en-IN" sz="1800" dirty="0"/>
              <a:t>Understanding current problems</a:t>
            </a:r>
          </a:p>
          <a:p>
            <a:pPr marL="285750" indent="-285750">
              <a:lnSpc>
                <a:spcPct val="150000"/>
              </a:lnSpc>
              <a:buFont typeface="Arial" panose="020B0604020202020204" pitchFamily="34" charset="0"/>
              <a:buChar char="•"/>
            </a:pPr>
            <a:r>
              <a:rPr lang="en-IN" sz="1800" dirty="0"/>
              <a:t>Identifying missing functionalities</a:t>
            </a:r>
          </a:p>
        </p:txBody>
      </p:sp>
    </p:spTree>
    <p:extLst>
      <p:ext uri="{BB962C8B-B14F-4D97-AF65-F5344CB8AC3E}">
        <p14:creationId xmlns:p14="http://schemas.microsoft.com/office/powerpoint/2010/main" val="1570213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CD5D3AB-607F-5920-49AD-D3E80DF4D1DE}"/>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F33BD779-A904-626A-124F-E933BFE64D4A}"/>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0" name="TextBox 9">
            <a:extLst>
              <a:ext uri="{FF2B5EF4-FFF2-40B4-BE49-F238E27FC236}">
                <a16:creationId xmlns:a16="http://schemas.microsoft.com/office/drawing/2014/main" id="{581459FB-D494-5DEC-8B7C-813B47CE2AE6}"/>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a:t>
            </a:r>
          </a:p>
        </p:txBody>
      </p:sp>
      <p:sp>
        <p:nvSpPr>
          <p:cNvPr id="3" name="TextBox 2">
            <a:extLst>
              <a:ext uri="{FF2B5EF4-FFF2-40B4-BE49-F238E27FC236}">
                <a16:creationId xmlns:a16="http://schemas.microsoft.com/office/drawing/2014/main" id="{8E7D87BD-A68C-26A7-9699-D6922985B610}"/>
              </a:ext>
            </a:extLst>
          </p:cNvPr>
          <p:cNvSpPr txBox="1"/>
          <p:nvPr/>
        </p:nvSpPr>
        <p:spPr>
          <a:xfrm>
            <a:off x="1082040" y="593735"/>
            <a:ext cx="6498907" cy="584775"/>
          </a:xfrm>
          <a:prstGeom prst="rect">
            <a:avLst/>
          </a:prstGeom>
          <a:noFill/>
        </p:spPr>
        <p:txBody>
          <a:bodyPr wrap="square">
            <a:spAutoFit/>
          </a:bodyPr>
          <a:lstStyle/>
          <a:p>
            <a:r>
              <a:rPr lang="en-US" sz="3200" b="1" dirty="0">
                <a:latin typeface="+mj-lt"/>
              </a:rPr>
              <a:t>Features of a Good SRS document</a:t>
            </a:r>
            <a:endParaRPr lang="en-IN" sz="3200" b="1" dirty="0">
              <a:latin typeface="+mj-lt"/>
            </a:endParaRPr>
          </a:p>
        </p:txBody>
      </p:sp>
      <p:sp>
        <p:nvSpPr>
          <p:cNvPr id="5" name="TextBox 4">
            <a:extLst>
              <a:ext uri="{FF2B5EF4-FFF2-40B4-BE49-F238E27FC236}">
                <a16:creationId xmlns:a16="http://schemas.microsoft.com/office/drawing/2014/main" id="{92AFBE8A-8DBD-F6F3-01F5-36E5F9D5131C}"/>
              </a:ext>
            </a:extLst>
          </p:cNvPr>
          <p:cNvSpPr txBox="1"/>
          <p:nvPr/>
        </p:nvSpPr>
        <p:spPr>
          <a:xfrm>
            <a:off x="350520" y="1448366"/>
            <a:ext cx="8543056" cy="3139321"/>
          </a:xfrm>
          <a:prstGeom prst="rect">
            <a:avLst/>
          </a:prstGeom>
          <a:noFill/>
        </p:spPr>
        <p:txBody>
          <a:bodyPr wrap="square">
            <a:spAutoFit/>
          </a:bodyPr>
          <a:lstStyle/>
          <a:p>
            <a:r>
              <a:rPr lang="en-US" sz="1800" dirty="0">
                <a:latin typeface="+mj-lt"/>
              </a:rPr>
              <a:t>1️⃣ </a:t>
            </a:r>
            <a:r>
              <a:rPr lang="en-US" sz="1800" b="1" dirty="0">
                <a:latin typeface="+mj-lt"/>
              </a:rPr>
              <a:t>Correct</a:t>
            </a:r>
            <a:r>
              <a:rPr lang="en-US" sz="1800" dirty="0">
                <a:latin typeface="+mj-lt"/>
              </a:rPr>
              <a:t> – Requirements must accurately represent user needs.</a:t>
            </a:r>
            <a:br>
              <a:rPr lang="en-US" sz="1800" dirty="0">
                <a:latin typeface="+mj-lt"/>
              </a:rPr>
            </a:br>
            <a:r>
              <a:rPr lang="en-US" sz="1800" dirty="0">
                <a:latin typeface="+mj-lt"/>
              </a:rPr>
              <a:t>2️⃣ </a:t>
            </a:r>
            <a:r>
              <a:rPr lang="en-US" sz="1800" b="1" dirty="0">
                <a:latin typeface="+mj-lt"/>
              </a:rPr>
              <a:t>Complete</a:t>
            </a:r>
            <a:r>
              <a:rPr lang="en-US" sz="1800" dirty="0">
                <a:latin typeface="+mj-lt"/>
              </a:rPr>
              <a:t> – All functional &amp; non-functional requirements should be included.</a:t>
            </a:r>
            <a:br>
              <a:rPr lang="en-US" sz="1800" dirty="0">
                <a:latin typeface="+mj-lt"/>
              </a:rPr>
            </a:br>
            <a:r>
              <a:rPr lang="en-US" sz="1800" dirty="0">
                <a:latin typeface="+mj-lt"/>
              </a:rPr>
              <a:t>3️⃣ </a:t>
            </a:r>
            <a:r>
              <a:rPr lang="en-US" sz="1800" b="1" dirty="0">
                <a:latin typeface="+mj-lt"/>
              </a:rPr>
              <a:t>Consistent</a:t>
            </a:r>
            <a:r>
              <a:rPr lang="en-US" sz="1800" dirty="0">
                <a:latin typeface="+mj-lt"/>
              </a:rPr>
              <a:t> – No conflicting requirements.</a:t>
            </a:r>
            <a:br>
              <a:rPr lang="en-US" sz="1800" dirty="0">
                <a:latin typeface="+mj-lt"/>
              </a:rPr>
            </a:br>
            <a:r>
              <a:rPr lang="en-US" sz="1800" dirty="0">
                <a:latin typeface="+mj-lt"/>
              </a:rPr>
              <a:t>4️⃣ </a:t>
            </a:r>
            <a:r>
              <a:rPr lang="en-US" sz="1800" b="1" dirty="0">
                <a:latin typeface="+mj-lt"/>
              </a:rPr>
              <a:t>Unambiguous</a:t>
            </a:r>
            <a:r>
              <a:rPr lang="en-US" sz="1800" dirty="0">
                <a:latin typeface="+mj-lt"/>
              </a:rPr>
              <a:t> – Each requirement has only one clear meaning.</a:t>
            </a:r>
            <a:br>
              <a:rPr lang="en-US" sz="1800" dirty="0">
                <a:latin typeface="+mj-lt"/>
              </a:rPr>
            </a:br>
            <a:r>
              <a:rPr lang="en-US" sz="1800" dirty="0">
                <a:latin typeface="+mj-lt"/>
              </a:rPr>
              <a:t>5️⃣ </a:t>
            </a:r>
            <a:r>
              <a:rPr lang="en-US" sz="1800" b="1" dirty="0">
                <a:latin typeface="+mj-lt"/>
              </a:rPr>
              <a:t>Verifiable</a:t>
            </a:r>
            <a:r>
              <a:rPr lang="en-US" sz="1800" dirty="0">
                <a:latin typeface="+mj-lt"/>
              </a:rPr>
              <a:t> – Requirements can be tested or checked.</a:t>
            </a:r>
            <a:br>
              <a:rPr lang="en-US" sz="1800" dirty="0">
                <a:latin typeface="+mj-lt"/>
              </a:rPr>
            </a:br>
            <a:r>
              <a:rPr lang="en-US" sz="1800" dirty="0">
                <a:latin typeface="+mj-lt"/>
              </a:rPr>
              <a:t>6️⃣ </a:t>
            </a:r>
            <a:r>
              <a:rPr lang="en-US" sz="1800" b="1" dirty="0">
                <a:latin typeface="+mj-lt"/>
              </a:rPr>
              <a:t>Modifiable</a:t>
            </a:r>
            <a:r>
              <a:rPr lang="en-US" sz="1800" dirty="0">
                <a:latin typeface="+mj-lt"/>
              </a:rPr>
              <a:t> – Easy to update and change when needed.</a:t>
            </a:r>
            <a:br>
              <a:rPr lang="en-US" sz="1800" dirty="0">
                <a:latin typeface="+mj-lt"/>
              </a:rPr>
            </a:br>
            <a:r>
              <a:rPr lang="en-US" sz="1800" dirty="0">
                <a:latin typeface="+mj-lt"/>
              </a:rPr>
              <a:t>7️⃣ </a:t>
            </a:r>
            <a:r>
              <a:rPr lang="en-US" sz="1800" b="1" dirty="0">
                <a:latin typeface="+mj-lt"/>
              </a:rPr>
              <a:t>Traceable</a:t>
            </a:r>
            <a:r>
              <a:rPr lang="en-US" sz="1800" dirty="0">
                <a:latin typeface="+mj-lt"/>
              </a:rPr>
              <a:t> – Each requirement can be traced to its source and forward to 		design/test cases.</a:t>
            </a:r>
            <a:br>
              <a:rPr lang="en-US" sz="1800" dirty="0">
                <a:latin typeface="+mj-lt"/>
              </a:rPr>
            </a:br>
            <a:r>
              <a:rPr lang="en-US" sz="1800" dirty="0">
                <a:latin typeface="+mj-lt"/>
              </a:rPr>
              <a:t>8️⃣ </a:t>
            </a:r>
            <a:r>
              <a:rPr lang="en-US" sz="1800" b="1" dirty="0">
                <a:latin typeface="+mj-lt"/>
              </a:rPr>
              <a:t>Ranked for Priority</a:t>
            </a:r>
            <a:r>
              <a:rPr lang="en-US" sz="1800" dirty="0">
                <a:latin typeface="+mj-lt"/>
              </a:rPr>
              <a:t> – Clearly marked as essential, conditional, or optional.</a:t>
            </a:r>
            <a:br>
              <a:rPr lang="en-US" sz="1800" dirty="0">
                <a:latin typeface="+mj-lt"/>
              </a:rPr>
            </a:br>
            <a:r>
              <a:rPr lang="en-US" sz="1800" dirty="0">
                <a:latin typeface="+mj-lt"/>
              </a:rPr>
              <a:t>9️⃣ </a:t>
            </a:r>
            <a:r>
              <a:rPr lang="en-US" sz="1800" b="1" dirty="0">
                <a:latin typeface="+mj-lt"/>
              </a:rPr>
              <a:t>Design-independent</a:t>
            </a:r>
            <a:r>
              <a:rPr lang="en-US" sz="1800" dirty="0">
                <a:latin typeface="+mj-lt"/>
              </a:rPr>
              <a:t> – Should specify </a:t>
            </a:r>
            <a:r>
              <a:rPr lang="en-US" sz="1800" i="1" dirty="0">
                <a:latin typeface="+mj-lt"/>
              </a:rPr>
              <a:t>what</a:t>
            </a:r>
            <a:r>
              <a:rPr lang="en-US" sz="1800" dirty="0">
                <a:latin typeface="+mj-lt"/>
              </a:rPr>
              <a:t> the system must do, not </a:t>
            </a:r>
            <a:r>
              <a:rPr lang="en-US" sz="1800" i="1" dirty="0">
                <a:latin typeface="+mj-lt"/>
              </a:rPr>
              <a:t>how</a:t>
            </a:r>
            <a:r>
              <a:rPr lang="en-US" sz="1800" dirty="0">
                <a:latin typeface="+mj-lt"/>
              </a:rPr>
              <a:t> to build it.</a:t>
            </a:r>
            <a:br>
              <a:rPr lang="en-US" sz="1800" dirty="0">
                <a:latin typeface="+mj-lt"/>
              </a:rPr>
            </a:br>
            <a:r>
              <a:rPr lang="en-US" sz="1800" dirty="0">
                <a:latin typeface="+mj-lt"/>
              </a:rPr>
              <a:t>🔟 </a:t>
            </a:r>
            <a:r>
              <a:rPr lang="en-US" sz="1800" b="1" dirty="0">
                <a:latin typeface="+mj-lt"/>
              </a:rPr>
              <a:t>Understandable</a:t>
            </a:r>
            <a:r>
              <a:rPr lang="en-US" sz="1800" dirty="0">
                <a:latin typeface="+mj-lt"/>
              </a:rPr>
              <a:t> – Written in simple language for all stakeholders.</a:t>
            </a:r>
            <a:endParaRPr lang="en-IN" sz="1800" dirty="0">
              <a:solidFill>
                <a:schemeClr val="bg2"/>
              </a:solidFill>
              <a:latin typeface="+mj-lt"/>
            </a:endParaRPr>
          </a:p>
        </p:txBody>
      </p:sp>
    </p:spTree>
    <p:extLst>
      <p:ext uri="{BB962C8B-B14F-4D97-AF65-F5344CB8AC3E}">
        <p14:creationId xmlns:p14="http://schemas.microsoft.com/office/powerpoint/2010/main" val="1960321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1E1FC50-B7F1-B097-7B87-53D1593CF147}"/>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59FFB20B-DF8E-511B-C144-80724FEB5F31}"/>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0" name="TextBox 9">
            <a:extLst>
              <a:ext uri="{FF2B5EF4-FFF2-40B4-BE49-F238E27FC236}">
                <a16:creationId xmlns:a16="http://schemas.microsoft.com/office/drawing/2014/main" id="{8840ACE6-91B1-D4F3-5558-E09B917B1C2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a:t>
            </a:r>
          </a:p>
        </p:txBody>
      </p:sp>
      <p:sp>
        <p:nvSpPr>
          <p:cNvPr id="18" name="Title 1">
            <a:extLst>
              <a:ext uri="{FF2B5EF4-FFF2-40B4-BE49-F238E27FC236}">
                <a16:creationId xmlns:a16="http://schemas.microsoft.com/office/drawing/2014/main" id="{B7301CDE-B2CD-F250-545E-04382881B363}"/>
              </a:ext>
            </a:extLst>
          </p:cNvPr>
          <p:cNvSpPr txBox="1">
            <a:spLocks/>
          </p:cNvSpPr>
          <p:nvPr/>
        </p:nvSpPr>
        <p:spPr bwMode="auto">
          <a:xfrm>
            <a:off x="853440" y="132185"/>
            <a:ext cx="8040136"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a:lstStyle>
          <a:p>
            <a:r>
              <a:rPr lang="en-US" sz="3200" dirty="0"/>
              <a:t>Features of a Good SRS document</a:t>
            </a:r>
            <a:endParaRPr lang="en-IN" sz="3200" dirty="0"/>
          </a:p>
        </p:txBody>
      </p:sp>
      <p:pic>
        <p:nvPicPr>
          <p:cNvPr id="3" name="Picture 2">
            <a:extLst>
              <a:ext uri="{FF2B5EF4-FFF2-40B4-BE49-F238E27FC236}">
                <a16:creationId xmlns:a16="http://schemas.microsoft.com/office/drawing/2014/main" id="{75AE649D-E976-67D2-7F5D-0349C33ADCAC}"/>
              </a:ext>
            </a:extLst>
          </p:cNvPr>
          <p:cNvPicPr>
            <a:picLocks noChangeAspect="1"/>
          </p:cNvPicPr>
          <p:nvPr/>
        </p:nvPicPr>
        <p:blipFill>
          <a:blip r:embed="rId3"/>
          <a:stretch>
            <a:fillRect/>
          </a:stretch>
        </p:blipFill>
        <p:spPr>
          <a:xfrm>
            <a:off x="1814675" y="1275185"/>
            <a:ext cx="4996378" cy="3981788"/>
          </a:xfrm>
          <a:prstGeom prst="rect">
            <a:avLst/>
          </a:prstGeom>
        </p:spPr>
      </p:pic>
    </p:spTree>
    <p:extLst>
      <p:ext uri="{BB962C8B-B14F-4D97-AF65-F5344CB8AC3E}">
        <p14:creationId xmlns:p14="http://schemas.microsoft.com/office/powerpoint/2010/main" val="3663242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157EE15-7D4A-61FD-30E3-8F354EE814AE}"/>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876FACB-8334-8AE1-431B-0101F29F92E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99BD7B1D-B2E9-C5D1-A570-EAC7145E7E3B}"/>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2" name="Title 1">
            <a:extLst>
              <a:ext uri="{FF2B5EF4-FFF2-40B4-BE49-F238E27FC236}">
                <a16:creationId xmlns:a16="http://schemas.microsoft.com/office/drawing/2014/main" id="{17F62297-D3D7-1ABF-F467-892430B04553}"/>
              </a:ext>
            </a:extLst>
          </p:cNvPr>
          <p:cNvSpPr txBox="1">
            <a:spLocks/>
          </p:cNvSpPr>
          <p:nvPr/>
        </p:nvSpPr>
        <p:spPr bwMode="auto">
          <a:xfrm>
            <a:off x="871728" y="0"/>
            <a:ext cx="6873874" cy="83695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a:ln>
                  <a:noFill/>
                </a:ln>
                <a:solidFill>
                  <a:srgbClr val="46424D"/>
                </a:solidFill>
                <a:effectLst/>
                <a:uLnTx/>
                <a:uFillTx/>
                <a:latin typeface="Calibri "/>
              </a:rPr>
              <a:t>Summary </a:t>
            </a:r>
            <a:endParaRPr kumimoji="0" lang="en-US" sz="4000" b="1" i="0" u="none" strike="noStrike" kern="1200" cap="none" spc="0" normalizeH="0" baseline="0" noProof="0" dirty="0">
              <a:ln>
                <a:noFill/>
              </a:ln>
              <a:solidFill>
                <a:srgbClr val="46424D"/>
              </a:solidFill>
              <a:effectLst/>
              <a:uLnTx/>
              <a:uFillTx/>
              <a:latin typeface="Calibri "/>
            </a:endParaRPr>
          </a:p>
        </p:txBody>
      </p:sp>
      <p:sp>
        <p:nvSpPr>
          <p:cNvPr id="4" name="Content Placeholder 2">
            <a:extLst>
              <a:ext uri="{FF2B5EF4-FFF2-40B4-BE49-F238E27FC236}">
                <a16:creationId xmlns:a16="http://schemas.microsoft.com/office/drawing/2014/main" id="{7DE973E3-C765-6FE2-1745-3AD054AE45A5}"/>
              </a:ext>
            </a:extLst>
          </p:cNvPr>
          <p:cNvSpPr txBox="1">
            <a:spLocks/>
          </p:cNvSpPr>
          <p:nvPr/>
        </p:nvSpPr>
        <p:spPr>
          <a:xfrm>
            <a:off x="663976" y="806675"/>
            <a:ext cx="8229600"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n-US" sz="1600" dirty="0"/>
              <a:t>A </a:t>
            </a:r>
            <a:r>
              <a:rPr lang="en-US" sz="1600" b="1" dirty="0"/>
              <a:t>Software Requirements Specification (SRS)</a:t>
            </a:r>
            <a:r>
              <a:rPr lang="en-US" sz="1600" dirty="0"/>
              <a:t> is a formal document that outlines the requirements of a software system to ensure a clear understanding between stakeholders, developers, and users. It defines both </a:t>
            </a:r>
            <a:r>
              <a:rPr lang="en-US" sz="1600" b="1" dirty="0"/>
              <a:t>functional</a:t>
            </a:r>
            <a:r>
              <a:rPr lang="en-US" sz="1600" dirty="0"/>
              <a:t> and </a:t>
            </a:r>
            <a:r>
              <a:rPr lang="en-US" sz="1600" b="1" dirty="0"/>
              <a:t>non-functional requirements</a:t>
            </a:r>
            <a:r>
              <a:rPr lang="en-US" sz="1600" dirty="0"/>
              <a:t>, ensuring the software operates as intended while meeting quality standards. A well-structured SRS should be </a:t>
            </a:r>
            <a:r>
              <a:rPr lang="en-US" sz="1600" b="1" dirty="0"/>
              <a:t>correct, complete, consistent, unambiguous, verifiable, modifiable, and traceable</a:t>
            </a:r>
            <a:r>
              <a:rPr lang="en-US" sz="1600" dirty="0"/>
              <a:t>, making it a vital reference throughout the development process. The </a:t>
            </a:r>
            <a:r>
              <a:rPr lang="en-US" sz="1600" b="1" dirty="0"/>
              <a:t>requirement engineering process</a:t>
            </a:r>
            <a:r>
              <a:rPr lang="en-US" sz="1600" dirty="0"/>
              <a:t> involves </a:t>
            </a:r>
            <a:r>
              <a:rPr lang="en-US" sz="1600" b="1" dirty="0"/>
              <a:t>elicitation, analysis, documentation, validation, and management</a:t>
            </a:r>
            <a:r>
              <a:rPr lang="en-US" sz="1600" dirty="0"/>
              <a:t>, ensuring that all user needs and business objectives are captured efficiently. The SRS document often follows the </a:t>
            </a:r>
            <a:r>
              <a:rPr lang="en-US" sz="1600" b="1" dirty="0"/>
              <a:t>IEEE 830 standard</a:t>
            </a:r>
            <a:r>
              <a:rPr lang="en-US" sz="1600" dirty="0"/>
              <a:t>, which provides guidelines for structuring requirements to maintain clarity and completeness. By defining the expected behavior of the software, SRS helps in project planning, validation, and aligning development efforts with user expectations. It serves as the foundation for successful software development and minimizes project risks by reducing ambiguities and misinterpretations early in the process.</a:t>
            </a:r>
          </a:p>
        </p:txBody>
      </p:sp>
    </p:spTree>
    <p:extLst>
      <p:ext uri="{BB962C8B-B14F-4D97-AF65-F5344CB8AC3E}">
        <p14:creationId xmlns:p14="http://schemas.microsoft.com/office/powerpoint/2010/main" val="2455400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Quiz/ FAQ’s</a:t>
              </a:r>
            </a:p>
          </p:txBody>
        </p:sp>
      </p:grpSp>
      <p:sp>
        <p:nvSpPr>
          <p:cNvPr id="6" name="TextBox 5"/>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8</a:t>
            </a:r>
          </a:p>
        </p:txBody>
      </p:sp>
      <p:sp>
        <p:nvSpPr>
          <p:cNvPr id="9" name="Text Placeholder 8">
            <a:extLst>
              <a:ext uri="{FF2B5EF4-FFF2-40B4-BE49-F238E27FC236}">
                <a16:creationId xmlns:a16="http://schemas.microsoft.com/office/drawing/2014/main" id="{1C16050C-43AD-2BB6-51B5-E899F3A1F44C}"/>
              </a:ext>
            </a:extLst>
          </p:cNvPr>
          <p:cNvSpPr>
            <a:spLocks noGrp="1"/>
          </p:cNvSpPr>
          <p:nvPr>
            <p:ph type="body" idx="1"/>
          </p:nvPr>
        </p:nvSpPr>
        <p:spPr/>
        <p:txBody>
          <a:bodyPr/>
          <a:lstStyle/>
          <a:p>
            <a:r>
              <a:rPr lang="en-US" dirty="0">
                <a:solidFill>
                  <a:schemeClr val="bg2"/>
                </a:solidFill>
              </a:rPr>
              <a:t>Why is an SRS important in software development? </a:t>
            </a:r>
          </a:p>
          <a:p>
            <a:r>
              <a:rPr lang="en-US" dirty="0">
                <a:solidFill>
                  <a:schemeClr val="bg2"/>
                </a:solidFill>
              </a:rPr>
              <a:t>What is the IEEE 830 standard for SRS? </a:t>
            </a:r>
          </a:p>
          <a:p>
            <a:endParaRPr lang="en-IN" dirty="0"/>
          </a:p>
        </p:txBody>
      </p:sp>
    </p:spTree>
    <p:extLst>
      <p:ext uri="{BB962C8B-B14F-4D97-AF65-F5344CB8AC3E}">
        <p14:creationId xmlns:p14="http://schemas.microsoft.com/office/powerpoint/2010/main" val="3027036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A525799-B627-EABD-6F95-B01E70B350E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11A8074-A1E1-E4EA-4297-A979F5985FAF}"/>
              </a:ext>
            </a:extLst>
          </p:cNvPr>
          <p:cNvGrpSpPr/>
          <p:nvPr/>
        </p:nvGrpSpPr>
        <p:grpSpPr>
          <a:xfrm>
            <a:off x="715861" y="-42871"/>
            <a:ext cx="8277101" cy="1217475"/>
            <a:chOff x="0" y="6299"/>
            <a:chExt cx="5580934" cy="1217475"/>
          </a:xfrm>
          <a:noFill/>
        </p:grpSpPr>
        <p:sp>
          <p:nvSpPr>
            <p:cNvPr id="109" name="Google Shape;109;p2">
              <a:extLst>
                <a:ext uri="{FF2B5EF4-FFF2-40B4-BE49-F238E27FC236}">
                  <a16:creationId xmlns:a16="http://schemas.microsoft.com/office/drawing/2014/main" id="{1E88B249-9EB8-982D-7990-60FD26BC1333}"/>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CA78F93E-F041-2AD9-DC64-C940C34E84ED}"/>
                </a:ext>
              </a:extLst>
            </p:cNvPr>
            <p:cNvSpPr txBox="1"/>
            <p:nvPr/>
          </p:nvSpPr>
          <p:spPr>
            <a:xfrm>
              <a:off x="0" y="822582"/>
              <a:ext cx="5537526" cy="401192"/>
            </a:xfrm>
            <a:prstGeom prst="rect">
              <a:avLst/>
            </a:prstGeom>
            <a:grpFill/>
            <a:ln>
              <a:noFill/>
            </a:ln>
          </p:spPr>
          <p:txBody>
            <a:bodyPr spcFirstLastPara="1" wrap="square" lIns="72375" tIns="72375" rIns="72375" bIns="72375" anchor="ctr" anchorCtr="0">
              <a:noAutofit/>
            </a:bodyPr>
            <a:lstStyle/>
            <a:p>
              <a:pPr lvl="0" algn="just">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Next lecture </a:t>
              </a:r>
            </a:p>
          </p:txBody>
        </p:sp>
      </p:grpSp>
      <p:sp>
        <p:nvSpPr>
          <p:cNvPr id="111" name="Google Shape;111;p2">
            <a:extLst>
              <a:ext uri="{FF2B5EF4-FFF2-40B4-BE49-F238E27FC236}">
                <a16:creationId xmlns:a16="http://schemas.microsoft.com/office/drawing/2014/main" id="{CD9A8891-1ED0-3C05-9B83-BB4C9C0EB93D}"/>
              </a:ext>
            </a:extLst>
          </p:cNvPr>
          <p:cNvSpPr txBox="1">
            <a:spLocks noGrp="1"/>
          </p:cNvSpPr>
          <p:nvPr>
            <p:ph type="body" idx="1"/>
          </p:nvPr>
        </p:nvSpPr>
        <p:spPr>
          <a:xfrm>
            <a:off x="490340" y="1455288"/>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0" marR="0" lvl="0" indent="0" algn="just" rtl="0">
              <a:lnSpc>
                <a:spcPct val="100000"/>
              </a:lnSpc>
              <a:spcBef>
                <a:spcPts val="480"/>
              </a:spcBef>
              <a:spcAft>
                <a:spcPts val="0"/>
              </a:spcAft>
              <a:buClr>
                <a:schemeClr val="dk1"/>
              </a:buClr>
              <a:buSzPts val="2400"/>
              <a:buNone/>
            </a:pPr>
            <a:r>
              <a:rPr lang="en-IN" sz="1800" dirty="0">
                <a:solidFill>
                  <a:srgbClr val="000000"/>
                </a:solidFill>
                <a:effectLst/>
                <a:latin typeface="Times New Roman" panose="02020603050405020304" pitchFamily="18" charset="0"/>
                <a:ea typeface="Times New Roman" panose="02020603050405020304" pitchFamily="18" charset="0"/>
              </a:rPr>
              <a:t>Data modelling &amp; Functional modelling</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931BD43D-1BAA-ABC7-D202-004C2BF4B38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spTree>
    <p:extLst>
      <p:ext uri="{BB962C8B-B14F-4D97-AF65-F5344CB8AC3E}">
        <p14:creationId xmlns:p14="http://schemas.microsoft.com/office/powerpoint/2010/main" val="3873454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7ED0C6-7719-FB97-ED94-7F5CE38D07A8}"/>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1D700B6-6EB7-B931-A6BA-3293795C4FD6}"/>
              </a:ext>
            </a:extLst>
          </p:cNvPr>
          <p:cNvGrpSpPr/>
          <p:nvPr/>
        </p:nvGrpSpPr>
        <p:grpSpPr>
          <a:xfrm>
            <a:off x="715861" y="-42871"/>
            <a:ext cx="8277101" cy="1217475"/>
            <a:chOff x="0" y="6299"/>
            <a:chExt cx="5580934" cy="1217475"/>
          </a:xfrm>
          <a:noFill/>
        </p:grpSpPr>
        <p:sp>
          <p:nvSpPr>
            <p:cNvPr id="109" name="Google Shape;109;p2">
              <a:extLst>
                <a:ext uri="{FF2B5EF4-FFF2-40B4-BE49-F238E27FC236}">
                  <a16:creationId xmlns:a16="http://schemas.microsoft.com/office/drawing/2014/main" id="{D9F7BC64-7A52-69C2-0340-DEC4747604C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D12C81D-38E2-6BA8-4944-E9161F70F1EA}"/>
                </a:ext>
              </a:extLst>
            </p:cNvPr>
            <p:cNvSpPr txBox="1"/>
            <p:nvPr/>
          </p:nvSpPr>
          <p:spPr>
            <a:xfrm>
              <a:off x="0" y="822582"/>
              <a:ext cx="5537526" cy="401192"/>
            </a:xfrm>
            <a:prstGeom prst="rect">
              <a:avLst/>
            </a:prstGeom>
            <a:grpFill/>
            <a:ln>
              <a:noFill/>
            </a:ln>
          </p:spPr>
          <p:txBody>
            <a:bodyPr spcFirstLastPara="1" wrap="square" lIns="72375" tIns="72375" rIns="72375" bIns="72375" anchor="ctr" anchorCtr="0">
              <a:noAutofit/>
            </a:bodyPr>
            <a:lstStyle/>
            <a:p>
              <a:pPr lvl="0" algn="just">
                <a:lnSpc>
                  <a:spcPct val="90000"/>
                </a:lnSpc>
                <a:buSzPts val="1900"/>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grpSp>
      <p:sp>
        <p:nvSpPr>
          <p:cNvPr id="111" name="Google Shape;111;p2">
            <a:extLst>
              <a:ext uri="{FF2B5EF4-FFF2-40B4-BE49-F238E27FC236}">
                <a16:creationId xmlns:a16="http://schemas.microsoft.com/office/drawing/2014/main" id="{5AD00F48-AF9F-87AF-B3AB-2CA9606A4E8B}"/>
              </a:ext>
            </a:extLst>
          </p:cNvPr>
          <p:cNvSpPr txBox="1">
            <a:spLocks noGrp="1"/>
          </p:cNvSpPr>
          <p:nvPr>
            <p:ph type="body" idx="1"/>
          </p:nvPr>
        </p:nvSpPr>
        <p:spPr>
          <a:xfrm>
            <a:off x="398900" y="1455288"/>
            <a:ext cx="8001000" cy="2914800"/>
          </a:xfrm>
          <a:prstGeom prst="rect">
            <a:avLst/>
          </a:prstGeom>
          <a:noFill/>
          <a:ln>
            <a:noFill/>
          </a:ln>
        </p:spPr>
        <p:txBody>
          <a:bodyPr spcFirstLastPara="1" wrap="square" lIns="91425" tIns="45700" rIns="91425" bIns="45700" anchor="t" anchorCtr="0">
            <a:normAutofit fontScale="92500" lnSpcReduction="10000"/>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1800" b="1"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endParaRPr>
          </a:p>
          <a:p>
            <a:pPr lvl="0" indent="-457200" algn="just">
              <a:lnSpc>
                <a:spcPct val="100000"/>
              </a:lnSpc>
              <a:buFont typeface="Arial"/>
              <a:buAutoNum type="arabicPeriod"/>
            </a:pPr>
            <a:r>
              <a:rPr lang="en-US" sz="1800" dirty="0">
                <a:solidFill>
                  <a:schemeClr val="bg2"/>
                </a:solidFill>
                <a:latin typeface="Calibri" panose="020F0502020204030204" pitchFamily="34" charset="0"/>
                <a:cs typeface="Calibri" panose="020F0502020204030204" pitchFamily="34" charset="0"/>
              </a:rPr>
              <a:t>NPTEL — “Software Engineering” course from IIT Kharagpur / Indian Institutes </a:t>
            </a:r>
            <a:r>
              <a:rPr lang="en-US" sz="1800" dirty="0">
                <a:solidFill>
                  <a:srgbClr val="1C3678"/>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https://onlinecourses.nptel.ac.in/noc25_cs108/preview?utm_source=chatgpt.</a:t>
            </a:r>
            <a:r>
              <a:rPr lang="en-US" sz="1800" dirty="0">
                <a:solidFill>
                  <a:schemeClr val="bg2"/>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com</a:t>
            </a:r>
            <a:endParaRPr lang="en-US" sz="1800" dirty="0">
              <a:solidFill>
                <a:schemeClr val="bg2"/>
              </a:solidFill>
              <a:latin typeface="Calibri" panose="020F0502020204030204" pitchFamily="34" charset="0"/>
              <a:cs typeface="Calibri" panose="020F0502020204030204" pitchFamily="34" charset="0"/>
            </a:endParaRPr>
          </a:p>
          <a:p>
            <a:pPr lvl="0" indent="-457200" algn="just">
              <a:lnSpc>
                <a:spcPct val="100000"/>
              </a:lnSpc>
              <a:buFont typeface="Arial"/>
              <a:buAutoNum type="arabicPeriod"/>
            </a:pPr>
            <a:r>
              <a:rPr lang="en-US" sz="1800" dirty="0">
                <a:solidFill>
                  <a:schemeClr val="bg2"/>
                </a:solidFill>
              </a:rPr>
              <a:t>CS &amp; IT Tutorials by Vrushali — “SE 1: Learn Software Engineering from Scratch” (YouTube) </a:t>
            </a:r>
            <a:r>
              <a:rPr lang="en-US" sz="1800" dirty="0">
                <a:solidFill>
                  <a:srgbClr val="1C3678"/>
                </a:solidFill>
                <a:hlinkClick r:id="rId4">
                  <a:extLst>
                    <a:ext uri="{A12FA001-AC4F-418D-AE19-62706E023703}">
                      <ahyp:hlinkClr xmlns:ahyp="http://schemas.microsoft.com/office/drawing/2018/hyperlinkcolor" val="tx"/>
                    </a:ext>
                  </a:extLst>
                </a:hlinkClick>
              </a:rPr>
              <a:t>https://www.youtube.com/watch?v=</a:t>
            </a:r>
            <a:r>
              <a:rPr lang="en-US" sz="1800" dirty="0">
                <a:solidFill>
                  <a:schemeClr val="bg2"/>
                </a:solidFill>
                <a:hlinkClick r:id="rId4">
                  <a:extLst>
                    <a:ext uri="{A12FA001-AC4F-418D-AE19-62706E023703}">
                      <ahyp:hlinkClr xmlns:ahyp="http://schemas.microsoft.com/office/drawing/2018/hyperlinkcolor" val="tx"/>
                    </a:ext>
                  </a:extLst>
                </a:hlinkClick>
              </a:rPr>
              <a:t>IHx9ImEMuzQ</a:t>
            </a:r>
            <a:endParaRPr lang="en-US" sz="1800" dirty="0">
              <a:solidFill>
                <a:schemeClr val="bg2"/>
              </a:solidFill>
            </a:endParaRPr>
          </a:p>
          <a:p>
            <a:pPr lvl="0" indent="-457200" algn="just">
              <a:lnSpc>
                <a:spcPct val="100000"/>
              </a:lnSpc>
              <a:buFont typeface="Arial"/>
              <a:buAutoNum type="arabicPeriod"/>
            </a:pPr>
            <a:r>
              <a:rPr lang="en-US" sz="1800" dirty="0" err="1">
                <a:solidFill>
                  <a:schemeClr val="bg2"/>
                </a:solidFill>
              </a:rPr>
              <a:t>nptelhrd</a:t>
            </a:r>
            <a:r>
              <a:rPr lang="en-US" sz="1800" dirty="0">
                <a:solidFill>
                  <a:schemeClr val="bg2"/>
                </a:solidFill>
              </a:rPr>
              <a:t> (IIT/Bombay) — Lecture series “Introduction to Software Engineering” (free video lecture) </a:t>
            </a:r>
            <a:r>
              <a:rPr lang="en-US" sz="1800" dirty="0">
                <a:solidFill>
                  <a:srgbClr val="1C3678"/>
                </a:solidFill>
                <a:hlinkClick r:id="rId5">
                  <a:extLst>
                    <a:ext uri="{A12FA001-AC4F-418D-AE19-62706E023703}">
                      <ahyp:hlinkClr xmlns:ahyp="http://schemas.microsoft.com/office/drawing/2018/hyperlinkcolor" val="tx"/>
                    </a:ext>
                  </a:extLst>
                </a:hlinkClick>
              </a:rPr>
              <a:t>https://www.youtube.com/watch?v=Z6f9ckEElsU&amp;utm_source=chatgpt.</a:t>
            </a:r>
            <a:r>
              <a:rPr lang="en-US" sz="1800" dirty="0">
                <a:solidFill>
                  <a:schemeClr val="bg2"/>
                </a:solidFill>
                <a:hlinkClick r:id="rId5">
                  <a:extLst>
                    <a:ext uri="{A12FA001-AC4F-418D-AE19-62706E023703}">
                      <ahyp:hlinkClr xmlns:ahyp="http://schemas.microsoft.com/office/drawing/2018/hyperlinkcolor" val="tx"/>
                    </a:ext>
                  </a:extLst>
                </a:hlinkClick>
              </a:rPr>
              <a:t>com</a:t>
            </a:r>
            <a:endParaRPr lang="en-US" sz="1800" dirty="0">
              <a:solidFill>
                <a:schemeClr val="bg2"/>
              </a:solidFill>
            </a:endParaRPr>
          </a:p>
          <a:p>
            <a:pPr lvl="0" indent="-457200" algn="just">
              <a:lnSpc>
                <a:spcPct val="100000"/>
              </a:lnSpc>
              <a:buFont typeface="Arial"/>
              <a:buAutoNum type="arabicPeriod"/>
            </a:pPr>
            <a:r>
              <a:rPr lang="en-US" sz="1800" dirty="0">
                <a:solidFill>
                  <a:schemeClr val="bg2"/>
                </a:solidFill>
              </a:rPr>
              <a:t>Coursera – Introduction to Software Engineering (IBM) </a:t>
            </a:r>
            <a:r>
              <a:rPr lang="en-IN" sz="1800" dirty="0">
                <a:solidFill>
                  <a:schemeClr val="bg2"/>
                </a:solidFill>
              </a:rPr>
              <a:t>https://www.coursera.org/learn/introduction-to-software-engineering</a:t>
            </a:r>
            <a:endParaRPr sz="1800" b="0" i="0" u="none" dirty="0">
              <a:solidFill>
                <a:schemeClr val="bg2"/>
              </a:solidFill>
              <a:latin typeface="Calibri" panose="020F0502020204030204" pitchFamily="34" charset="0"/>
              <a:ea typeface="Times New Roman"/>
              <a:cs typeface="Calibri" panose="020F0502020204030204" pitchFamily="34" charset="0"/>
              <a:sym typeface="Times New Roman"/>
            </a:endParaRPr>
          </a:p>
        </p:txBody>
      </p:sp>
      <p:sp>
        <p:nvSpPr>
          <p:cNvPr id="7" name="TextBox 6"/>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spTree>
    <p:extLst>
      <p:ext uri="{BB962C8B-B14F-4D97-AF65-F5344CB8AC3E}">
        <p14:creationId xmlns:p14="http://schemas.microsoft.com/office/powerpoint/2010/main" val="1666828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pic>
        <p:nvPicPr>
          <p:cNvPr id="4" name="Picture 3">
            <a:extLst>
              <a:ext uri="{FF2B5EF4-FFF2-40B4-BE49-F238E27FC236}">
                <a16:creationId xmlns:a16="http://schemas.microsoft.com/office/drawing/2014/main" id="{EA32CA7B-4AE1-6762-631D-C29ACAADD3F7}"/>
              </a:ext>
            </a:extLst>
          </p:cNvPr>
          <p:cNvPicPr>
            <a:picLocks noChangeAspect="1"/>
          </p:cNvPicPr>
          <p:nvPr/>
        </p:nvPicPr>
        <p:blipFill>
          <a:blip r:embed="rId3"/>
          <a:stretch>
            <a:fillRect/>
          </a:stretch>
        </p:blipFill>
        <p:spPr>
          <a:xfrm>
            <a:off x="2931091" y="1525581"/>
            <a:ext cx="3858016" cy="2762234"/>
          </a:xfrm>
          <a:prstGeom prst="rect">
            <a:avLst/>
          </a:prstGeom>
        </p:spPr>
      </p:pic>
    </p:spTree>
    <p:extLst>
      <p:ext uri="{BB962C8B-B14F-4D97-AF65-F5344CB8AC3E}">
        <p14:creationId xmlns:p14="http://schemas.microsoft.com/office/powerpoint/2010/main" val="1767722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385500" y="2170166"/>
            <a:ext cx="847155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For queries</a:t>
            </a:r>
          </a:p>
          <a:p>
            <a:r>
              <a:rPr lang="en-US" sz="2000" dirty="0">
                <a:latin typeface="Calibri" panose="020F0502020204030204" pitchFamily="34" charset="0"/>
                <a:ea typeface="Calibri" panose="020F0502020204030204" pitchFamily="34" charset="0"/>
                <a:cs typeface="Calibri" panose="020F0502020204030204" pitchFamily="34" charset="0"/>
              </a:rPr>
              <a:t>Email: geeta.e15227@cumail.in</a:t>
            </a:r>
          </a:p>
        </p:txBody>
      </p:sp>
      <p:sp>
        <p:nvSpPr>
          <p:cNvPr id="5" name="TextBox 4"/>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12</a:t>
            </a:r>
          </a:p>
        </p:txBody>
      </p:sp>
    </p:spTree>
    <p:extLst>
      <p:ext uri="{BB962C8B-B14F-4D97-AF65-F5344CB8AC3E}">
        <p14:creationId xmlns:p14="http://schemas.microsoft.com/office/powerpoint/2010/main" val="1222657475"/>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176AE18-B432-4A0C-8613-ACF6D2C40FA0}">
  <we:reference id="wa104051163" version="1.2.0.3" store="en-US" storeType="OMEX"/>
  <we:alternateReferences>
    <we:reference id="WA104051163" version="1.2.0.3" store="WA1040511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3882</TotalTime>
  <Words>1317</Words>
  <Application>Microsoft Office PowerPoint</Application>
  <PresentationFormat>On-screen Show (16:9)</PresentationFormat>
  <Paragraphs>188</Paragraphs>
  <Slides>24</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Calibri</vt:lpstr>
      <vt:lpstr>Arial</vt:lpstr>
      <vt:lpstr>Calibri </vt:lpstr>
      <vt:lpstr>Vladimir Script</vt:lpstr>
      <vt:lpstr>Arial Black</vt:lpstr>
      <vt:lpstr>Wingdings</vt:lpstr>
      <vt:lpstr>Cambria</vt:lpstr>
      <vt:lpstr>Times New Roman</vt:lpstr>
      <vt:lpstr>Lato</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Geeta arora</cp:lastModifiedBy>
  <cp:revision>82</cp:revision>
  <dcterms:modified xsi:type="dcterms:W3CDTF">2025-12-07T03:08:53Z</dcterms:modified>
</cp:coreProperties>
</file>